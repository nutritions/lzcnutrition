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256" r:id="rId3"/>
    <p:sldId id="1702" r:id="rId5"/>
    <p:sldId id="262" r:id="rId6"/>
    <p:sldId id="1701" r:id="rId7"/>
    <p:sldId id="1695" r:id="rId8"/>
    <p:sldId id="1698" r:id="rId9"/>
    <p:sldId id="270" r:id="rId10"/>
    <p:sldId id="1686" r:id="rId11"/>
    <p:sldId id="1714" r:id="rId12"/>
    <p:sldId id="1705" r:id="rId13"/>
    <p:sldId id="294" r:id="rId14"/>
    <p:sldId id="1708" r:id="rId15"/>
    <p:sldId id="1694" r:id="rId16"/>
    <p:sldId id="1687" r:id="rId17"/>
    <p:sldId id="280" r:id="rId18"/>
    <p:sldId id="1713" r:id="rId19"/>
    <p:sldId id="287" r:id="rId20"/>
    <p:sldId id="286" r:id="rId21"/>
    <p:sldId id="1699" r:id="rId22"/>
    <p:sldId id="1688" r:id="rId23"/>
    <p:sldId id="1696" r:id="rId24"/>
    <p:sldId id="1697" r:id="rId25"/>
    <p:sldId id="1693" r:id="rId26"/>
    <p:sldId id="1712" r:id="rId27"/>
    <p:sldId id="1710" r:id="rId28"/>
    <p:sldId id="1689" r:id="rId29"/>
    <p:sldId id="1704" r:id="rId30"/>
    <p:sldId id="1691" r:id="rId31"/>
    <p:sldId id="1716" r:id="rId32"/>
    <p:sldId id="1703" r:id="rId33"/>
    <p:sldId id="1711" r:id="rId34"/>
    <p:sldId id="261" r:id="rId35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159"/>
    <a:srgbClr val="235787"/>
    <a:srgbClr val="26A9E0"/>
    <a:srgbClr val="2A9CA2"/>
    <a:srgbClr val="258A8F"/>
    <a:srgbClr val="2283CD"/>
    <a:srgbClr val="E71D3A"/>
    <a:srgbClr val="18BCE2"/>
    <a:srgbClr val="55BEC9"/>
    <a:srgbClr val="1561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108" d="100"/>
          <a:sy n="108" d="100"/>
        </p:scale>
        <p:origin x="138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5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26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12390-B8B9-408E-834B-076FFEEE5C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9A247-573E-4920-AA2D-5FF668F468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83" name="组合 9982"/>
          <p:cNvGrpSpPr/>
          <p:nvPr userDrawn="1"/>
        </p:nvGrpSpPr>
        <p:grpSpPr>
          <a:xfrm>
            <a:off x="1" y="-453"/>
            <a:ext cx="12192000" cy="6858453"/>
            <a:chOff x="1" y="-453"/>
            <a:chExt cx="12192000" cy="6858453"/>
          </a:xfrm>
        </p:grpSpPr>
        <p:sp>
          <p:nvSpPr>
            <p:cNvPr id="9838" name="Rectangle 67"/>
            <p:cNvSpPr>
              <a:spLocks noChangeArrowheads="1"/>
            </p:cNvSpPr>
            <p:nvPr userDrawn="1"/>
          </p:nvSpPr>
          <p:spPr bwMode="auto">
            <a:xfrm>
              <a:off x="1" y="5922680"/>
              <a:ext cx="12192000" cy="935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3" name="任意多边形: 形状 222"/>
            <p:cNvSpPr/>
            <p:nvPr userDrawn="1"/>
          </p:nvSpPr>
          <p:spPr bwMode="auto">
            <a:xfrm>
              <a:off x="4930028" y="5929408"/>
              <a:ext cx="1281644" cy="928592"/>
            </a:xfrm>
            <a:custGeom>
              <a:avLst/>
              <a:gdLst>
                <a:gd name="connsiteX0" fmla="*/ 951375 w 1281644"/>
                <a:gd name="connsiteY0" fmla="*/ 0 h 928592"/>
                <a:gd name="connsiteX1" fmla="*/ 1281644 w 1281644"/>
                <a:gd name="connsiteY1" fmla="*/ 0 h 928592"/>
                <a:gd name="connsiteX2" fmla="*/ 892255 w 1281644"/>
                <a:gd name="connsiteY2" fmla="*/ 928592 h 928592"/>
                <a:gd name="connsiteX3" fmla="*/ 0 w 1281644"/>
                <a:gd name="connsiteY3" fmla="*/ 928592 h 92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1644" h="928592">
                  <a:moveTo>
                    <a:pt x="951375" y="0"/>
                  </a:moveTo>
                  <a:lnTo>
                    <a:pt x="1281644" y="0"/>
                  </a:lnTo>
                  <a:lnTo>
                    <a:pt x="892255" y="928592"/>
                  </a:lnTo>
                  <a:lnTo>
                    <a:pt x="0" y="928592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9840" name="Freeform 69"/>
            <p:cNvSpPr/>
            <p:nvPr userDrawn="1"/>
          </p:nvSpPr>
          <p:spPr bwMode="auto">
            <a:xfrm>
              <a:off x="6847555" y="5922680"/>
              <a:ext cx="2124657" cy="935320"/>
            </a:xfrm>
            <a:custGeom>
              <a:avLst/>
              <a:gdLst>
                <a:gd name="T0" fmla="*/ 609 w 1263"/>
                <a:gd name="T1" fmla="*/ 6 h 556"/>
                <a:gd name="T2" fmla="*/ 0 w 1263"/>
                <a:gd name="T3" fmla="*/ 556 h 556"/>
                <a:gd name="T4" fmla="*/ 935 w 1263"/>
                <a:gd name="T5" fmla="*/ 556 h 556"/>
                <a:gd name="T6" fmla="*/ 1263 w 1263"/>
                <a:gd name="T7" fmla="*/ 25 h 556"/>
                <a:gd name="T8" fmla="*/ 1124 w 1263"/>
                <a:gd name="T9" fmla="*/ 0 h 556"/>
                <a:gd name="T10" fmla="*/ 1008 w 1263"/>
                <a:gd name="T11" fmla="*/ 155 h 556"/>
                <a:gd name="T12" fmla="*/ 987 w 1263"/>
                <a:gd name="T13" fmla="*/ 2 h 556"/>
                <a:gd name="T14" fmla="*/ 756 w 1263"/>
                <a:gd name="T15" fmla="*/ 16 h 556"/>
                <a:gd name="T16" fmla="*/ 602 w 1263"/>
                <a:gd name="T17" fmla="*/ 172 h 556"/>
                <a:gd name="T18" fmla="*/ 658 w 1263"/>
                <a:gd name="T19" fmla="*/ 4 h 556"/>
                <a:gd name="T20" fmla="*/ 609 w 1263"/>
                <a:gd name="T21" fmla="*/ 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63" h="556">
                  <a:moveTo>
                    <a:pt x="609" y="6"/>
                  </a:moveTo>
                  <a:lnTo>
                    <a:pt x="0" y="556"/>
                  </a:lnTo>
                  <a:lnTo>
                    <a:pt x="935" y="556"/>
                  </a:lnTo>
                  <a:lnTo>
                    <a:pt x="1263" y="25"/>
                  </a:lnTo>
                  <a:lnTo>
                    <a:pt x="1124" y="0"/>
                  </a:lnTo>
                  <a:lnTo>
                    <a:pt x="1008" y="155"/>
                  </a:lnTo>
                  <a:lnTo>
                    <a:pt x="987" y="2"/>
                  </a:lnTo>
                  <a:lnTo>
                    <a:pt x="756" y="16"/>
                  </a:lnTo>
                  <a:lnTo>
                    <a:pt x="602" y="172"/>
                  </a:lnTo>
                  <a:lnTo>
                    <a:pt x="658" y="4"/>
                  </a:lnTo>
                  <a:lnTo>
                    <a:pt x="609" y="6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41" name="Freeform 70"/>
            <p:cNvSpPr/>
            <p:nvPr userDrawn="1"/>
          </p:nvSpPr>
          <p:spPr bwMode="auto">
            <a:xfrm>
              <a:off x="8615578" y="5919316"/>
              <a:ext cx="1140552" cy="938684"/>
            </a:xfrm>
            <a:custGeom>
              <a:avLst/>
              <a:gdLst>
                <a:gd name="T0" fmla="*/ 678 w 678"/>
                <a:gd name="T1" fmla="*/ 6 h 558"/>
                <a:gd name="T2" fmla="*/ 553 w 678"/>
                <a:gd name="T3" fmla="*/ 558 h 558"/>
                <a:gd name="T4" fmla="*/ 0 w 678"/>
                <a:gd name="T5" fmla="*/ 558 h 558"/>
                <a:gd name="T6" fmla="*/ 297 w 678"/>
                <a:gd name="T7" fmla="*/ 31 h 558"/>
                <a:gd name="T8" fmla="*/ 434 w 678"/>
                <a:gd name="T9" fmla="*/ 0 h 558"/>
                <a:gd name="T10" fmla="*/ 316 w 678"/>
                <a:gd name="T11" fmla="*/ 438 h 558"/>
                <a:gd name="T12" fmla="*/ 567 w 678"/>
                <a:gd name="T13" fmla="*/ 39 h 558"/>
                <a:gd name="T14" fmla="*/ 678 w 678"/>
                <a:gd name="T15" fmla="*/ 6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8" h="558">
                  <a:moveTo>
                    <a:pt x="678" y="6"/>
                  </a:moveTo>
                  <a:lnTo>
                    <a:pt x="553" y="558"/>
                  </a:lnTo>
                  <a:lnTo>
                    <a:pt x="0" y="558"/>
                  </a:lnTo>
                  <a:lnTo>
                    <a:pt x="297" y="31"/>
                  </a:lnTo>
                  <a:lnTo>
                    <a:pt x="434" y="0"/>
                  </a:lnTo>
                  <a:lnTo>
                    <a:pt x="316" y="438"/>
                  </a:lnTo>
                  <a:lnTo>
                    <a:pt x="567" y="39"/>
                  </a:lnTo>
                  <a:lnTo>
                    <a:pt x="678" y="6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42" name="Freeform 71"/>
            <p:cNvSpPr/>
            <p:nvPr userDrawn="1"/>
          </p:nvSpPr>
          <p:spPr bwMode="auto">
            <a:xfrm>
              <a:off x="9685477" y="5904175"/>
              <a:ext cx="765415" cy="953825"/>
            </a:xfrm>
            <a:custGeom>
              <a:avLst/>
              <a:gdLst>
                <a:gd name="T0" fmla="*/ 108 w 455"/>
                <a:gd name="T1" fmla="*/ 0 h 567"/>
                <a:gd name="T2" fmla="*/ 0 w 455"/>
                <a:gd name="T3" fmla="*/ 567 h 567"/>
                <a:gd name="T4" fmla="*/ 455 w 455"/>
                <a:gd name="T5" fmla="*/ 567 h 567"/>
                <a:gd name="T6" fmla="*/ 401 w 455"/>
                <a:gd name="T7" fmla="*/ 56 h 567"/>
                <a:gd name="T8" fmla="*/ 297 w 455"/>
                <a:gd name="T9" fmla="*/ 11 h 567"/>
                <a:gd name="T10" fmla="*/ 281 w 455"/>
                <a:gd name="T11" fmla="*/ 455 h 567"/>
                <a:gd name="T12" fmla="*/ 193 w 455"/>
                <a:gd name="T13" fmla="*/ 54 h 567"/>
                <a:gd name="T14" fmla="*/ 108 w 455"/>
                <a:gd name="T15" fmla="*/ 0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5" h="567">
                  <a:moveTo>
                    <a:pt x="108" y="0"/>
                  </a:moveTo>
                  <a:lnTo>
                    <a:pt x="0" y="567"/>
                  </a:lnTo>
                  <a:lnTo>
                    <a:pt x="455" y="567"/>
                  </a:lnTo>
                  <a:lnTo>
                    <a:pt x="401" y="56"/>
                  </a:lnTo>
                  <a:lnTo>
                    <a:pt x="297" y="11"/>
                  </a:lnTo>
                  <a:lnTo>
                    <a:pt x="281" y="455"/>
                  </a:lnTo>
                  <a:lnTo>
                    <a:pt x="193" y="5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43" name="Freeform 72"/>
            <p:cNvSpPr/>
            <p:nvPr userDrawn="1"/>
          </p:nvSpPr>
          <p:spPr bwMode="auto">
            <a:xfrm>
              <a:off x="10482854" y="5926044"/>
              <a:ext cx="928591" cy="931956"/>
            </a:xfrm>
            <a:custGeom>
              <a:avLst/>
              <a:gdLst>
                <a:gd name="T0" fmla="*/ 0 w 552"/>
                <a:gd name="T1" fmla="*/ 39 h 554"/>
                <a:gd name="T2" fmla="*/ 52 w 552"/>
                <a:gd name="T3" fmla="*/ 554 h 554"/>
                <a:gd name="T4" fmla="*/ 552 w 552"/>
                <a:gd name="T5" fmla="*/ 554 h 554"/>
                <a:gd name="T6" fmla="*/ 355 w 552"/>
                <a:gd name="T7" fmla="*/ 33 h 554"/>
                <a:gd name="T8" fmla="*/ 255 w 552"/>
                <a:gd name="T9" fmla="*/ 0 h 554"/>
                <a:gd name="T10" fmla="*/ 257 w 552"/>
                <a:gd name="T11" fmla="*/ 492 h 554"/>
                <a:gd name="T12" fmla="*/ 75 w 552"/>
                <a:gd name="T13" fmla="*/ 0 h 554"/>
                <a:gd name="T14" fmla="*/ 0 w 552"/>
                <a:gd name="T15" fmla="*/ 3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2" h="554">
                  <a:moveTo>
                    <a:pt x="0" y="39"/>
                  </a:moveTo>
                  <a:lnTo>
                    <a:pt x="52" y="554"/>
                  </a:lnTo>
                  <a:lnTo>
                    <a:pt x="552" y="554"/>
                  </a:lnTo>
                  <a:lnTo>
                    <a:pt x="355" y="33"/>
                  </a:lnTo>
                  <a:lnTo>
                    <a:pt x="255" y="0"/>
                  </a:lnTo>
                  <a:lnTo>
                    <a:pt x="257" y="492"/>
                  </a:lnTo>
                  <a:lnTo>
                    <a:pt x="75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44" name="Freeform 73"/>
            <p:cNvSpPr/>
            <p:nvPr userDrawn="1"/>
          </p:nvSpPr>
          <p:spPr bwMode="auto">
            <a:xfrm>
              <a:off x="11359296" y="5922680"/>
              <a:ext cx="832705" cy="935320"/>
            </a:xfrm>
            <a:custGeom>
              <a:avLst/>
              <a:gdLst>
                <a:gd name="T0" fmla="*/ 0 w 495"/>
                <a:gd name="T1" fmla="*/ 0 h 556"/>
                <a:gd name="T2" fmla="*/ 214 w 495"/>
                <a:gd name="T3" fmla="*/ 556 h 556"/>
                <a:gd name="T4" fmla="*/ 495 w 495"/>
                <a:gd name="T5" fmla="*/ 556 h 556"/>
                <a:gd name="T6" fmla="*/ 495 w 495"/>
                <a:gd name="T7" fmla="*/ 228 h 556"/>
                <a:gd name="T8" fmla="*/ 445 w 495"/>
                <a:gd name="T9" fmla="*/ 10 h 556"/>
                <a:gd name="T10" fmla="*/ 343 w 495"/>
                <a:gd name="T11" fmla="*/ 4 h 556"/>
                <a:gd name="T12" fmla="*/ 403 w 495"/>
                <a:gd name="T13" fmla="*/ 321 h 556"/>
                <a:gd name="T14" fmla="*/ 343 w 495"/>
                <a:gd name="T15" fmla="*/ 473 h 556"/>
                <a:gd name="T16" fmla="*/ 88 w 495"/>
                <a:gd name="T17" fmla="*/ 4 h 556"/>
                <a:gd name="T18" fmla="*/ 0 w 495"/>
                <a:gd name="T1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5" h="556">
                  <a:moveTo>
                    <a:pt x="0" y="0"/>
                  </a:moveTo>
                  <a:lnTo>
                    <a:pt x="214" y="556"/>
                  </a:lnTo>
                  <a:lnTo>
                    <a:pt x="495" y="556"/>
                  </a:lnTo>
                  <a:lnTo>
                    <a:pt x="495" y="228"/>
                  </a:lnTo>
                  <a:lnTo>
                    <a:pt x="445" y="10"/>
                  </a:lnTo>
                  <a:lnTo>
                    <a:pt x="343" y="4"/>
                  </a:lnTo>
                  <a:lnTo>
                    <a:pt x="403" y="321"/>
                  </a:lnTo>
                  <a:lnTo>
                    <a:pt x="343" y="473"/>
                  </a:lnTo>
                  <a:lnTo>
                    <a:pt x="88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45" name="Freeform 74"/>
            <p:cNvSpPr/>
            <p:nvPr userDrawn="1"/>
          </p:nvSpPr>
          <p:spPr bwMode="auto">
            <a:xfrm>
              <a:off x="9059687" y="4403626"/>
              <a:ext cx="674575" cy="684668"/>
            </a:xfrm>
            <a:custGeom>
              <a:avLst/>
              <a:gdLst>
                <a:gd name="T0" fmla="*/ 62 w 193"/>
                <a:gd name="T1" fmla="*/ 46 h 196"/>
                <a:gd name="T2" fmla="*/ 142 w 193"/>
                <a:gd name="T3" fmla="*/ 10 h 196"/>
                <a:gd name="T4" fmla="*/ 193 w 193"/>
                <a:gd name="T5" fmla="*/ 152 h 196"/>
                <a:gd name="T6" fmla="*/ 154 w 193"/>
                <a:gd name="T7" fmla="*/ 176 h 196"/>
                <a:gd name="T8" fmla="*/ 119 w 193"/>
                <a:gd name="T9" fmla="*/ 172 h 196"/>
                <a:gd name="T10" fmla="*/ 70 w 193"/>
                <a:gd name="T11" fmla="*/ 95 h 196"/>
                <a:gd name="T12" fmla="*/ 60 w 193"/>
                <a:gd name="T13" fmla="*/ 152 h 196"/>
                <a:gd name="T14" fmla="*/ 15 w 193"/>
                <a:gd name="T15" fmla="*/ 196 h 196"/>
                <a:gd name="T16" fmla="*/ 0 w 193"/>
                <a:gd name="T17" fmla="*/ 192 h 196"/>
                <a:gd name="T18" fmla="*/ 38 w 193"/>
                <a:gd name="T19" fmla="*/ 135 h 196"/>
                <a:gd name="T20" fmla="*/ 62 w 193"/>
                <a:gd name="T21" fmla="*/ 4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3" h="196">
                  <a:moveTo>
                    <a:pt x="62" y="46"/>
                  </a:moveTo>
                  <a:cubicBezTo>
                    <a:pt x="62" y="46"/>
                    <a:pt x="122" y="0"/>
                    <a:pt x="142" y="10"/>
                  </a:cubicBezTo>
                  <a:cubicBezTo>
                    <a:pt x="162" y="21"/>
                    <a:pt x="192" y="108"/>
                    <a:pt x="193" y="152"/>
                  </a:cubicBezTo>
                  <a:cubicBezTo>
                    <a:pt x="154" y="176"/>
                    <a:pt x="154" y="176"/>
                    <a:pt x="154" y="176"/>
                  </a:cubicBezTo>
                  <a:cubicBezTo>
                    <a:pt x="119" y="172"/>
                    <a:pt x="119" y="172"/>
                    <a:pt x="119" y="172"/>
                  </a:cubicBezTo>
                  <a:cubicBezTo>
                    <a:pt x="119" y="172"/>
                    <a:pt x="92" y="113"/>
                    <a:pt x="70" y="95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15" y="196"/>
                    <a:pt x="15" y="196"/>
                    <a:pt x="15" y="19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8" y="135"/>
                    <a:pt x="39" y="63"/>
                    <a:pt x="62" y="4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46" name="Freeform 75"/>
            <p:cNvSpPr/>
            <p:nvPr userDrawn="1"/>
          </p:nvSpPr>
          <p:spPr bwMode="auto">
            <a:xfrm>
              <a:off x="9276695" y="4410355"/>
              <a:ext cx="132897" cy="181681"/>
            </a:xfrm>
            <a:custGeom>
              <a:avLst/>
              <a:gdLst>
                <a:gd name="T0" fmla="*/ 37 w 79"/>
                <a:gd name="T1" fmla="*/ 0 h 108"/>
                <a:gd name="T2" fmla="*/ 79 w 79"/>
                <a:gd name="T3" fmla="*/ 46 h 108"/>
                <a:gd name="T4" fmla="*/ 58 w 79"/>
                <a:gd name="T5" fmla="*/ 108 h 108"/>
                <a:gd name="T6" fmla="*/ 0 w 79"/>
                <a:gd name="T7" fmla="*/ 81 h 108"/>
                <a:gd name="T8" fmla="*/ 37 w 79"/>
                <a:gd name="T9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108">
                  <a:moveTo>
                    <a:pt x="37" y="0"/>
                  </a:moveTo>
                  <a:lnTo>
                    <a:pt x="79" y="46"/>
                  </a:lnTo>
                  <a:lnTo>
                    <a:pt x="58" y="108"/>
                  </a:lnTo>
                  <a:lnTo>
                    <a:pt x="0" y="8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47" name="Freeform 76"/>
            <p:cNvSpPr/>
            <p:nvPr userDrawn="1"/>
          </p:nvSpPr>
          <p:spPr bwMode="auto">
            <a:xfrm>
              <a:off x="9335573" y="4585306"/>
              <a:ext cx="109345" cy="425605"/>
            </a:xfrm>
            <a:custGeom>
              <a:avLst/>
              <a:gdLst>
                <a:gd name="T0" fmla="*/ 36 w 65"/>
                <a:gd name="T1" fmla="*/ 0 h 253"/>
                <a:gd name="T2" fmla="*/ 25 w 65"/>
                <a:gd name="T3" fmla="*/ 38 h 253"/>
                <a:gd name="T4" fmla="*/ 65 w 65"/>
                <a:gd name="T5" fmla="*/ 220 h 253"/>
                <a:gd name="T6" fmla="*/ 42 w 65"/>
                <a:gd name="T7" fmla="*/ 253 h 253"/>
                <a:gd name="T8" fmla="*/ 15 w 65"/>
                <a:gd name="T9" fmla="*/ 214 h 253"/>
                <a:gd name="T10" fmla="*/ 11 w 65"/>
                <a:gd name="T11" fmla="*/ 38 h 253"/>
                <a:gd name="T12" fmla="*/ 0 w 65"/>
                <a:gd name="T13" fmla="*/ 13 h 253"/>
                <a:gd name="T14" fmla="*/ 36 w 65"/>
                <a:gd name="T1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253">
                  <a:moveTo>
                    <a:pt x="36" y="0"/>
                  </a:moveTo>
                  <a:lnTo>
                    <a:pt x="25" y="38"/>
                  </a:lnTo>
                  <a:lnTo>
                    <a:pt x="65" y="220"/>
                  </a:lnTo>
                  <a:lnTo>
                    <a:pt x="42" y="253"/>
                  </a:lnTo>
                  <a:lnTo>
                    <a:pt x="15" y="214"/>
                  </a:lnTo>
                  <a:lnTo>
                    <a:pt x="11" y="38"/>
                  </a:lnTo>
                  <a:lnTo>
                    <a:pt x="0" y="1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48" name="Freeform 77"/>
            <p:cNvSpPr/>
            <p:nvPr userDrawn="1"/>
          </p:nvSpPr>
          <p:spPr bwMode="auto">
            <a:xfrm>
              <a:off x="9290153" y="4452411"/>
              <a:ext cx="158130" cy="188410"/>
            </a:xfrm>
            <a:custGeom>
              <a:avLst/>
              <a:gdLst>
                <a:gd name="T0" fmla="*/ 46 w 94"/>
                <a:gd name="T1" fmla="*/ 85 h 112"/>
                <a:gd name="T2" fmla="*/ 73 w 94"/>
                <a:gd name="T3" fmla="*/ 98 h 112"/>
                <a:gd name="T4" fmla="*/ 94 w 94"/>
                <a:gd name="T5" fmla="*/ 5 h 112"/>
                <a:gd name="T6" fmla="*/ 56 w 94"/>
                <a:gd name="T7" fmla="*/ 0 h 112"/>
                <a:gd name="T8" fmla="*/ 44 w 94"/>
                <a:gd name="T9" fmla="*/ 79 h 112"/>
                <a:gd name="T10" fmla="*/ 0 w 94"/>
                <a:gd name="T11" fmla="*/ 44 h 112"/>
                <a:gd name="T12" fmla="*/ 23 w 94"/>
                <a:gd name="T13" fmla="*/ 112 h 112"/>
                <a:gd name="T14" fmla="*/ 46 w 94"/>
                <a:gd name="T15" fmla="*/ 8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112">
                  <a:moveTo>
                    <a:pt x="46" y="85"/>
                  </a:moveTo>
                  <a:lnTo>
                    <a:pt x="73" y="98"/>
                  </a:lnTo>
                  <a:lnTo>
                    <a:pt x="94" y="5"/>
                  </a:lnTo>
                  <a:lnTo>
                    <a:pt x="56" y="0"/>
                  </a:lnTo>
                  <a:lnTo>
                    <a:pt x="44" y="79"/>
                  </a:lnTo>
                  <a:lnTo>
                    <a:pt x="0" y="44"/>
                  </a:lnTo>
                  <a:lnTo>
                    <a:pt x="23" y="112"/>
                  </a:lnTo>
                  <a:lnTo>
                    <a:pt x="46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49" name="Freeform 78"/>
            <p:cNvSpPr/>
            <p:nvPr userDrawn="1"/>
          </p:nvSpPr>
          <p:spPr bwMode="auto">
            <a:xfrm>
              <a:off x="9160621" y="4299327"/>
              <a:ext cx="235512" cy="296073"/>
            </a:xfrm>
            <a:custGeom>
              <a:avLst/>
              <a:gdLst>
                <a:gd name="T0" fmla="*/ 42 w 67"/>
                <a:gd name="T1" fmla="*/ 84 h 85"/>
                <a:gd name="T2" fmla="*/ 62 w 67"/>
                <a:gd name="T3" fmla="*/ 38 h 85"/>
                <a:gd name="T4" fmla="*/ 19 w 67"/>
                <a:gd name="T5" fmla="*/ 14 h 85"/>
                <a:gd name="T6" fmla="*/ 9 w 67"/>
                <a:gd name="T7" fmla="*/ 59 h 85"/>
                <a:gd name="T8" fmla="*/ 42 w 67"/>
                <a:gd name="T9" fmla="*/ 8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5">
                  <a:moveTo>
                    <a:pt x="42" y="84"/>
                  </a:moveTo>
                  <a:cubicBezTo>
                    <a:pt x="53" y="82"/>
                    <a:pt x="67" y="56"/>
                    <a:pt x="62" y="38"/>
                  </a:cubicBezTo>
                  <a:cubicBezTo>
                    <a:pt x="57" y="19"/>
                    <a:pt x="44" y="0"/>
                    <a:pt x="19" y="14"/>
                  </a:cubicBezTo>
                  <a:cubicBezTo>
                    <a:pt x="0" y="24"/>
                    <a:pt x="5" y="48"/>
                    <a:pt x="9" y="59"/>
                  </a:cubicBezTo>
                  <a:cubicBezTo>
                    <a:pt x="14" y="70"/>
                    <a:pt x="28" y="85"/>
                    <a:pt x="42" y="84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0" name="Freeform 79"/>
            <p:cNvSpPr/>
            <p:nvPr userDrawn="1"/>
          </p:nvSpPr>
          <p:spPr bwMode="auto">
            <a:xfrm>
              <a:off x="9143799" y="4312785"/>
              <a:ext cx="247288" cy="191774"/>
            </a:xfrm>
            <a:custGeom>
              <a:avLst/>
              <a:gdLst>
                <a:gd name="T0" fmla="*/ 9 w 71"/>
                <a:gd name="T1" fmla="*/ 41 h 55"/>
                <a:gd name="T2" fmla="*/ 27 w 71"/>
                <a:gd name="T3" fmla="*/ 44 h 55"/>
                <a:gd name="T4" fmla="*/ 46 w 71"/>
                <a:gd name="T5" fmla="*/ 28 h 55"/>
                <a:gd name="T6" fmla="*/ 54 w 71"/>
                <a:gd name="T7" fmla="*/ 46 h 55"/>
                <a:gd name="T8" fmla="*/ 61 w 71"/>
                <a:gd name="T9" fmla="*/ 37 h 55"/>
                <a:gd name="T10" fmla="*/ 66 w 71"/>
                <a:gd name="T11" fmla="*/ 55 h 55"/>
                <a:gd name="T12" fmla="*/ 69 w 71"/>
                <a:gd name="T13" fmla="*/ 40 h 55"/>
                <a:gd name="T14" fmla="*/ 41 w 71"/>
                <a:gd name="T15" fmla="*/ 2 h 55"/>
                <a:gd name="T16" fmla="*/ 9 w 71"/>
                <a:gd name="T17" fmla="*/ 4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55">
                  <a:moveTo>
                    <a:pt x="9" y="41"/>
                  </a:moveTo>
                  <a:cubicBezTo>
                    <a:pt x="9" y="41"/>
                    <a:pt x="17" y="48"/>
                    <a:pt x="27" y="44"/>
                  </a:cubicBezTo>
                  <a:cubicBezTo>
                    <a:pt x="37" y="39"/>
                    <a:pt x="46" y="28"/>
                    <a:pt x="46" y="28"/>
                  </a:cubicBezTo>
                  <a:cubicBezTo>
                    <a:pt x="46" y="28"/>
                    <a:pt x="47" y="40"/>
                    <a:pt x="54" y="46"/>
                  </a:cubicBezTo>
                  <a:cubicBezTo>
                    <a:pt x="54" y="46"/>
                    <a:pt x="56" y="32"/>
                    <a:pt x="61" y="37"/>
                  </a:cubicBezTo>
                  <a:cubicBezTo>
                    <a:pt x="65" y="42"/>
                    <a:pt x="66" y="55"/>
                    <a:pt x="66" y="55"/>
                  </a:cubicBezTo>
                  <a:cubicBezTo>
                    <a:pt x="66" y="55"/>
                    <a:pt x="71" y="47"/>
                    <a:pt x="69" y="40"/>
                  </a:cubicBezTo>
                  <a:cubicBezTo>
                    <a:pt x="67" y="34"/>
                    <a:pt x="69" y="0"/>
                    <a:pt x="41" y="2"/>
                  </a:cubicBezTo>
                  <a:cubicBezTo>
                    <a:pt x="14" y="3"/>
                    <a:pt x="0" y="20"/>
                    <a:pt x="9" y="4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1" name="Freeform 80"/>
            <p:cNvSpPr/>
            <p:nvPr userDrawn="1"/>
          </p:nvSpPr>
          <p:spPr bwMode="auto">
            <a:xfrm>
              <a:off x="9063052" y="4935210"/>
              <a:ext cx="706537" cy="1068217"/>
            </a:xfrm>
            <a:custGeom>
              <a:avLst/>
              <a:gdLst>
                <a:gd name="T0" fmla="*/ 192 w 202"/>
                <a:gd name="T1" fmla="*/ 0 h 306"/>
                <a:gd name="T2" fmla="*/ 180 w 202"/>
                <a:gd name="T3" fmla="*/ 91 h 306"/>
                <a:gd name="T4" fmla="*/ 153 w 202"/>
                <a:gd name="T5" fmla="*/ 156 h 306"/>
                <a:gd name="T6" fmla="*/ 198 w 202"/>
                <a:gd name="T7" fmla="*/ 285 h 306"/>
                <a:gd name="T8" fmla="*/ 145 w 202"/>
                <a:gd name="T9" fmla="*/ 301 h 306"/>
                <a:gd name="T10" fmla="*/ 165 w 202"/>
                <a:gd name="T11" fmla="*/ 275 h 306"/>
                <a:gd name="T12" fmla="*/ 113 w 202"/>
                <a:gd name="T13" fmla="*/ 159 h 306"/>
                <a:gd name="T14" fmla="*/ 124 w 202"/>
                <a:gd name="T15" fmla="*/ 87 h 306"/>
                <a:gd name="T16" fmla="*/ 49 w 202"/>
                <a:gd name="T17" fmla="*/ 139 h 306"/>
                <a:gd name="T18" fmla="*/ 81 w 202"/>
                <a:gd name="T19" fmla="*/ 282 h 306"/>
                <a:gd name="T20" fmla="*/ 15 w 202"/>
                <a:gd name="T21" fmla="*/ 297 h 306"/>
                <a:gd name="T22" fmla="*/ 52 w 202"/>
                <a:gd name="T23" fmla="*/ 268 h 306"/>
                <a:gd name="T24" fmla="*/ 10 w 202"/>
                <a:gd name="T25" fmla="*/ 130 h 306"/>
                <a:gd name="T26" fmla="*/ 118 w 202"/>
                <a:gd name="T27" fmla="*/ 33 h 306"/>
                <a:gd name="T28" fmla="*/ 118 w 202"/>
                <a:gd name="T29" fmla="*/ 20 h 306"/>
                <a:gd name="T30" fmla="*/ 192 w 202"/>
                <a:gd name="T31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2" h="306">
                  <a:moveTo>
                    <a:pt x="192" y="0"/>
                  </a:moveTo>
                  <a:cubicBezTo>
                    <a:pt x="192" y="0"/>
                    <a:pt x="202" y="41"/>
                    <a:pt x="180" y="91"/>
                  </a:cubicBezTo>
                  <a:cubicBezTo>
                    <a:pt x="158" y="141"/>
                    <a:pt x="152" y="139"/>
                    <a:pt x="153" y="156"/>
                  </a:cubicBezTo>
                  <a:cubicBezTo>
                    <a:pt x="153" y="188"/>
                    <a:pt x="198" y="285"/>
                    <a:pt x="198" y="285"/>
                  </a:cubicBezTo>
                  <a:cubicBezTo>
                    <a:pt x="198" y="285"/>
                    <a:pt x="165" y="303"/>
                    <a:pt x="145" y="301"/>
                  </a:cubicBezTo>
                  <a:cubicBezTo>
                    <a:pt x="145" y="301"/>
                    <a:pt x="140" y="295"/>
                    <a:pt x="165" y="275"/>
                  </a:cubicBezTo>
                  <a:cubicBezTo>
                    <a:pt x="165" y="275"/>
                    <a:pt x="116" y="191"/>
                    <a:pt x="113" y="159"/>
                  </a:cubicBezTo>
                  <a:cubicBezTo>
                    <a:pt x="112" y="142"/>
                    <a:pt x="124" y="87"/>
                    <a:pt x="124" y="87"/>
                  </a:cubicBezTo>
                  <a:cubicBezTo>
                    <a:pt x="124" y="87"/>
                    <a:pt x="58" y="117"/>
                    <a:pt x="49" y="139"/>
                  </a:cubicBezTo>
                  <a:cubicBezTo>
                    <a:pt x="34" y="172"/>
                    <a:pt x="81" y="282"/>
                    <a:pt x="81" y="282"/>
                  </a:cubicBezTo>
                  <a:cubicBezTo>
                    <a:pt x="81" y="282"/>
                    <a:pt x="38" y="306"/>
                    <a:pt x="15" y="297"/>
                  </a:cubicBezTo>
                  <a:cubicBezTo>
                    <a:pt x="15" y="297"/>
                    <a:pt x="19" y="285"/>
                    <a:pt x="52" y="268"/>
                  </a:cubicBezTo>
                  <a:cubicBezTo>
                    <a:pt x="52" y="268"/>
                    <a:pt x="0" y="165"/>
                    <a:pt x="10" y="130"/>
                  </a:cubicBezTo>
                  <a:cubicBezTo>
                    <a:pt x="20" y="95"/>
                    <a:pt x="115" y="40"/>
                    <a:pt x="118" y="33"/>
                  </a:cubicBezTo>
                  <a:cubicBezTo>
                    <a:pt x="120" y="29"/>
                    <a:pt x="118" y="20"/>
                    <a:pt x="118" y="20"/>
                  </a:cubicBezTo>
                  <a:cubicBezTo>
                    <a:pt x="118" y="20"/>
                    <a:pt x="166" y="18"/>
                    <a:pt x="192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2" name="Freeform 81"/>
            <p:cNvSpPr/>
            <p:nvPr userDrawn="1"/>
          </p:nvSpPr>
          <p:spPr bwMode="auto">
            <a:xfrm>
              <a:off x="9513889" y="4997453"/>
              <a:ext cx="58879" cy="52150"/>
            </a:xfrm>
            <a:custGeom>
              <a:avLst/>
              <a:gdLst>
                <a:gd name="T0" fmla="*/ 0 w 17"/>
                <a:gd name="T1" fmla="*/ 4 h 15"/>
                <a:gd name="T2" fmla="*/ 1 w 17"/>
                <a:gd name="T3" fmla="*/ 11 h 15"/>
                <a:gd name="T4" fmla="*/ 17 w 17"/>
                <a:gd name="T5" fmla="*/ 10 h 15"/>
                <a:gd name="T6" fmla="*/ 17 w 17"/>
                <a:gd name="T7" fmla="*/ 0 h 15"/>
                <a:gd name="T8" fmla="*/ 0 w 17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4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6" y="15"/>
                    <a:pt x="17" y="1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5" y="2"/>
                    <a:pt x="0" y="4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3" name="Freeform 82"/>
            <p:cNvSpPr/>
            <p:nvPr userDrawn="1"/>
          </p:nvSpPr>
          <p:spPr bwMode="auto">
            <a:xfrm>
              <a:off x="9179126" y="5039509"/>
              <a:ext cx="149719" cy="153083"/>
            </a:xfrm>
            <a:custGeom>
              <a:avLst/>
              <a:gdLst>
                <a:gd name="T0" fmla="*/ 10 w 43"/>
                <a:gd name="T1" fmla="*/ 38 h 44"/>
                <a:gd name="T2" fmla="*/ 6 w 43"/>
                <a:gd name="T3" fmla="*/ 11 h 44"/>
                <a:gd name="T4" fmla="*/ 33 w 43"/>
                <a:gd name="T5" fmla="*/ 6 h 44"/>
                <a:gd name="T6" fmla="*/ 36 w 43"/>
                <a:gd name="T7" fmla="*/ 33 h 44"/>
                <a:gd name="T8" fmla="*/ 10 w 43"/>
                <a:gd name="T9" fmla="*/ 3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4">
                  <a:moveTo>
                    <a:pt x="10" y="38"/>
                  </a:moveTo>
                  <a:cubicBezTo>
                    <a:pt x="2" y="32"/>
                    <a:pt x="0" y="20"/>
                    <a:pt x="6" y="11"/>
                  </a:cubicBezTo>
                  <a:cubicBezTo>
                    <a:pt x="12" y="2"/>
                    <a:pt x="24" y="0"/>
                    <a:pt x="33" y="6"/>
                  </a:cubicBezTo>
                  <a:cubicBezTo>
                    <a:pt x="41" y="12"/>
                    <a:pt x="43" y="24"/>
                    <a:pt x="36" y="33"/>
                  </a:cubicBezTo>
                  <a:cubicBezTo>
                    <a:pt x="30" y="41"/>
                    <a:pt x="18" y="44"/>
                    <a:pt x="10" y="38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4" name="Freeform 83"/>
            <p:cNvSpPr/>
            <p:nvPr userDrawn="1"/>
          </p:nvSpPr>
          <p:spPr bwMode="auto">
            <a:xfrm>
              <a:off x="8709783" y="4666054"/>
              <a:ext cx="472707" cy="439063"/>
            </a:xfrm>
            <a:custGeom>
              <a:avLst/>
              <a:gdLst>
                <a:gd name="T0" fmla="*/ 96 w 135"/>
                <a:gd name="T1" fmla="*/ 18 h 126"/>
                <a:gd name="T2" fmla="*/ 18 w 135"/>
                <a:gd name="T3" fmla="*/ 31 h 126"/>
                <a:gd name="T4" fmla="*/ 31 w 135"/>
                <a:gd name="T5" fmla="*/ 109 h 126"/>
                <a:gd name="T6" fmla="*/ 89 w 135"/>
                <a:gd name="T7" fmla="*/ 121 h 126"/>
                <a:gd name="T8" fmla="*/ 103 w 135"/>
                <a:gd name="T9" fmla="*/ 126 h 126"/>
                <a:gd name="T10" fmla="*/ 135 w 135"/>
                <a:gd name="T11" fmla="*/ 80 h 126"/>
                <a:gd name="T12" fmla="*/ 126 w 135"/>
                <a:gd name="T13" fmla="*/ 69 h 126"/>
                <a:gd name="T14" fmla="*/ 96 w 135"/>
                <a:gd name="T15" fmla="*/ 1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5" h="126">
                  <a:moveTo>
                    <a:pt x="96" y="18"/>
                  </a:moveTo>
                  <a:cubicBezTo>
                    <a:pt x="71" y="0"/>
                    <a:pt x="36" y="6"/>
                    <a:pt x="18" y="31"/>
                  </a:cubicBezTo>
                  <a:cubicBezTo>
                    <a:pt x="0" y="56"/>
                    <a:pt x="6" y="91"/>
                    <a:pt x="31" y="109"/>
                  </a:cubicBezTo>
                  <a:cubicBezTo>
                    <a:pt x="50" y="123"/>
                    <a:pt x="71" y="120"/>
                    <a:pt x="89" y="121"/>
                  </a:cubicBezTo>
                  <a:cubicBezTo>
                    <a:pt x="94" y="121"/>
                    <a:pt x="103" y="126"/>
                    <a:pt x="103" y="126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80"/>
                    <a:pt x="128" y="74"/>
                    <a:pt x="126" y="69"/>
                  </a:cubicBezTo>
                  <a:cubicBezTo>
                    <a:pt x="120" y="52"/>
                    <a:pt x="117" y="32"/>
                    <a:pt x="96" y="18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5" name="Freeform 84"/>
            <p:cNvSpPr/>
            <p:nvPr userDrawn="1"/>
          </p:nvSpPr>
          <p:spPr bwMode="auto">
            <a:xfrm>
              <a:off x="8724924" y="4679511"/>
              <a:ext cx="402054" cy="402054"/>
            </a:xfrm>
            <a:custGeom>
              <a:avLst/>
              <a:gdLst>
                <a:gd name="T0" fmla="*/ 28 w 115"/>
                <a:gd name="T1" fmla="*/ 99 h 115"/>
                <a:gd name="T2" fmla="*/ 16 w 115"/>
                <a:gd name="T3" fmla="*/ 28 h 115"/>
                <a:gd name="T4" fmla="*/ 87 w 115"/>
                <a:gd name="T5" fmla="*/ 16 h 115"/>
                <a:gd name="T6" fmla="*/ 98 w 115"/>
                <a:gd name="T7" fmla="*/ 87 h 115"/>
                <a:gd name="T8" fmla="*/ 28 w 115"/>
                <a:gd name="T9" fmla="*/ 9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5">
                  <a:moveTo>
                    <a:pt x="28" y="99"/>
                  </a:moveTo>
                  <a:cubicBezTo>
                    <a:pt x="5" y="83"/>
                    <a:pt x="0" y="51"/>
                    <a:pt x="16" y="28"/>
                  </a:cubicBezTo>
                  <a:cubicBezTo>
                    <a:pt x="32" y="5"/>
                    <a:pt x="64" y="0"/>
                    <a:pt x="87" y="16"/>
                  </a:cubicBezTo>
                  <a:cubicBezTo>
                    <a:pt x="109" y="33"/>
                    <a:pt x="115" y="64"/>
                    <a:pt x="98" y="87"/>
                  </a:cubicBezTo>
                  <a:cubicBezTo>
                    <a:pt x="82" y="110"/>
                    <a:pt x="50" y="115"/>
                    <a:pt x="28" y="99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6" name="Freeform 85"/>
            <p:cNvSpPr/>
            <p:nvPr userDrawn="1"/>
          </p:nvSpPr>
          <p:spPr bwMode="auto">
            <a:xfrm>
              <a:off x="8952024" y="4805679"/>
              <a:ext cx="211961" cy="208597"/>
            </a:xfrm>
            <a:custGeom>
              <a:avLst/>
              <a:gdLst>
                <a:gd name="T0" fmla="*/ 10 w 61"/>
                <a:gd name="T1" fmla="*/ 28 h 60"/>
                <a:gd name="T2" fmla="*/ 2 w 61"/>
                <a:gd name="T3" fmla="*/ 17 h 60"/>
                <a:gd name="T4" fmla="*/ 0 w 61"/>
                <a:gd name="T5" fmla="*/ 15 h 60"/>
                <a:gd name="T6" fmla="*/ 4 w 61"/>
                <a:gd name="T7" fmla="*/ 14 h 60"/>
                <a:gd name="T8" fmla="*/ 12 w 61"/>
                <a:gd name="T9" fmla="*/ 14 h 60"/>
                <a:gd name="T10" fmla="*/ 10 w 61"/>
                <a:gd name="T11" fmla="*/ 15 h 60"/>
                <a:gd name="T12" fmla="*/ 18 w 61"/>
                <a:gd name="T13" fmla="*/ 5 h 60"/>
                <a:gd name="T14" fmla="*/ 21 w 61"/>
                <a:gd name="T15" fmla="*/ 0 h 60"/>
                <a:gd name="T16" fmla="*/ 21 w 61"/>
                <a:gd name="T17" fmla="*/ 6 h 60"/>
                <a:gd name="T18" fmla="*/ 22 w 61"/>
                <a:gd name="T19" fmla="*/ 10 h 60"/>
                <a:gd name="T20" fmla="*/ 23 w 61"/>
                <a:gd name="T21" fmla="*/ 13 h 60"/>
                <a:gd name="T22" fmla="*/ 25 w 61"/>
                <a:gd name="T23" fmla="*/ 17 h 60"/>
                <a:gd name="T24" fmla="*/ 27 w 61"/>
                <a:gd name="T25" fmla="*/ 21 h 60"/>
                <a:gd name="T26" fmla="*/ 31 w 61"/>
                <a:gd name="T27" fmla="*/ 28 h 60"/>
                <a:gd name="T28" fmla="*/ 37 w 61"/>
                <a:gd name="T29" fmla="*/ 34 h 60"/>
                <a:gd name="T30" fmla="*/ 39 w 61"/>
                <a:gd name="T31" fmla="*/ 37 h 60"/>
                <a:gd name="T32" fmla="*/ 42 w 61"/>
                <a:gd name="T33" fmla="*/ 40 h 60"/>
                <a:gd name="T34" fmla="*/ 48 w 61"/>
                <a:gd name="T35" fmla="*/ 46 h 60"/>
                <a:gd name="T36" fmla="*/ 61 w 61"/>
                <a:gd name="T37" fmla="*/ 56 h 60"/>
                <a:gd name="T38" fmla="*/ 59 w 61"/>
                <a:gd name="T39" fmla="*/ 60 h 60"/>
                <a:gd name="T40" fmla="*/ 46 w 61"/>
                <a:gd name="T41" fmla="*/ 49 h 60"/>
                <a:gd name="T42" fmla="*/ 39 w 61"/>
                <a:gd name="T43" fmla="*/ 43 h 60"/>
                <a:gd name="T44" fmla="*/ 36 w 61"/>
                <a:gd name="T45" fmla="*/ 40 h 60"/>
                <a:gd name="T46" fmla="*/ 33 w 61"/>
                <a:gd name="T47" fmla="*/ 37 h 60"/>
                <a:gd name="T48" fmla="*/ 28 w 61"/>
                <a:gd name="T49" fmla="*/ 30 h 60"/>
                <a:gd name="T50" fmla="*/ 23 w 61"/>
                <a:gd name="T51" fmla="*/ 23 h 60"/>
                <a:gd name="T52" fmla="*/ 21 w 61"/>
                <a:gd name="T53" fmla="*/ 19 h 60"/>
                <a:gd name="T54" fmla="*/ 20 w 61"/>
                <a:gd name="T55" fmla="*/ 15 h 60"/>
                <a:gd name="T56" fmla="*/ 18 w 61"/>
                <a:gd name="T57" fmla="*/ 11 h 60"/>
                <a:gd name="T58" fmla="*/ 17 w 61"/>
                <a:gd name="T59" fmla="*/ 6 h 60"/>
                <a:gd name="T60" fmla="*/ 21 w 61"/>
                <a:gd name="T61" fmla="*/ 7 h 60"/>
                <a:gd name="T62" fmla="*/ 14 w 61"/>
                <a:gd name="T63" fmla="*/ 17 h 60"/>
                <a:gd name="T64" fmla="*/ 13 w 61"/>
                <a:gd name="T65" fmla="*/ 18 h 60"/>
                <a:gd name="T66" fmla="*/ 12 w 61"/>
                <a:gd name="T67" fmla="*/ 18 h 60"/>
                <a:gd name="T68" fmla="*/ 4 w 61"/>
                <a:gd name="T69" fmla="*/ 18 h 60"/>
                <a:gd name="T70" fmla="*/ 6 w 61"/>
                <a:gd name="T71" fmla="*/ 15 h 60"/>
                <a:gd name="T72" fmla="*/ 10 w 61"/>
                <a:gd name="T73" fmla="*/ 2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1" h="60">
                  <a:moveTo>
                    <a:pt x="10" y="2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4" y="15"/>
                    <a:pt x="24" y="16"/>
                    <a:pt x="25" y="17"/>
                  </a:cubicBezTo>
                  <a:cubicBezTo>
                    <a:pt x="26" y="18"/>
                    <a:pt x="26" y="20"/>
                    <a:pt x="27" y="21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8" y="36"/>
                    <a:pt x="39" y="3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8" y="46"/>
                    <a:pt x="48" y="46"/>
                    <a:pt x="48" y="4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39"/>
                    <a:pt x="34" y="38"/>
                    <a:pt x="33" y="37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6" y="28"/>
                    <a:pt x="25" y="25"/>
                    <a:pt x="23" y="23"/>
                  </a:cubicBezTo>
                  <a:cubicBezTo>
                    <a:pt x="23" y="22"/>
                    <a:pt x="22" y="20"/>
                    <a:pt x="21" y="19"/>
                  </a:cubicBezTo>
                  <a:cubicBezTo>
                    <a:pt x="21" y="17"/>
                    <a:pt x="20" y="16"/>
                    <a:pt x="20" y="15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9"/>
                    <a:pt x="17" y="8"/>
                    <a:pt x="17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6" y="15"/>
                    <a:pt x="6" y="15"/>
                    <a:pt x="6" y="15"/>
                  </a:cubicBezTo>
                  <a:lnTo>
                    <a:pt x="10" y="28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7" name="Freeform 86"/>
            <p:cNvSpPr/>
            <p:nvPr userDrawn="1"/>
          </p:nvSpPr>
          <p:spPr bwMode="auto">
            <a:xfrm>
              <a:off x="8888100" y="4899884"/>
              <a:ext cx="238877" cy="171587"/>
            </a:xfrm>
            <a:custGeom>
              <a:avLst/>
              <a:gdLst>
                <a:gd name="T0" fmla="*/ 65 w 68"/>
                <a:gd name="T1" fmla="*/ 49 h 49"/>
                <a:gd name="T2" fmla="*/ 51 w 68"/>
                <a:gd name="T3" fmla="*/ 40 h 49"/>
                <a:gd name="T4" fmla="*/ 44 w 68"/>
                <a:gd name="T5" fmla="*/ 36 h 49"/>
                <a:gd name="T6" fmla="*/ 36 w 68"/>
                <a:gd name="T7" fmla="*/ 33 h 49"/>
                <a:gd name="T8" fmla="*/ 32 w 68"/>
                <a:gd name="T9" fmla="*/ 31 h 49"/>
                <a:gd name="T10" fmla="*/ 29 w 68"/>
                <a:gd name="T11" fmla="*/ 30 h 49"/>
                <a:gd name="T12" fmla="*/ 21 w 68"/>
                <a:gd name="T13" fmla="*/ 28 h 49"/>
                <a:gd name="T14" fmla="*/ 16 w 68"/>
                <a:gd name="T15" fmla="*/ 27 h 49"/>
                <a:gd name="T16" fmla="*/ 12 w 68"/>
                <a:gd name="T17" fmla="*/ 27 h 49"/>
                <a:gd name="T18" fmla="*/ 8 w 68"/>
                <a:gd name="T19" fmla="*/ 27 h 49"/>
                <a:gd name="T20" fmla="*/ 4 w 68"/>
                <a:gd name="T21" fmla="*/ 27 h 49"/>
                <a:gd name="T22" fmla="*/ 0 w 68"/>
                <a:gd name="T23" fmla="*/ 28 h 49"/>
                <a:gd name="T24" fmla="*/ 2 w 68"/>
                <a:gd name="T25" fmla="*/ 24 h 49"/>
                <a:gd name="T26" fmla="*/ 9 w 68"/>
                <a:gd name="T27" fmla="*/ 15 h 49"/>
                <a:gd name="T28" fmla="*/ 9 w 68"/>
                <a:gd name="T29" fmla="*/ 17 h 49"/>
                <a:gd name="T30" fmla="*/ 3 w 68"/>
                <a:gd name="T31" fmla="*/ 5 h 49"/>
                <a:gd name="T32" fmla="*/ 3 w 68"/>
                <a:gd name="T33" fmla="*/ 5 h 49"/>
                <a:gd name="T34" fmla="*/ 1 w 68"/>
                <a:gd name="T35" fmla="*/ 0 h 49"/>
                <a:gd name="T36" fmla="*/ 5 w 68"/>
                <a:gd name="T37" fmla="*/ 2 h 49"/>
                <a:gd name="T38" fmla="*/ 26 w 68"/>
                <a:gd name="T39" fmla="*/ 11 h 49"/>
                <a:gd name="T40" fmla="*/ 4 w 68"/>
                <a:gd name="T41" fmla="*/ 5 h 49"/>
                <a:gd name="T42" fmla="*/ 6 w 68"/>
                <a:gd name="T43" fmla="*/ 3 h 49"/>
                <a:gd name="T44" fmla="*/ 6 w 68"/>
                <a:gd name="T45" fmla="*/ 3 h 49"/>
                <a:gd name="T46" fmla="*/ 13 w 68"/>
                <a:gd name="T47" fmla="*/ 15 h 49"/>
                <a:gd name="T48" fmla="*/ 13 w 68"/>
                <a:gd name="T49" fmla="*/ 16 h 49"/>
                <a:gd name="T50" fmla="*/ 13 w 68"/>
                <a:gd name="T51" fmla="*/ 17 h 49"/>
                <a:gd name="T52" fmla="*/ 6 w 68"/>
                <a:gd name="T53" fmla="*/ 27 h 49"/>
                <a:gd name="T54" fmla="*/ 4 w 68"/>
                <a:gd name="T55" fmla="*/ 23 h 49"/>
                <a:gd name="T56" fmla="*/ 8 w 68"/>
                <a:gd name="T57" fmla="*/ 23 h 49"/>
                <a:gd name="T58" fmla="*/ 13 w 68"/>
                <a:gd name="T59" fmla="*/ 23 h 49"/>
                <a:gd name="T60" fmla="*/ 17 w 68"/>
                <a:gd name="T61" fmla="*/ 23 h 49"/>
                <a:gd name="T62" fmla="*/ 21 w 68"/>
                <a:gd name="T63" fmla="*/ 24 h 49"/>
                <a:gd name="T64" fmla="*/ 30 w 68"/>
                <a:gd name="T65" fmla="*/ 26 h 49"/>
                <a:gd name="T66" fmla="*/ 34 w 68"/>
                <a:gd name="T67" fmla="*/ 27 h 49"/>
                <a:gd name="T68" fmla="*/ 38 w 68"/>
                <a:gd name="T69" fmla="*/ 29 h 49"/>
                <a:gd name="T70" fmla="*/ 46 w 68"/>
                <a:gd name="T71" fmla="*/ 33 h 49"/>
                <a:gd name="T72" fmla="*/ 53 w 68"/>
                <a:gd name="T73" fmla="*/ 37 h 49"/>
                <a:gd name="T74" fmla="*/ 68 w 68"/>
                <a:gd name="T75" fmla="*/ 46 h 49"/>
                <a:gd name="T76" fmla="*/ 65 w 68"/>
                <a:gd name="T7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8" h="49">
                  <a:moveTo>
                    <a:pt x="65" y="49"/>
                  </a:moveTo>
                  <a:cubicBezTo>
                    <a:pt x="61" y="46"/>
                    <a:pt x="56" y="43"/>
                    <a:pt x="51" y="40"/>
                  </a:cubicBezTo>
                  <a:cubicBezTo>
                    <a:pt x="49" y="39"/>
                    <a:pt x="46" y="37"/>
                    <a:pt x="44" y="36"/>
                  </a:cubicBezTo>
                  <a:cubicBezTo>
                    <a:pt x="41" y="35"/>
                    <a:pt x="39" y="34"/>
                    <a:pt x="36" y="33"/>
                  </a:cubicBezTo>
                  <a:cubicBezTo>
                    <a:pt x="35" y="32"/>
                    <a:pt x="34" y="32"/>
                    <a:pt x="32" y="31"/>
                  </a:cubicBezTo>
                  <a:cubicBezTo>
                    <a:pt x="31" y="31"/>
                    <a:pt x="30" y="30"/>
                    <a:pt x="29" y="30"/>
                  </a:cubicBezTo>
                  <a:cubicBezTo>
                    <a:pt x="26" y="29"/>
                    <a:pt x="23" y="28"/>
                    <a:pt x="21" y="28"/>
                  </a:cubicBezTo>
                  <a:cubicBezTo>
                    <a:pt x="19" y="28"/>
                    <a:pt x="18" y="28"/>
                    <a:pt x="16" y="27"/>
                  </a:cubicBezTo>
                  <a:cubicBezTo>
                    <a:pt x="15" y="27"/>
                    <a:pt x="14" y="27"/>
                    <a:pt x="12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1" y="23"/>
                    <a:pt x="13" y="23"/>
                  </a:cubicBezTo>
                  <a:cubicBezTo>
                    <a:pt x="14" y="23"/>
                    <a:pt x="15" y="23"/>
                    <a:pt x="17" y="23"/>
                  </a:cubicBezTo>
                  <a:cubicBezTo>
                    <a:pt x="18" y="24"/>
                    <a:pt x="20" y="24"/>
                    <a:pt x="21" y="24"/>
                  </a:cubicBezTo>
                  <a:cubicBezTo>
                    <a:pt x="24" y="25"/>
                    <a:pt x="27" y="25"/>
                    <a:pt x="30" y="26"/>
                  </a:cubicBezTo>
                  <a:cubicBezTo>
                    <a:pt x="31" y="26"/>
                    <a:pt x="32" y="27"/>
                    <a:pt x="34" y="27"/>
                  </a:cubicBezTo>
                  <a:cubicBezTo>
                    <a:pt x="35" y="28"/>
                    <a:pt x="37" y="28"/>
                    <a:pt x="38" y="29"/>
                  </a:cubicBezTo>
                  <a:cubicBezTo>
                    <a:pt x="40" y="30"/>
                    <a:pt x="43" y="31"/>
                    <a:pt x="46" y="33"/>
                  </a:cubicBezTo>
                  <a:cubicBezTo>
                    <a:pt x="48" y="34"/>
                    <a:pt x="51" y="35"/>
                    <a:pt x="53" y="37"/>
                  </a:cubicBezTo>
                  <a:cubicBezTo>
                    <a:pt x="58" y="40"/>
                    <a:pt x="63" y="43"/>
                    <a:pt x="68" y="46"/>
                  </a:cubicBezTo>
                  <a:lnTo>
                    <a:pt x="65" y="49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8" name="Freeform 87"/>
            <p:cNvSpPr/>
            <p:nvPr userDrawn="1"/>
          </p:nvSpPr>
          <p:spPr bwMode="auto">
            <a:xfrm>
              <a:off x="8755204" y="4721568"/>
              <a:ext cx="171587" cy="201868"/>
            </a:xfrm>
            <a:custGeom>
              <a:avLst/>
              <a:gdLst>
                <a:gd name="T0" fmla="*/ 8 w 49"/>
                <a:gd name="T1" fmla="*/ 52 h 58"/>
                <a:gd name="T2" fmla="*/ 10 w 49"/>
                <a:gd name="T3" fmla="*/ 18 h 58"/>
                <a:gd name="T4" fmla="*/ 41 w 49"/>
                <a:gd name="T5" fmla="*/ 5 h 58"/>
                <a:gd name="T6" fmla="*/ 39 w 49"/>
                <a:gd name="T7" fmla="*/ 39 h 58"/>
                <a:gd name="T8" fmla="*/ 8 w 49"/>
                <a:gd name="T9" fmla="*/ 5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58">
                  <a:moveTo>
                    <a:pt x="8" y="52"/>
                  </a:moveTo>
                  <a:cubicBezTo>
                    <a:pt x="0" y="46"/>
                    <a:pt x="1" y="31"/>
                    <a:pt x="10" y="18"/>
                  </a:cubicBezTo>
                  <a:cubicBezTo>
                    <a:pt x="19" y="6"/>
                    <a:pt x="33" y="0"/>
                    <a:pt x="41" y="5"/>
                  </a:cubicBezTo>
                  <a:cubicBezTo>
                    <a:pt x="49" y="11"/>
                    <a:pt x="48" y="26"/>
                    <a:pt x="39" y="39"/>
                  </a:cubicBezTo>
                  <a:cubicBezTo>
                    <a:pt x="29" y="52"/>
                    <a:pt x="16" y="58"/>
                    <a:pt x="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59" name="Freeform 88"/>
            <p:cNvSpPr/>
            <p:nvPr userDrawn="1"/>
          </p:nvSpPr>
          <p:spPr bwMode="auto">
            <a:xfrm>
              <a:off x="8997445" y="4906613"/>
              <a:ext cx="87476" cy="111027"/>
            </a:xfrm>
            <a:custGeom>
              <a:avLst/>
              <a:gdLst>
                <a:gd name="T0" fmla="*/ 2 w 25"/>
                <a:gd name="T1" fmla="*/ 30 h 32"/>
                <a:gd name="T2" fmla="*/ 7 w 25"/>
                <a:gd name="T3" fmla="*/ 13 h 32"/>
                <a:gd name="T4" fmla="*/ 22 w 25"/>
                <a:gd name="T5" fmla="*/ 2 h 32"/>
                <a:gd name="T6" fmla="*/ 17 w 25"/>
                <a:gd name="T7" fmla="*/ 20 h 32"/>
                <a:gd name="T8" fmla="*/ 2 w 25"/>
                <a:gd name="T9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2">
                  <a:moveTo>
                    <a:pt x="2" y="30"/>
                  </a:moveTo>
                  <a:cubicBezTo>
                    <a:pt x="0" y="28"/>
                    <a:pt x="2" y="20"/>
                    <a:pt x="7" y="13"/>
                  </a:cubicBezTo>
                  <a:cubicBezTo>
                    <a:pt x="13" y="5"/>
                    <a:pt x="19" y="0"/>
                    <a:pt x="22" y="2"/>
                  </a:cubicBezTo>
                  <a:cubicBezTo>
                    <a:pt x="25" y="4"/>
                    <a:pt x="23" y="12"/>
                    <a:pt x="17" y="20"/>
                  </a:cubicBezTo>
                  <a:cubicBezTo>
                    <a:pt x="12" y="27"/>
                    <a:pt x="5" y="32"/>
                    <a:pt x="2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0" name="Freeform 89"/>
            <p:cNvSpPr/>
            <p:nvPr userDrawn="1"/>
          </p:nvSpPr>
          <p:spPr bwMode="auto">
            <a:xfrm>
              <a:off x="9049594" y="4928481"/>
              <a:ext cx="282615" cy="285979"/>
            </a:xfrm>
            <a:custGeom>
              <a:avLst/>
              <a:gdLst>
                <a:gd name="T0" fmla="*/ 76 w 81"/>
                <a:gd name="T1" fmla="*/ 27 h 82"/>
                <a:gd name="T2" fmla="*/ 78 w 81"/>
                <a:gd name="T3" fmla="*/ 40 h 82"/>
                <a:gd name="T4" fmla="*/ 52 w 81"/>
                <a:gd name="T5" fmla="*/ 77 h 82"/>
                <a:gd name="T6" fmla="*/ 39 w 81"/>
                <a:gd name="T7" fmla="*/ 79 h 82"/>
                <a:gd name="T8" fmla="*/ 5 w 81"/>
                <a:gd name="T9" fmla="*/ 55 h 82"/>
                <a:gd name="T10" fmla="*/ 3 w 81"/>
                <a:gd name="T11" fmla="*/ 42 h 82"/>
                <a:gd name="T12" fmla="*/ 29 w 81"/>
                <a:gd name="T13" fmla="*/ 5 h 82"/>
                <a:gd name="T14" fmla="*/ 42 w 81"/>
                <a:gd name="T15" fmla="*/ 3 h 82"/>
                <a:gd name="T16" fmla="*/ 76 w 81"/>
                <a:gd name="T17" fmla="*/ 2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82">
                  <a:moveTo>
                    <a:pt x="76" y="27"/>
                  </a:moveTo>
                  <a:cubicBezTo>
                    <a:pt x="80" y="30"/>
                    <a:pt x="81" y="36"/>
                    <a:pt x="78" y="40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49" y="81"/>
                    <a:pt x="43" y="82"/>
                    <a:pt x="39" y="79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1" y="52"/>
                    <a:pt x="0" y="47"/>
                    <a:pt x="3" y="42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2" y="1"/>
                    <a:pt x="38" y="0"/>
                    <a:pt x="42" y="3"/>
                  </a:cubicBezTo>
                  <a:lnTo>
                    <a:pt x="76" y="27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1" name="Freeform 90"/>
            <p:cNvSpPr/>
            <p:nvPr userDrawn="1"/>
          </p:nvSpPr>
          <p:spPr bwMode="auto">
            <a:xfrm>
              <a:off x="9081557" y="4965491"/>
              <a:ext cx="104298" cy="132897"/>
            </a:xfrm>
            <a:custGeom>
              <a:avLst/>
              <a:gdLst>
                <a:gd name="T0" fmla="*/ 3 w 30"/>
                <a:gd name="T1" fmla="*/ 36 h 38"/>
                <a:gd name="T2" fmla="*/ 2 w 30"/>
                <a:gd name="T3" fmla="*/ 30 h 38"/>
                <a:gd name="T4" fmla="*/ 22 w 30"/>
                <a:gd name="T5" fmla="*/ 2 h 38"/>
                <a:gd name="T6" fmla="*/ 28 w 30"/>
                <a:gd name="T7" fmla="*/ 1 h 38"/>
                <a:gd name="T8" fmla="*/ 28 w 30"/>
                <a:gd name="T9" fmla="*/ 1 h 38"/>
                <a:gd name="T10" fmla="*/ 29 w 30"/>
                <a:gd name="T11" fmla="*/ 7 h 38"/>
                <a:gd name="T12" fmla="*/ 9 w 30"/>
                <a:gd name="T13" fmla="*/ 35 h 38"/>
                <a:gd name="T14" fmla="*/ 3 w 30"/>
                <a:gd name="T15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8">
                  <a:moveTo>
                    <a:pt x="3" y="36"/>
                  </a:moveTo>
                  <a:cubicBezTo>
                    <a:pt x="1" y="35"/>
                    <a:pt x="0" y="32"/>
                    <a:pt x="2" y="3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3" y="0"/>
                    <a:pt x="26" y="0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2"/>
                    <a:pt x="30" y="5"/>
                    <a:pt x="29" y="7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7" y="37"/>
                    <a:pt x="5" y="38"/>
                    <a:pt x="3" y="36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2" name="Freeform 91"/>
            <p:cNvSpPr/>
            <p:nvPr userDrawn="1"/>
          </p:nvSpPr>
          <p:spPr bwMode="auto">
            <a:xfrm>
              <a:off x="9133705" y="5000818"/>
              <a:ext cx="114392" cy="104298"/>
            </a:xfrm>
            <a:custGeom>
              <a:avLst/>
              <a:gdLst>
                <a:gd name="T0" fmla="*/ 22 w 33"/>
                <a:gd name="T1" fmla="*/ 3 h 30"/>
                <a:gd name="T2" fmla="*/ 8 w 33"/>
                <a:gd name="T3" fmla="*/ 3 h 30"/>
                <a:gd name="T4" fmla="*/ 3 w 33"/>
                <a:gd name="T5" fmla="*/ 9 h 30"/>
                <a:gd name="T6" fmla="*/ 8 w 33"/>
                <a:gd name="T7" fmla="*/ 6 h 30"/>
                <a:gd name="T8" fmla="*/ 13 w 33"/>
                <a:gd name="T9" fmla="*/ 7 h 30"/>
                <a:gd name="T10" fmla="*/ 5 w 33"/>
                <a:gd name="T11" fmla="*/ 14 h 30"/>
                <a:gd name="T12" fmla="*/ 0 w 33"/>
                <a:gd name="T13" fmla="*/ 23 h 30"/>
                <a:gd name="T14" fmla="*/ 2 w 33"/>
                <a:gd name="T15" fmla="*/ 24 h 30"/>
                <a:gd name="T16" fmla="*/ 7 w 33"/>
                <a:gd name="T17" fmla="*/ 17 h 30"/>
                <a:gd name="T18" fmla="*/ 10 w 33"/>
                <a:gd name="T19" fmla="*/ 14 h 30"/>
                <a:gd name="T20" fmla="*/ 9 w 33"/>
                <a:gd name="T21" fmla="*/ 21 h 30"/>
                <a:gd name="T22" fmla="*/ 11 w 33"/>
                <a:gd name="T23" fmla="*/ 30 h 30"/>
                <a:gd name="T24" fmla="*/ 12 w 33"/>
                <a:gd name="T25" fmla="*/ 24 h 30"/>
                <a:gd name="T26" fmla="*/ 14 w 33"/>
                <a:gd name="T27" fmla="*/ 18 h 30"/>
                <a:gd name="T28" fmla="*/ 15 w 33"/>
                <a:gd name="T29" fmla="*/ 23 h 30"/>
                <a:gd name="T30" fmla="*/ 18 w 33"/>
                <a:gd name="T31" fmla="*/ 27 h 30"/>
                <a:gd name="T32" fmla="*/ 19 w 33"/>
                <a:gd name="T33" fmla="*/ 25 h 30"/>
                <a:gd name="T34" fmla="*/ 20 w 33"/>
                <a:gd name="T35" fmla="*/ 25 h 30"/>
                <a:gd name="T36" fmla="*/ 20 w 33"/>
                <a:gd name="T37" fmla="*/ 22 h 30"/>
                <a:gd name="T38" fmla="*/ 22 w 33"/>
                <a:gd name="T39" fmla="*/ 18 h 30"/>
                <a:gd name="T40" fmla="*/ 29 w 33"/>
                <a:gd name="T41" fmla="*/ 6 h 30"/>
                <a:gd name="T42" fmla="*/ 33 w 33"/>
                <a:gd name="T43" fmla="*/ 0 h 30"/>
                <a:gd name="T44" fmla="*/ 22 w 33"/>
                <a:gd name="T45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30">
                  <a:moveTo>
                    <a:pt x="22" y="3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4" y="9"/>
                    <a:pt x="8" y="6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5"/>
                    <a:pt x="2" y="24"/>
                  </a:cubicBezTo>
                  <a:cubicBezTo>
                    <a:pt x="4" y="23"/>
                    <a:pt x="7" y="17"/>
                    <a:pt x="7" y="17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0"/>
                    <a:pt x="13" y="29"/>
                    <a:pt x="12" y="24"/>
                  </a:cubicBezTo>
                  <a:cubicBezTo>
                    <a:pt x="11" y="21"/>
                    <a:pt x="14" y="18"/>
                    <a:pt x="14" y="18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7" y="27"/>
                    <a:pt x="18" y="27"/>
                  </a:cubicBezTo>
                  <a:cubicBezTo>
                    <a:pt x="19" y="27"/>
                    <a:pt x="19" y="25"/>
                    <a:pt x="19" y="25"/>
                  </a:cubicBezTo>
                  <a:cubicBezTo>
                    <a:pt x="19" y="25"/>
                    <a:pt x="20" y="26"/>
                    <a:pt x="20" y="25"/>
                  </a:cubicBezTo>
                  <a:cubicBezTo>
                    <a:pt x="21" y="24"/>
                    <a:pt x="20" y="22"/>
                    <a:pt x="20" y="22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31" y="12"/>
                    <a:pt x="29" y="6"/>
                  </a:cubicBezTo>
                  <a:cubicBezTo>
                    <a:pt x="29" y="5"/>
                    <a:pt x="33" y="0"/>
                    <a:pt x="33" y="0"/>
                  </a:cubicBezTo>
                  <a:lnTo>
                    <a:pt x="22" y="3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3" name="Freeform 92"/>
            <p:cNvSpPr/>
            <p:nvPr userDrawn="1"/>
          </p:nvSpPr>
          <p:spPr bwMode="auto">
            <a:xfrm>
              <a:off x="9202677" y="4406990"/>
              <a:ext cx="388596" cy="639247"/>
            </a:xfrm>
            <a:custGeom>
              <a:avLst/>
              <a:gdLst>
                <a:gd name="T0" fmla="*/ 0 w 111"/>
                <a:gd name="T1" fmla="*/ 172 h 183"/>
                <a:gd name="T2" fmla="*/ 61 w 111"/>
                <a:gd name="T3" fmla="*/ 106 h 183"/>
                <a:gd name="T4" fmla="*/ 75 w 111"/>
                <a:gd name="T5" fmla="*/ 23 h 183"/>
                <a:gd name="T6" fmla="*/ 109 w 111"/>
                <a:gd name="T7" fmla="*/ 24 h 183"/>
                <a:gd name="T8" fmla="*/ 84 w 111"/>
                <a:gd name="T9" fmla="*/ 122 h 183"/>
                <a:gd name="T10" fmla="*/ 11 w 111"/>
                <a:gd name="T11" fmla="*/ 183 h 183"/>
                <a:gd name="T12" fmla="*/ 0 w 111"/>
                <a:gd name="T13" fmla="*/ 17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83">
                  <a:moveTo>
                    <a:pt x="0" y="172"/>
                  </a:moveTo>
                  <a:cubicBezTo>
                    <a:pt x="61" y="106"/>
                    <a:pt x="61" y="106"/>
                    <a:pt x="61" y="106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107" y="0"/>
                    <a:pt x="109" y="24"/>
                  </a:cubicBezTo>
                  <a:cubicBezTo>
                    <a:pt x="111" y="48"/>
                    <a:pt x="84" y="122"/>
                    <a:pt x="84" y="122"/>
                  </a:cubicBezTo>
                  <a:cubicBezTo>
                    <a:pt x="11" y="183"/>
                    <a:pt x="11" y="183"/>
                    <a:pt x="11" y="183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4" name="Freeform 93"/>
            <p:cNvSpPr/>
            <p:nvPr userDrawn="1"/>
          </p:nvSpPr>
          <p:spPr bwMode="auto">
            <a:xfrm>
              <a:off x="8807353" y="5175770"/>
              <a:ext cx="119439" cy="100934"/>
            </a:xfrm>
            <a:custGeom>
              <a:avLst/>
              <a:gdLst>
                <a:gd name="T0" fmla="*/ 11 w 34"/>
                <a:gd name="T1" fmla="*/ 2 h 29"/>
                <a:gd name="T2" fmla="*/ 24 w 34"/>
                <a:gd name="T3" fmla="*/ 2 h 29"/>
                <a:gd name="T4" fmla="*/ 30 w 34"/>
                <a:gd name="T5" fmla="*/ 7 h 29"/>
                <a:gd name="T6" fmla="*/ 25 w 34"/>
                <a:gd name="T7" fmla="*/ 5 h 29"/>
                <a:gd name="T8" fmla="*/ 20 w 34"/>
                <a:gd name="T9" fmla="*/ 6 h 29"/>
                <a:gd name="T10" fmla="*/ 28 w 34"/>
                <a:gd name="T11" fmla="*/ 13 h 29"/>
                <a:gd name="T12" fmla="*/ 34 w 34"/>
                <a:gd name="T13" fmla="*/ 21 h 29"/>
                <a:gd name="T14" fmla="*/ 32 w 34"/>
                <a:gd name="T15" fmla="*/ 22 h 29"/>
                <a:gd name="T16" fmla="*/ 27 w 34"/>
                <a:gd name="T17" fmla="*/ 16 h 29"/>
                <a:gd name="T18" fmla="*/ 23 w 34"/>
                <a:gd name="T19" fmla="*/ 13 h 29"/>
                <a:gd name="T20" fmla="*/ 25 w 34"/>
                <a:gd name="T21" fmla="*/ 19 h 29"/>
                <a:gd name="T22" fmla="*/ 24 w 34"/>
                <a:gd name="T23" fmla="*/ 29 h 29"/>
                <a:gd name="T24" fmla="*/ 22 w 34"/>
                <a:gd name="T25" fmla="*/ 23 h 29"/>
                <a:gd name="T26" fmla="*/ 19 w 34"/>
                <a:gd name="T27" fmla="*/ 17 h 29"/>
                <a:gd name="T28" fmla="*/ 19 w 34"/>
                <a:gd name="T29" fmla="*/ 23 h 29"/>
                <a:gd name="T30" fmla="*/ 16 w 34"/>
                <a:gd name="T31" fmla="*/ 26 h 29"/>
                <a:gd name="T32" fmla="*/ 15 w 34"/>
                <a:gd name="T33" fmla="*/ 24 h 29"/>
                <a:gd name="T34" fmla="*/ 14 w 34"/>
                <a:gd name="T35" fmla="*/ 25 h 29"/>
                <a:gd name="T36" fmla="*/ 14 w 34"/>
                <a:gd name="T37" fmla="*/ 21 h 29"/>
                <a:gd name="T38" fmla="*/ 11 w 34"/>
                <a:gd name="T39" fmla="*/ 18 h 29"/>
                <a:gd name="T40" fmla="*/ 4 w 34"/>
                <a:gd name="T41" fmla="*/ 7 h 29"/>
                <a:gd name="T42" fmla="*/ 0 w 34"/>
                <a:gd name="T43" fmla="*/ 0 h 29"/>
                <a:gd name="T44" fmla="*/ 11 w 34"/>
                <a:gd name="T45" fmla="*/ 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29">
                  <a:moveTo>
                    <a:pt x="11" y="2"/>
                  </a:moveTo>
                  <a:cubicBezTo>
                    <a:pt x="24" y="2"/>
                    <a:pt x="24" y="2"/>
                    <a:pt x="24" y="2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29" y="8"/>
                    <a:pt x="25" y="5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1"/>
                    <a:pt x="34" y="23"/>
                    <a:pt x="32" y="22"/>
                  </a:cubicBezTo>
                  <a:cubicBezTo>
                    <a:pt x="30" y="21"/>
                    <a:pt x="27" y="16"/>
                    <a:pt x="27" y="16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1" y="28"/>
                    <a:pt x="22" y="23"/>
                  </a:cubicBezTo>
                  <a:cubicBezTo>
                    <a:pt x="23" y="20"/>
                    <a:pt x="19" y="17"/>
                    <a:pt x="19" y="17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7" y="27"/>
                    <a:pt x="16" y="26"/>
                  </a:cubicBezTo>
                  <a:cubicBezTo>
                    <a:pt x="15" y="26"/>
                    <a:pt x="15" y="24"/>
                    <a:pt x="15" y="24"/>
                  </a:cubicBezTo>
                  <a:cubicBezTo>
                    <a:pt x="15" y="24"/>
                    <a:pt x="15" y="25"/>
                    <a:pt x="14" y="25"/>
                  </a:cubicBezTo>
                  <a:cubicBezTo>
                    <a:pt x="13" y="24"/>
                    <a:pt x="14" y="21"/>
                    <a:pt x="14" y="2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2" y="13"/>
                    <a:pt x="4" y="7"/>
                  </a:cubicBezTo>
                  <a:cubicBezTo>
                    <a:pt x="4" y="5"/>
                    <a:pt x="0" y="0"/>
                    <a:pt x="0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5" name="Freeform 94"/>
            <p:cNvSpPr/>
            <p:nvPr userDrawn="1"/>
          </p:nvSpPr>
          <p:spPr bwMode="auto">
            <a:xfrm>
              <a:off x="7872033" y="5088294"/>
              <a:ext cx="1117001" cy="945413"/>
            </a:xfrm>
            <a:custGeom>
              <a:avLst/>
              <a:gdLst>
                <a:gd name="T0" fmla="*/ 182 w 320"/>
                <a:gd name="T1" fmla="*/ 0 h 271"/>
                <a:gd name="T2" fmla="*/ 229 w 320"/>
                <a:gd name="T3" fmla="*/ 62 h 271"/>
                <a:gd name="T4" fmla="*/ 277 w 320"/>
                <a:gd name="T5" fmla="*/ 220 h 271"/>
                <a:gd name="T6" fmla="*/ 315 w 320"/>
                <a:gd name="T7" fmla="*/ 251 h 271"/>
                <a:gd name="T8" fmla="*/ 248 w 320"/>
                <a:gd name="T9" fmla="*/ 239 h 271"/>
                <a:gd name="T10" fmla="*/ 213 w 320"/>
                <a:gd name="T11" fmla="*/ 105 h 271"/>
                <a:gd name="T12" fmla="*/ 149 w 320"/>
                <a:gd name="T13" fmla="*/ 62 h 271"/>
                <a:gd name="T14" fmla="*/ 110 w 320"/>
                <a:gd name="T15" fmla="*/ 170 h 271"/>
                <a:gd name="T16" fmla="*/ 33 w 320"/>
                <a:gd name="T17" fmla="*/ 236 h 271"/>
                <a:gd name="T18" fmla="*/ 44 w 320"/>
                <a:gd name="T19" fmla="*/ 271 h 271"/>
                <a:gd name="T20" fmla="*/ 0 w 320"/>
                <a:gd name="T21" fmla="*/ 242 h 271"/>
                <a:gd name="T22" fmla="*/ 73 w 320"/>
                <a:gd name="T23" fmla="*/ 158 h 271"/>
                <a:gd name="T24" fmla="*/ 99 w 320"/>
                <a:gd name="T25" fmla="*/ 8 h 271"/>
                <a:gd name="T26" fmla="*/ 182 w 320"/>
                <a:gd name="T2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0" h="271">
                  <a:moveTo>
                    <a:pt x="182" y="0"/>
                  </a:moveTo>
                  <a:cubicBezTo>
                    <a:pt x="182" y="0"/>
                    <a:pt x="203" y="41"/>
                    <a:pt x="229" y="62"/>
                  </a:cubicBezTo>
                  <a:cubicBezTo>
                    <a:pt x="256" y="84"/>
                    <a:pt x="277" y="220"/>
                    <a:pt x="277" y="220"/>
                  </a:cubicBezTo>
                  <a:cubicBezTo>
                    <a:pt x="277" y="220"/>
                    <a:pt x="320" y="233"/>
                    <a:pt x="315" y="251"/>
                  </a:cubicBezTo>
                  <a:cubicBezTo>
                    <a:pt x="315" y="251"/>
                    <a:pt x="293" y="263"/>
                    <a:pt x="248" y="239"/>
                  </a:cubicBezTo>
                  <a:cubicBezTo>
                    <a:pt x="248" y="239"/>
                    <a:pt x="238" y="125"/>
                    <a:pt x="213" y="105"/>
                  </a:cubicBezTo>
                  <a:cubicBezTo>
                    <a:pt x="189" y="84"/>
                    <a:pt x="149" y="62"/>
                    <a:pt x="149" y="62"/>
                  </a:cubicBezTo>
                  <a:cubicBezTo>
                    <a:pt x="110" y="170"/>
                    <a:pt x="110" y="170"/>
                    <a:pt x="110" y="170"/>
                  </a:cubicBezTo>
                  <a:cubicBezTo>
                    <a:pt x="33" y="236"/>
                    <a:pt x="33" y="236"/>
                    <a:pt x="33" y="236"/>
                  </a:cubicBezTo>
                  <a:cubicBezTo>
                    <a:pt x="33" y="236"/>
                    <a:pt x="73" y="263"/>
                    <a:pt x="44" y="271"/>
                  </a:cubicBezTo>
                  <a:cubicBezTo>
                    <a:pt x="44" y="271"/>
                    <a:pt x="3" y="262"/>
                    <a:pt x="0" y="242"/>
                  </a:cubicBezTo>
                  <a:cubicBezTo>
                    <a:pt x="73" y="158"/>
                    <a:pt x="73" y="158"/>
                    <a:pt x="73" y="158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6" name="Freeform 95"/>
            <p:cNvSpPr/>
            <p:nvPr userDrawn="1"/>
          </p:nvSpPr>
          <p:spPr bwMode="auto">
            <a:xfrm>
              <a:off x="8105863" y="4565120"/>
              <a:ext cx="762051" cy="669528"/>
            </a:xfrm>
            <a:custGeom>
              <a:avLst/>
              <a:gdLst>
                <a:gd name="T0" fmla="*/ 17 w 218"/>
                <a:gd name="T1" fmla="*/ 19 h 192"/>
                <a:gd name="T2" fmla="*/ 43 w 218"/>
                <a:gd name="T3" fmla="*/ 5 h 192"/>
                <a:gd name="T4" fmla="*/ 122 w 218"/>
                <a:gd name="T5" fmla="*/ 14 h 192"/>
                <a:gd name="T6" fmla="*/ 169 w 218"/>
                <a:gd name="T7" fmla="*/ 115 h 192"/>
                <a:gd name="T8" fmla="*/ 218 w 218"/>
                <a:gd name="T9" fmla="*/ 177 h 192"/>
                <a:gd name="T10" fmla="*/ 205 w 218"/>
                <a:gd name="T11" fmla="*/ 192 h 192"/>
                <a:gd name="T12" fmla="*/ 146 w 218"/>
                <a:gd name="T13" fmla="*/ 130 h 192"/>
                <a:gd name="T14" fmla="*/ 117 w 218"/>
                <a:gd name="T15" fmla="*/ 67 h 192"/>
                <a:gd name="T16" fmla="*/ 115 w 218"/>
                <a:gd name="T17" fmla="*/ 150 h 192"/>
                <a:gd name="T18" fmla="*/ 32 w 218"/>
                <a:gd name="T19" fmla="*/ 158 h 192"/>
                <a:gd name="T20" fmla="*/ 17 w 218"/>
                <a:gd name="T21" fmla="*/ 19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8" h="192">
                  <a:moveTo>
                    <a:pt x="17" y="19"/>
                  </a:moveTo>
                  <a:cubicBezTo>
                    <a:pt x="17" y="19"/>
                    <a:pt x="26" y="5"/>
                    <a:pt x="43" y="5"/>
                  </a:cubicBezTo>
                  <a:cubicBezTo>
                    <a:pt x="61" y="5"/>
                    <a:pt x="105" y="0"/>
                    <a:pt x="122" y="14"/>
                  </a:cubicBezTo>
                  <a:cubicBezTo>
                    <a:pt x="142" y="31"/>
                    <a:pt x="169" y="115"/>
                    <a:pt x="169" y="115"/>
                  </a:cubicBezTo>
                  <a:cubicBezTo>
                    <a:pt x="218" y="177"/>
                    <a:pt x="218" y="177"/>
                    <a:pt x="218" y="177"/>
                  </a:cubicBezTo>
                  <a:cubicBezTo>
                    <a:pt x="205" y="192"/>
                    <a:pt x="205" y="192"/>
                    <a:pt x="205" y="192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17" y="67"/>
                    <a:pt x="117" y="67"/>
                    <a:pt x="117" y="67"/>
                  </a:cubicBezTo>
                  <a:cubicBezTo>
                    <a:pt x="117" y="67"/>
                    <a:pt x="109" y="108"/>
                    <a:pt x="115" y="150"/>
                  </a:cubicBezTo>
                  <a:cubicBezTo>
                    <a:pt x="115" y="150"/>
                    <a:pt x="69" y="173"/>
                    <a:pt x="32" y="158"/>
                  </a:cubicBezTo>
                  <a:cubicBezTo>
                    <a:pt x="32" y="158"/>
                    <a:pt x="0" y="43"/>
                    <a:pt x="17" y="19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7" name="Freeform 96"/>
            <p:cNvSpPr/>
            <p:nvPr userDrawn="1"/>
          </p:nvSpPr>
          <p:spPr bwMode="auto">
            <a:xfrm>
              <a:off x="8319506" y="4516336"/>
              <a:ext cx="142990" cy="185045"/>
            </a:xfrm>
            <a:custGeom>
              <a:avLst/>
              <a:gdLst>
                <a:gd name="T0" fmla="*/ 35 w 85"/>
                <a:gd name="T1" fmla="*/ 0 h 110"/>
                <a:gd name="T2" fmla="*/ 0 w 85"/>
                <a:gd name="T3" fmla="*/ 52 h 110"/>
                <a:gd name="T4" fmla="*/ 31 w 85"/>
                <a:gd name="T5" fmla="*/ 110 h 110"/>
                <a:gd name="T6" fmla="*/ 85 w 85"/>
                <a:gd name="T7" fmla="*/ 74 h 110"/>
                <a:gd name="T8" fmla="*/ 35 w 85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10">
                  <a:moveTo>
                    <a:pt x="35" y="0"/>
                  </a:moveTo>
                  <a:lnTo>
                    <a:pt x="0" y="52"/>
                  </a:lnTo>
                  <a:lnTo>
                    <a:pt x="31" y="110"/>
                  </a:lnTo>
                  <a:lnTo>
                    <a:pt x="85" y="74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8" name="Freeform 97"/>
            <p:cNvSpPr/>
            <p:nvPr userDrawn="1"/>
          </p:nvSpPr>
          <p:spPr bwMode="auto">
            <a:xfrm>
              <a:off x="8349786" y="4698016"/>
              <a:ext cx="87476" cy="422240"/>
            </a:xfrm>
            <a:custGeom>
              <a:avLst/>
              <a:gdLst>
                <a:gd name="T0" fmla="*/ 0 w 52"/>
                <a:gd name="T1" fmla="*/ 0 h 251"/>
                <a:gd name="T2" fmla="*/ 15 w 52"/>
                <a:gd name="T3" fmla="*/ 35 h 251"/>
                <a:gd name="T4" fmla="*/ 2 w 52"/>
                <a:gd name="T5" fmla="*/ 222 h 251"/>
                <a:gd name="T6" fmla="*/ 29 w 52"/>
                <a:gd name="T7" fmla="*/ 251 h 251"/>
                <a:gd name="T8" fmla="*/ 52 w 52"/>
                <a:gd name="T9" fmla="*/ 209 h 251"/>
                <a:gd name="T10" fmla="*/ 29 w 52"/>
                <a:gd name="T11" fmla="*/ 33 h 251"/>
                <a:gd name="T12" fmla="*/ 38 w 52"/>
                <a:gd name="T13" fmla="*/ 6 h 251"/>
                <a:gd name="T14" fmla="*/ 0 w 52"/>
                <a:gd name="T15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51">
                  <a:moveTo>
                    <a:pt x="0" y="0"/>
                  </a:moveTo>
                  <a:lnTo>
                    <a:pt x="15" y="35"/>
                  </a:lnTo>
                  <a:lnTo>
                    <a:pt x="2" y="222"/>
                  </a:lnTo>
                  <a:lnTo>
                    <a:pt x="29" y="251"/>
                  </a:lnTo>
                  <a:lnTo>
                    <a:pt x="52" y="209"/>
                  </a:lnTo>
                  <a:lnTo>
                    <a:pt x="29" y="33"/>
                  </a:lnTo>
                  <a:lnTo>
                    <a:pt x="3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69" name="Freeform 98"/>
            <p:cNvSpPr/>
            <p:nvPr userDrawn="1"/>
          </p:nvSpPr>
          <p:spPr bwMode="auto">
            <a:xfrm>
              <a:off x="8280815" y="4565120"/>
              <a:ext cx="163177" cy="178316"/>
            </a:xfrm>
            <a:custGeom>
              <a:avLst/>
              <a:gdLst>
                <a:gd name="T0" fmla="*/ 58 w 97"/>
                <a:gd name="T1" fmla="*/ 83 h 106"/>
                <a:gd name="T2" fmla="*/ 33 w 97"/>
                <a:gd name="T3" fmla="*/ 99 h 106"/>
                <a:gd name="T4" fmla="*/ 0 w 97"/>
                <a:gd name="T5" fmla="*/ 8 h 106"/>
                <a:gd name="T6" fmla="*/ 35 w 97"/>
                <a:gd name="T7" fmla="*/ 0 h 106"/>
                <a:gd name="T8" fmla="*/ 58 w 97"/>
                <a:gd name="T9" fmla="*/ 77 h 106"/>
                <a:gd name="T10" fmla="*/ 97 w 97"/>
                <a:gd name="T11" fmla="*/ 35 h 106"/>
                <a:gd name="T12" fmla="*/ 83 w 97"/>
                <a:gd name="T13" fmla="*/ 106 h 106"/>
                <a:gd name="T14" fmla="*/ 58 w 97"/>
                <a:gd name="T15" fmla="*/ 8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" h="106">
                  <a:moveTo>
                    <a:pt x="58" y="83"/>
                  </a:moveTo>
                  <a:lnTo>
                    <a:pt x="33" y="99"/>
                  </a:lnTo>
                  <a:lnTo>
                    <a:pt x="0" y="8"/>
                  </a:lnTo>
                  <a:lnTo>
                    <a:pt x="35" y="0"/>
                  </a:lnTo>
                  <a:lnTo>
                    <a:pt x="58" y="77"/>
                  </a:lnTo>
                  <a:lnTo>
                    <a:pt x="97" y="35"/>
                  </a:lnTo>
                  <a:lnTo>
                    <a:pt x="83" y="106"/>
                  </a:lnTo>
                  <a:lnTo>
                    <a:pt x="58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0" name="Freeform 99"/>
            <p:cNvSpPr/>
            <p:nvPr userDrawn="1"/>
          </p:nvSpPr>
          <p:spPr bwMode="auto">
            <a:xfrm>
              <a:off x="8336328" y="4400261"/>
              <a:ext cx="213644" cy="289344"/>
            </a:xfrm>
            <a:custGeom>
              <a:avLst/>
              <a:gdLst>
                <a:gd name="T0" fmla="*/ 29 w 61"/>
                <a:gd name="T1" fmla="*/ 83 h 83"/>
                <a:gd name="T2" fmla="*/ 2 w 61"/>
                <a:gd name="T3" fmla="*/ 40 h 83"/>
                <a:gd name="T4" fmla="*/ 41 w 61"/>
                <a:gd name="T5" fmla="*/ 11 h 83"/>
                <a:gd name="T6" fmla="*/ 57 w 61"/>
                <a:gd name="T7" fmla="*/ 54 h 83"/>
                <a:gd name="T8" fmla="*/ 29 w 6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83">
                  <a:moveTo>
                    <a:pt x="29" y="83"/>
                  </a:moveTo>
                  <a:cubicBezTo>
                    <a:pt x="18" y="83"/>
                    <a:pt x="0" y="59"/>
                    <a:pt x="2" y="40"/>
                  </a:cubicBezTo>
                  <a:cubicBezTo>
                    <a:pt x="5" y="21"/>
                    <a:pt x="14" y="0"/>
                    <a:pt x="41" y="11"/>
                  </a:cubicBezTo>
                  <a:cubicBezTo>
                    <a:pt x="61" y="18"/>
                    <a:pt x="61" y="42"/>
                    <a:pt x="57" y="54"/>
                  </a:cubicBezTo>
                  <a:cubicBezTo>
                    <a:pt x="54" y="66"/>
                    <a:pt x="43" y="82"/>
                    <a:pt x="29" y="83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1" name="Freeform 100"/>
            <p:cNvSpPr/>
            <p:nvPr userDrawn="1"/>
          </p:nvSpPr>
          <p:spPr bwMode="auto">
            <a:xfrm>
              <a:off x="8322870" y="4406990"/>
              <a:ext cx="237195" cy="206915"/>
            </a:xfrm>
            <a:custGeom>
              <a:avLst/>
              <a:gdLst>
                <a:gd name="T0" fmla="*/ 63 w 68"/>
                <a:gd name="T1" fmla="*/ 35 h 59"/>
                <a:gd name="T2" fmla="*/ 60 w 68"/>
                <a:gd name="T3" fmla="*/ 31 h 59"/>
                <a:gd name="T4" fmla="*/ 21 w 68"/>
                <a:gd name="T5" fmla="*/ 48 h 59"/>
                <a:gd name="T6" fmla="*/ 13 w 68"/>
                <a:gd name="T7" fmla="*/ 41 h 59"/>
                <a:gd name="T8" fmla="*/ 11 w 68"/>
                <a:gd name="T9" fmla="*/ 59 h 59"/>
                <a:gd name="T10" fmla="*/ 5 w 68"/>
                <a:gd name="T11" fmla="*/ 45 h 59"/>
                <a:gd name="T12" fmla="*/ 27 w 68"/>
                <a:gd name="T13" fmla="*/ 3 h 59"/>
                <a:gd name="T14" fmla="*/ 63 w 68"/>
                <a:gd name="T15" fmla="*/ 3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59">
                  <a:moveTo>
                    <a:pt x="63" y="35"/>
                  </a:moveTo>
                  <a:cubicBezTo>
                    <a:pt x="60" y="31"/>
                    <a:pt x="60" y="31"/>
                    <a:pt x="60" y="31"/>
                  </a:cubicBezTo>
                  <a:cubicBezTo>
                    <a:pt x="53" y="53"/>
                    <a:pt x="29" y="27"/>
                    <a:pt x="21" y="48"/>
                  </a:cubicBezTo>
                  <a:cubicBezTo>
                    <a:pt x="21" y="48"/>
                    <a:pt x="17" y="35"/>
                    <a:pt x="13" y="41"/>
                  </a:cubicBezTo>
                  <a:cubicBezTo>
                    <a:pt x="9" y="46"/>
                    <a:pt x="11" y="59"/>
                    <a:pt x="11" y="59"/>
                  </a:cubicBezTo>
                  <a:cubicBezTo>
                    <a:pt x="11" y="59"/>
                    <a:pt x="4" y="52"/>
                    <a:pt x="5" y="45"/>
                  </a:cubicBezTo>
                  <a:cubicBezTo>
                    <a:pt x="6" y="38"/>
                    <a:pt x="0" y="6"/>
                    <a:pt x="27" y="3"/>
                  </a:cubicBezTo>
                  <a:cubicBezTo>
                    <a:pt x="54" y="0"/>
                    <a:pt x="68" y="13"/>
                    <a:pt x="63" y="35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2" name="Freeform 101"/>
            <p:cNvSpPr/>
            <p:nvPr userDrawn="1"/>
          </p:nvSpPr>
          <p:spPr bwMode="auto">
            <a:xfrm>
              <a:off x="8364927" y="5133714"/>
              <a:ext cx="58879" cy="52150"/>
            </a:xfrm>
            <a:custGeom>
              <a:avLst/>
              <a:gdLst>
                <a:gd name="T0" fmla="*/ 0 w 17"/>
                <a:gd name="T1" fmla="*/ 4 h 15"/>
                <a:gd name="T2" fmla="*/ 1 w 17"/>
                <a:gd name="T3" fmla="*/ 11 h 15"/>
                <a:gd name="T4" fmla="*/ 17 w 17"/>
                <a:gd name="T5" fmla="*/ 10 h 15"/>
                <a:gd name="T6" fmla="*/ 16 w 17"/>
                <a:gd name="T7" fmla="*/ 0 h 15"/>
                <a:gd name="T8" fmla="*/ 0 w 17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4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5" y="15"/>
                    <a:pt x="17" y="1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2"/>
                    <a:pt x="0" y="4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3" name="Freeform 102"/>
            <p:cNvSpPr/>
            <p:nvPr userDrawn="1"/>
          </p:nvSpPr>
          <p:spPr bwMode="auto">
            <a:xfrm>
              <a:off x="8255581" y="5182499"/>
              <a:ext cx="639247" cy="359997"/>
            </a:xfrm>
            <a:custGeom>
              <a:avLst/>
              <a:gdLst>
                <a:gd name="T0" fmla="*/ 0 w 380"/>
                <a:gd name="T1" fmla="*/ 31 h 214"/>
                <a:gd name="T2" fmla="*/ 150 w 380"/>
                <a:gd name="T3" fmla="*/ 214 h 214"/>
                <a:gd name="T4" fmla="*/ 380 w 380"/>
                <a:gd name="T5" fmla="*/ 166 h 214"/>
                <a:gd name="T6" fmla="*/ 214 w 380"/>
                <a:gd name="T7" fmla="*/ 0 h 214"/>
                <a:gd name="T8" fmla="*/ 0 w 380"/>
                <a:gd name="T9" fmla="*/ 3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0" h="214">
                  <a:moveTo>
                    <a:pt x="0" y="31"/>
                  </a:moveTo>
                  <a:lnTo>
                    <a:pt x="150" y="214"/>
                  </a:lnTo>
                  <a:lnTo>
                    <a:pt x="380" y="166"/>
                  </a:lnTo>
                  <a:lnTo>
                    <a:pt x="214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4" name="Freeform 103"/>
            <p:cNvSpPr/>
            <p:nvPr userDrawn="1"/>
          </p:nvSpPr>
          <p:spPr bwMode="auto">
            <a:xfrm>
              <a:off x="7954462" y="5234647"/>
              <a:ext cx="553454" cy="750275"/>
            </a:xfrm>
            <a:custGeom>
              <a:avLst/>
              <a:gdLst>
                <a:gd name="T0" fmla="*/ 329 w 329"/>
                <a:gd name="T1" fmla="*/ 183 h 446"/>
                <a:gd name="T2" fmla="*/ 115 w 329"/>
                <a:gd name="T3" fmla="*/ 446 h 446"/>
                <a:gd name="T4" fmla="*/ 0 w 329"/>
                <a:gd name="T5" fmla="*/ 295 h 446"/>
                <a:gd name="T6" fmla="*/ 179 w 329"/>
                <a:gd name="T7" fmla="*/ 0 h 446"/>
                <a:gd name="T8" fmla="*/ 329 w 329"/>
                <a:gd name="T9" fmla="*/ 183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446">
                  <a:moveTo>
                    <a:pt x="329" y="183"/>
                  </a:moveTo>
                  <a:lnTo>
                    <a:pt x="115" y="446"/>
                  </a:lnTo>
                  <a:lnTo>
                    <a:pt x="0" y="295"/>
                  </a:lnTo>
                  <a:lnTo>
                    <a:pt x="179" y="0"/>
                  </a:lnTo>
                  <a:lnTo>
                    <a:pt x="329" y="183"/>
                  </a:lnTo>
                  <a:close/>
                </a:path>
              </a:pathLst>
            </a:custGeom>
            <a:solidFill>
              <a:srgbClr val="D62D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5" name="Freeform 104"/>
            <p:cNvSpPr/>
            <p:nvPr userDrawn="1"/>
          </p:nvSpPr>
          <p:spPr bwMode="auto">
            <a:xfrm>
              <a:off x="8147918" y="5461749"/>
              <a:ext cx="746910" cy="523174"/>
            </a:xfrm>
            <a:custGeom>
              <a:avLst/>
              <a:gdLst>
                <a:gd name="T0" fmla="*/ 0 w 444"/>
                <a:gd name="T1" fmla="*/ 311 h 311"/>
                <a:gd name="T2" fmla="*/ 214 w 444"/>
                <a:gd name="T3" fmla="*/ 276 h 311"/>
                <a:gd name="T4" fmla="*/ 444 w 444"/>
                <a:gd name="T5" fmla="*/ 0 h 311"/>
                <a:gd name="T6" fmla="*/ 214 w 444"/>
                <a:gd name="T7" fmla="*/ 48 h 311"/>
                <a:gd name="T8" fmla="*/ 0 w 444"/>
                <a:gd name="T9" fmla="*/ 311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4" h="311">
                  <a:moveTo>
                    <a:pt x="0" y="311"/>
                  </a:moveTo>
                  <a:lnTo>
                    <a:pt x="214" y="276"/>
                  </a:lnTo>
                  <a:lnTo>
                    <a:pt x="444" y="0"/>
                  </a:lnTo>
                  <a:lnTo>
                    <a:pt x="214" y="48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BE1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6" name="Freeform 105"/>
            <p:cNvSpPr/>
            <p:nvPr userDrawn="1"/>
          </p:nvSpPr>
          <p:spPr bwMode="auto">
            <a:xfrm>
              <a:off x="8507916" y="5461749"/>
              <a:ext cx="719995" cy="311213"/>
            </a:xfrm>
            <a:custGeom>
              <a:avLst/>
              <a:gdLst>
                <a:gd name="T0" fmla="*/ 0 w 428"/>
                <a:gd name="T1" fmla="*/ 48 h 185"/>
                <a:gd name="T2" fmla="*/ 230 w 428"/>
                <a:gd name="T3" fmla="*/ 185 h 185"/>
                <a:gd name="T4" fmla="*/ 428 w 428"/>
                <a:gd name="T5" fmla="*/ 112 h 185"/>
                <a:gd name="T6" fmla="*/ 230 w 428"/>
                <a:gd name="T7" fmla="*/ 0 h 185"/>
                <a:gd name="T8" fmla="*/ 0 w 428"/>
                <a:gd name="T9" fmla="*/ 48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8" h="185">
                  <a:moveTo>
                    <a:pt x="0" y="48"/>
                  </a:moveTo>
                  <a:lnTo>
                    <a:pt x="230" y="185"/>
                  </a:lnTo>
                  <a:lnTo>
                    <a:pt x="428" y="112"/>
                  </a:lnTo>
                  <a:lnTo>
                    <a:pt x="230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7" name="Freeform 106"/>
            <p:cNvSpPr/>
            <p:nvPr userDrawn="1"/>
          </p:nvSpPr>
          <p:spPr bwMode="auto">
            <a:xfrm>
              <a:off x="8894829" y="5542496"/>
              <a:ext cx="385231" cy="230466"/>
            </a:xfrm>
            <a:custGeom>
              <a:avLst/>
              <a:gdLst>
                <a:gd name="T0" fmla="*/ 0 w 110"/>
                <a:gd name="T1" fmla="*/ 66 h 66"/>
                <a:gd name="T2" fmla="*/ 47 w 110"/>
                <a:gd name="T3" fmla="*/ 20 h 66"/>
                <a:gd name="T4" fmla="*/ 95 w 110"/>
                <a:gd name="T5" fmla="*/ 31 h 66"/>
                <a:gd name="T6" fmla="*/ 0 w 110"/>
                <a:gd name="T7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66">
                  <a:moveTo>
                    <a:pt x="0" y="66"/>
                  </a:moveTo>
                  <a:cubicBezTo>
                    <a:pt x="0" y="66"/>
                    <a:pt x="1" y="34"/>
                    <a:pt x="47" y="20"/>
                  </a:cubicBezTo>
                  <a:cubicBezTo>
                    <a:pt x="110" y="0"/>
                    <a:pt x="95" y="31"/>
                    <a:pt x="95" y="31"/>
                  </a:cubicBezTo>
                  <a:lnTo>
                    <a:pt x="0" y="66"/>
                  </a:lnTo>
                  <a:close/>
                </a:path>
              </a:pathLst>
            </a:custGeom>
            <a:solidFill>
              <a:srgbClr val="BE1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8" name="Freeform 107"/>
            <p:cNvSpPr/>
            <p:nvPr userDrawn="1"/>
          </p:nvSpPr>
          <p:spPr bwMode="auto">
            <a:xfrm>
              <a:off x="8615578" y="5105116"/>
              <a:ext cx="356633" cy="356633"/>
            </a:xfrm>
            <a:custGeom>
              <a:avLst/>
              <a:gdLst>
                <a:gd name="T0" fmla="*/ 0 w 212"/>
                <a:gd name="T1" fmla="*/ 46 h 212"/>
                <a:gd name="T2" fmla="*/ 85 w 212"/>
                <a:gd name="T3" fmla="*/ 0 h 212"/>
                <a:gd name="T4" fmla="*/ 212 w 212"/>
                <a:gd name="T5" fmla="*/ 127 h 212"/>
                <a:gd name="T6" fmla="*/ 166 w 212"/>
                <a:gd name="T7" fmla="*/ 212 h 212"/>
                <a:gd name="T8" fmla="*/ 0 w 212"/>
                <a:gd name="T9" fmla="*/ 4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212">
                  <a:moveTo>
                    <a:pt x="0" y="46"/>
                  </a:moveTo>
                  <a:lnTo>
                    <a:pt x="85" y="0"/>
                  </a:lnTo>
                  <a:lnTo>
                    <a:pt x="212" y="127"/>
                  </a:lnTo>
                  <a:lnTo>
                    <a:pt x="166" y="21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79" name="Freeform 108"/>
            <p:cNvSpPr/>
            <p:nvPr userDrawn="1"/>
          </p:nvSpPr>
          <p:spPr bwMode="auto">
            <a:xfrm>
              <a:off x="8147918" y="5207732"/>
              <a:ext cx="359997" cy="334764"/>
            </a:xfrm>
            <a:custGeom>
              <a:avLst/>
              <a:gdLst>
                <a:gd name="T0" fmla="*/ 214 w 214"/>
                <a:gd name="T1" fmla="*/ 199 h 199"/>
                <a:gd name="T2" fmla="*/ 141 w 214"/>
                <a:gd name="T3" fmla="*/ 172 h 199"/>
                <a:gd name="T4" fmla="*/ 0 w 214"/>
                <a:gd name="T5" fmla="*/ 0 h 199"/>
                <a:gd name="T6" fmla="*/ 64 w 214"/>
                <a:gd name="T7" fmla="*/ 16 h 199"/>
                <a:gd name="T8" fmla="*/ 214 w 214"/>
                <a:gd name="T9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199">
                  <a:moveTo>
                    <a:pt x="214" y="199"/>
                  </a:moveTo>
                  <a:lnTo>
                    <a:pt x="141" y="172"/>
                  </a:lnTo>
                  <a:lnTo>
                    <a:pt x="0" y="0"/>
                  </a:lnTo>
                  <a:lnTo>
                    <a:pt x="64" y="16"/>
                  </a:lnTo>
                  <a:lnTo>
                    <a:pt x="214" y="199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0" name="Freeform 109"/>
            <p:cNvSpPr/>
            <p:nvPr userDrawn="1"/>
          </p:nvSpPr>
          <p:spPr bwMode="auto">
            <a:xfrm>
              <a:off x="8423804" y="5182499"/>
              <a:ext cx="471024" cy="359997"/>
            </a:xfrm>
            <a:custGeom>
              <a:avLst/>
              <a:gdLst>
                <a:gd name="T0" fmla="*/ 114 w 280"/>
                <a:gd name="T1" fmla="*/ 0 h 214"/>
                <a:gd name="T2" fmla="*/ 0 w 280"/>
                <a:gd name="T3" fmla="*/ 151 h 214"/>
                <a:gd name="T4" fmla="*/ 50 w 280"/>
                <a:gd name="T5" fmla="*/ 214 h 214"/>
                <a:gd name="T6" fmla="*/ 280 w 280"/>
                <a:gd name="T7" fmla="*/ 166 h 214"/>
                <a:gd name="T8" fmla="*/ 114 w 280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214">
                  <a:moveTo>
                    <a:pt x="114" y="0"/>
                  </a:moveTo>
                  <a:lnTo>
                    <a:pt x="0" y="151"/>
                  </a:lnTo>
                  <a:lnTo>
                    <a:pt x="50" y="214"/>
                  </a:lnTo>
                  <a:lnTo>
                    <a:pt x="280" y="166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6D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1" name="Freeform 110"/>
            <p:cNvSpPr/>
            <p:nvPr userDrawn="1"/>
          </p:nvSpPr>
          <p:spPr bwMode="auto">
            <a:xfrm>
              <a:off x="8206797" y="5248105"/>
              <a:ext cx="100934" cy="116074"/>
            </a:xfrm>
            <a:custGeom>
              <a:avLst/>
              <a:gdLst>
                <a:gd name="T0" fmla="*/ 10 w 29"/>
                <a:gd name="T1" fmla="*/ 4 h 33"/>
                <a:gd name="T2" fmla="*/ 23 w 29"/>
                <a:gd name="T3" fmla="*/ 7 h 33"/>
                <a:gd name="T4" fmla="*/ 28 w 29"/>
                <a:gd name="T5" fmla="*/ 13 h 33"/>
                <a:gd name="T6" fmla="*/ 23 w 29"/>
                <a:gd name="T7" fmla="*/ 10 h 33"/>
                <a:gd name="T8" fmla="*/ 18 w 29"/>
                <a:gd name="T9" fmla="*/ 10 h 33"/>
                <a:gd name="T10" fmla="*/ 25 w 29"/>
                <a:gd name="T11" fmla="*/ 18 h 33"/>
                <a:gd name="T12" fmla="*/ 29 w 29"/>
                <a:gd name="T13" fmla="*/ 28 h 33"/>
                <a:gd name="T14" fmla="*/ 27 w 29"/>
                <a:gd name="T15" fmla="*/ 28 h 33"/>
                <a:gd name="T16" fmla="*/ 23 w 29"/>
                <a:gd name="T17" fmla="*/ 21 h 33"/>
                <a:gd name="T18" fmla="*/ 20 w 29"/>
                <a:gd name="T19" fmla="*/ 18 h 33"/>
                <a:gd name="T20" fmla="*/ 21 w 29"/>
                <a:gd name="T21" fmla="*/ 24 h 33"/>
                <a:gd name="T22" fmla="*/ 18 w 29"/>
                <a:gd name="T23" fmla="*/ 33 h 33"/>
                <a:gd name="T24" fmla="*/ 17 w 29"/>
                <a:gd name="T25" fmla="*/ 27 h 33"/>
                <a:gd name="T26" fmla="*/ 16 w 29"/>
                <a:gd name="T27" fmla="*/ 21 h 33"/>
                <a:gd name="T28" fmla="*/ 14 w 29"/>
                <a:gd name="T29" fmla="*/ 26 h 33"/>
                <a:gd name="T30" fmla="*/ 10 w 29"/>
                <a:gd name="T31" fmla="*/ 29 h 33"/>
                <a:gd name="T32" fmla="*/ 10 w 29"/>
                <a:gd name="T33" fmla="*/ 27 h 33"/>
                <a:gd name="T34" fmla="*/ 9 w 29"/>
                <a:gd name="T35" fmla="*/ 27 h 33"/>
                <a:gd name="T36" fmla="*/ 9 w 29"/>
                <a:gd name="T37" fmla="*/ 24 h 33"/>
                <a:gd name="T38" fmla="*/ 8 w 29"/>
                <a:gd name="T39" fmla="*/ 19 h 33"/>
                <a:gd name="T40" fmla="*/ 2 w 29"/>
                <a:gd name="T41" fmla="*/ 7 h 33"/>
                <a:gd name="T42" fmla="*/ 0 w 29"/>
                <a:gd name="T43" fmla="*/ 0 h 33"/>
                <a:gd name="T44" fmla="*/ 10 w 29"/>
                <a:gd name="T45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" h="33">
                  <a:moveTo>
                    <a:pt x="10" y="4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4"/>
                    <a:pt x="23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8"/>
                    <a:pt x="28" y="30"/>
                    <a:pt x="27" y="28"/>
                  </a:cubicBezTo>
                  <a:cubicBezTo>
                    <a:pt x="25" y="27"/>
                    <a:pt x="23" y="21"/>
                    <a:pt x="23" y="21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5" y="32"/>
                    <a:pt x="17" y="27"/>
                  </a:cubicBezTo>
                  <a:cubicBezTo>
                    <a:pt x="18" y="24"/>
                    <a:pt x="16" y="21"/>
                    <a:pt x="16" y="21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2" y="30"/>
                    <a:pt x="10" y="29"/>
                  </a:cubicBezTo>
                  <a:cubicBezTo>
                    <a:pt x="9" y="29"/>
                    <a:pt x="10" y="27"/>
                    <a:pt x="10" y="27"/>
                  </a:cubicBezTo>
                  <a:cubicBezTo>
                    <a:pt x="10" y="27"/>
                    <a:pt x="9" y="28"/>
                    <a:pt x="9" y="27"/>
                  </a:cubicBezTo>
                  <a:cubicBezTo>
                    <a:pt x="8" y="26"/>
                    <a:pt x="9" y="24"/>
                    <a:pt x="9" y="24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0" y="13"/>
                    <a:pt x="2" y="7"/>
                  </a:cubicBezTo>
                  <a:cubicBezTo>
                    <a:pt x="3" y="5"/>
                    <a:pt x="0" y="0"/>
                    <a:pt x="0" y="0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2" name="Freeform 111"/>
            <p:cNvSpPr/>
            <p:nvPr userDrawn="1"/>
          </p:nvSpPr>
          <p:spPr bwMode="auto">
            <a:xfrm>
              <a:off x="8126050" y="4533158"/>
              <a:ext cx="151401" cy="743546"/>
            </a:xfrm>
            <a:custGeom>
              <a:avLst/>
              <a:gdLst>
                <a:gd name="T0" fmla="*/ 42 w 43"/>
                <a:gd name="T1" fmla="*/ 41 h 213"/>
                <a:gd name="T2" fmla="*/ 30 w 43"/>
                <a:gd name="T3" fmla="*/ 121 h 213"/>
                <a:gd name="T4" fmla="*/ 37 w 43"/>
                <a:gd name="T5" fmla="*/ 208 h 213"/>
                <a:gd name="T6" fmla="*/ 22 w 43"/>
                <a:gd name="T7" fmla="*/ 213 h 213"/>
                <a:gd name="T8" fmla="*/ 0 w 43"/>
                <a:gd name="T9" fmla="*/ 126 h 213"/>
                <a:gd name="T10" fmla="*/ 6 w 43"/>
                <a:gd name="T11" fmla="*/ 37 h 213"/>
                <a:gd name="T12" fmla="*/ 42 w 43"/>
                <a:gd name="T13" fmla="*/ 41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213">
                  <a:moveTo>
                    <a:pt x="42" y="41"/>
                  </a:moveTo>
                  <a:cubicBezTo>
                    <a:pt x="43" y="57"/>
                    <a:pt x="30" y="121"/>
                    <a:pt x="30" y="121"/>
                  </a:cubicBezTo>
                  <a:cubicBezTo>
                    <a:pt x="37" y="208"/>
                    <a:pt x="37" y="208"/>
                    <a:pt x="37" y="208"/>
                  </a:cubicBezTo>
                  <a:cubicBezTo>
                    <a:pt x="22" y="213"/>
                    <a:pt x="22" y="213"/>
                    <a:pt x="22" y="213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6"/>
                    <a:pt x="2" y="58"/>
                    <a:pt x="6" y="37"/>
                  </a:cubicBezTo>
                  <a:cubicBezTo>
                    <a:pt x="8" y="27"/>
                    <a:pt x="40" y="0"/>
                    <a:pt x="42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3" name="Freeform 112"/>
            <p:cNvSpPr/>
            <p:nvPr userDrawn="1"/>
          </p:nvSpPr>
          <p:spPr bwMode="auto">
            <a:xfrm>
              <a:off x="10191829" y="4127740"/>
              <a:ext cx="80747" cy="223737"/>
            </a:xfrm>
            <a:custGeom>
              <a:avLst/>
              <a:gdLst>
                <a:gd name="T0" fmla="*/ 10 w 23"/>
                <a:gd name="T1" fmla="*/ 50 h 64"/>
                <a:gd name="T2" fmla="*/ 2 w 23"/>
                <a:gd name="T3" fmla="*/ 43 h 64"/>
                <a:gd name="T4" fmla="*/ 8 w 23"/>
                <a:gd name="T5" fmla="*/ 0 h 64"/>
                <a:gd name="T6" fmla="*/ 15 w 23"/>
                <a:gd name="T7" fmla="*/ 17 h 64"/>
                <a:gd name="T8" fmla="*/ 16 w 23"/>
                <a:gd name="T9" fmla="*/ 39 h 64"/>
                <a:gd name="T10" fmla="*/ 23 w 23"/>
                <a:gd name="T11" fmla="*/ 64 h 64"/>
                <a:gd name="T12" fmla="*/ 10 w 23"/>
                <a:gd name="T13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4">
                  <a:moveTo>
                    <a:pt x="10" y="50"/>
                  </a:moveTo>
                  <a:cubicBezTo>
                    <a:pt x="10" y="50"/>
                    <a:pt x="3" y="46"/>
                    <a:pt x="2" y="43"/>
                  </a:cubicBezTo>
                  <a:cubicBezTo>
                    <a:pt x="0" y="33"/>
                    <a:pt x="8" y="0"/>
                    <a:pt x="8" y="0"/>
                  </a:cubicBezTo>
                  <a:cubicBezTo>
                    <a:pt x="8" y="0"/>
                    <a:pt x="11" y="13"/>
                    <a:pt x="15" y="17"/>
                  </a:cubicBezTo>
                  <a:cubicBezTo>
                    <a:pt x="19" y="22"/>
                    <a:pt x="14" y="35"/>
                    <a:pt x="16" y="39"/>
                  </a:cubicBezTo>
                  <a:cubicBezTo>
                    <a:pt x="19" y="43"/>
                    <a:pt x="23" y="64"/>
                    <a:pt x="23" y="64"/>
                  </a:cubicBezTo>
                  <a:lnTo>
                    <a:pt x="10" y="50"/>
                  </a:ln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4" name="Freeform 113"/>
            <p:cNvSpPr/>
            <p:nvPr userDrawn="1"/>
          </p:nvSpPr>
          <p:spPr bwMode="auto">
            <a:xfrm>
              <a:off x="9818374" y="4082320"/>
              <a:ext cx="255699" cy="269157"/>
            </a:xfrm>
            <a:custGeom>
              <a:avLst/>
              <a:gdLst>
                <a:gd name="T0" fmla="*/ 5 w 73"/>
                <a:gd name="T1" fmla="*/ 37 h 77"/>
                <a:gd name="T2" fmla="*/ 32 w 73"/>
                <a:gd name="T3" fmla="*/ 60 h 77"/>
                <a:gd name="T4" fmla="*/ 36 w 73"/>
                <a:gd name="T5" fmla="*/ 77 h 77"/>
                <a:gd name="T6" fmla="*/ 60 w 73"/>
                <a:gd name="T7" fmla="*/ 72 h 77"/>
                <a:gd name="T8" fmla="*/ 72 w 73"/>
                <a:gd name="T9" fmla="*/ 34 h 77"/>
                <a:gd name="T10" fmla="*/ 73 w 73"/>
                <a:gd name="T11" fmla="*/ 28 h 77"/>
                <a:gd name="T12" fmla="*/ 32 w 73"/>
                <a:gd name="T13" fmla="*/ 0 h 77"/>
                <a:gd name="T14" fmla="*/ 27 w 73"/>
                <a:gd name="T15" fmla="*/ 0 h 77"/>
                <a:gd name="T16" fmla="*/ 5 w 73"/>
                <a:gd name="T17" fmla="*/ 3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77">
                  <a:moveTo>
                    <a:pt x="5" y="37"/>
                  </a:moveTo>
                  <a:cubicBezTo>
                    <a:pt x="10" y="53"/>
                    <a:pt x="26" y="55"/>
                    <a:pt x="32" y="60"/>
                  </a:cubicBezTo>
                  <a:cubicBezTo>
                    <a:pt x="38" y="66"/>
                    <a:pt x="36" y="77"/>
                    <a:pt x="36" y="77"/>
                  </a:cubicBezTo>
                  <a:cubicBezTo>
                    <a:pt x="36" y="77"/>
                    <a:pt x="63" y="77"/>
                    <a:pt x="60" y="72"/>
                  </a:cubicBezTo>
                  <a:cubicBezTo>
                    <a:pt x="58" y="68"/>
                    <a:pt x="69" y="46"/>
                    <a:pt x="72" y="34"/>
                  </a:cubicBezTo>
                  <a:cubicBezTo>
                    <a:pt x="73" y="31"/>
                    <a:pt x="73" y="29"/>
                    <a:pt x="73" y="28"/>
                  </a:cubicBezTo>
                  <a:cubicBezTo>
                    <a:pt x="71" y="19"/>
                    <a:pt x="49" y="1"/>
                    <a:pt x="32" y="0"/>
                  </a:cubicBezTo>
                  <a:cubicBezTo>
                    <a:pt x="30" y="0"/>
                    <a:pt x="28" y="0"/>
                    <a:pt x="27" y="0"/>
                  </a:cubicBezTo>
                  <a:cubicBezTo>
                    <a:pt x="10" y="3"/>
                    <a:pt x="0" y="20"/>
                    <a:pt x="5" y="3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5" name="Freeform 114"/>
            <p:cNvSpPr/>
            <p:nvPr userDrawn="1"/>
          </p:nvSpPr>
          <p:spPr bwMode="auto">
            <a:xfrm>
              <a:off x="9786411" y="4065498"/>
              <a:ext cx="168223" cy="247288"/>
            </a:xfrm>
            <a:custGeom>
              <a:avLst/>
              <a:gdLst>
                <a:gd name="T0" fmla="*/ 47 w 48"/>
                <a:gd name="T1" fmla="*/ 6 h 71"/>
                <a:gd name="T2" fmla="*/ 27 w 48"/>
                <a:gd name="T3" fmla="*/ 5 h 71"/>
                <a:gd name="T4" fmla="*/ 13 w 48"/>
                <a:gd name="T5" fmla="*/ 56 h 71"/>
                <a:gd name="T6" fmla="*/ 41 w 48"/>
                <a:gd name="T7" fmla="*/ 69 h 71"/>
                <a:gd name="T8" fmla="*/ 41 w 48"/>
                <a:gd name="T9" fmla="*/ 48 h 71"/>
                <a:gd name="T10" fmla="*/ 41 w 48"/>
                <a:gd name="T11" fmla="*/ 32 h 71"/>
                <a:gd name="T12" fmla="*/ 47 w 48"/>
                <a:gd name="T13" fmla="*/ 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71">
                  <a:moveTo>
                    <a:pt x="47" y="6"/>
                  </a:moveTo>
                  <a:cubicBezTo>
                    <a:pt x="47" y="6"/>
                    <a:pt x="39" y="0"/>
                    <a:pt x="27" y="5"/>
                  </a:cubicBezTo>
                  <a:cubicBezTo>
                    <a:pt x="7" y="13"/>
                    <a:pt x="0" y="36"/>
                    <a:pt x="13" y="56"/>
                  </a:cubicBezTo>
                  <a:cubicBezTo>
                    <a:pt x="22" y="71"/>
                    <a:pt x="41" y="69"/>
                    <a:pt x="41" y="69"/>
                  </a:cubicBezTo>
                  <a:cubicBezTo>
                    <a:pt x="48" y="64"/>
                    <a:pt x="48" y="58"/>
                    <a:pt x="41" y="48"/>
                  </a:cubicBezTo>
                  <a:cubicBezTo>
                    <a:pt x="34" y="37"/>
                    <a:pt x="41" y="32"/>
                    <a:pt x="41" y="32"/>
                  </a:cubicBezTo>
                  <a:cubicBezTo>
                    <a:pt x="41" y="32"/>
                    <a:pt x="22" y="18"/>
                    <a:pt x="47" y="6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6" name="Freeform 115"/>
            <p:cNvSpPr/>
            <p:nvPr userDrawn="1"/>
          </p:nvSpPr>
          <p:spPr bwMode="auto">
            <a:xfrm>
              <a:off x="9789775" y="4279141"/>
              <a:ext cx="640930" cy="571958"/>
            </a:xfrm>
            <a:custGeom>
              <a:avLst/>
              <a:gdLst>
                <a:gd name="T0" fmla="*/ 134 w 183"/>
                <a:gd name="T1" fmla="*/ 0 h 164"/>
                <a:gd name="T2" fmla="*/ 171 w 183"/>
                <a:gd name="T3" fmla="*/ 73 h 164"/>
                <a:gd name="T4" fmla="*/ 119 w 183"/>
                <a:gd name="T5" fmla="*/ 59 h 164"/>
                <a:gd name="T6" fmla="*/ 136 w 183"/>
                <a:gd name="T7" fmla="*/ 160 h 164"/>
                <a:gd name="T8" fmla="*/ 66 w 183"/>
                <a:gd name="T9" fmla="*/ 164 h 164"/>
                <a:gd name="T10" fmla="*/ 44 w 183"/>
                <a:gd name="T11" fmla="*/ 91 h 164"/>
                <a:gd name="T12" fmla="*/ 30 w 183"/>
                <a:gd name="T13" fmla="*/ 19 h 164"/>
                <a:gd name="T14" fmla="*/ 95 w 183"/>
                <a:gd name="T15" fmla="*/ 19 h 164"/>
                <a:gd name="T16" fmla="*/ 136 w 183"/>
                <a:gd name="T17" fmla="*/ 40 h 164"/>
                <a:gd name="T18" fmla="*/ 123 w 183"/>
                <a:gd name="T19" fmla="*/ 8 h 164"/>
                <a:gd name="T20" fmla="*/ 134 w 183"/>
                <a:gd name="T2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" h="164">
                  <a:moveTo>
                    <a:pt x="134" y="0"/>
                  </a:moveTo>
                  <a:cubicBezTo>
                    <a:pt x="134" y="0"/>
                    <a:pt x="183" y="58"/>
                    <a:pt x="171" y="73"/>
                  </a:cubicBezTo>
                  <a:cubicBezTo>
                    <a:pt x="163" y="84"/>
                    <a:pt x="119" y="59"/>
                    <a:pt x="119" y="59"/>
                  </a:cubicBezTo>
                  <a:cubicBezTo>
                    <a:pt x="119" y="59"/>
                    <a:pt x="137" y="104"/>
                    <a:pt x="136" y="160"/>
                  </a:cubicBezTo>
                  <a:cubicBezTo>
                    <a:pt x="66" y="164"/>
                    <a:pt x="66" y="164"/>
                    <a:pt x="66" y="164"/>
                  </a:cubicBezTo>
                  <a:cubicBezTo>
                    <a:pt x="66" y="164"/>
                    <a:pt x="66" y="121"/>
                    <a:pt x="44" y="91"/>
                  </a:cubicBezTo>
                  <a:cubicBezTo>
                    <a:pt x="24" y="64"/>
                    <a:pt x="0" y="21"/>
                    <a:pt x="30" y="19"/>
                  </a:cubicBezTo>
                  <a:cubicBezTo>
                    <a:pt x="61" y="16"/>
                    <a:pt x="79" y="14"/>
                    <a:pt x="95" y="19"/>
                  </a:cubicBezTo>
                  <a:cubicBezTo>
                    <a:pt x="106" y="22"/>
                    <a:pt x="136" y="40"/>
                    <a:pt x="136" y="40"/>
                  </a:cubicBezTo>
                  <a:cubicBezTo>
                    <a:pt x="123" y="8"/>
                    <a:pt x="123" y="8"/>
                    <a:pt x="123" y="8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7" name="Freeform 116"/>
            <p:cNvSpPr/>
            <p:nvPr userDrawn="1"/>
          </p:nvSpPr>
          <p:spPr bwMode="auto">
            <a:xfrm>
              <a:off x="9846971" y="4082320"/>
              <a:ext cx="227102" cy="174952"/>
            </a:xfrm>
            <a:custGeom>
              <a:avLst/>
              <a:gdLst>
                <a:gd name="T0" fmla="*/ 19 w 65"/>
                <a:gd name="T1" fmla="*/ 30 h 50"/>
                <a:gd name="T2" fmla="*/ 18 w 65"/>
                <a:gd name="T3" fmla="*/ 47 h 50"/>
                <a:gd name="T4" fmla="*/ 30 w 65"/>
                <a:gd name="T5" fmla="*/ 39 h 50"/>
                <a:gd name="T6" fmla="*/ 64 w 65"/>
                <a:gd name="T7" fmla="*/ 34 h 50"/>
                <a:gd name="T8" fmla="*/ 65 w 65"/>
                <a:gd name="T9" fmla="*/ 28 h 50"/>
                <a:gd name="T10" fmla="*/ 24 w 65"/>
                <a:gd name="T11" fmla="*/ 0 h 50"/>
                <a:gd name="T12" fmla="*/ 8 w 65"/>
                <a:gd name="T13" fmla="*/ 13 h 50"/>
                <a:gd name="T14" fmla="*/ 19 w 65"/>
                <a:gd name="T15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0">
                  <a:moveTo>
                    <a:pt x="19" y="30"/>
                  </a:moveTo>
                  <a:cubicBezTo>
                    <a:pt x="11" y="31"/>
                    <a:pt x="0" y="43"/>
                    <a:pt x="18" y="47"/>
                  </a:cubicBezTo>
                  <a:cubicBezTo>
                    <a:pt x="31" y="50"/>
                    <a:pt x="30" y="39"/>
                    <a:pt x="30" y="39"/>
                  </a:cubicBezTo>
                  <a:cubicBezTo>
                    <a:pt x="43" y="49"/>
                    <a:pt x="55" y="39"/>
                    <a:pt x="64" y="34"/>
                  </a:cubicBezTo>
                  <a:cubicBezTo>
                    <a:pt x="65" y="31"/>
                    <a:pt x="65" y="29"/>
                    <a:pt x="65" y="28"/>
                  </a:cubicBezTo>
                  <a:cubicBezTo>
                    <a:pt x="63" y="19"/>
                    <a:pt x="41" y="1"/>
                    <a:pt x="24" y="0"/>
                  </a:cubicBezTo>
                  <a:cubicBezTo>
                    <a:pt x="9" y="4"/>
                    <a:pt x="8" y="13"/>
                    <a:pt x="8" y="13"/>
                  </a:cubicBezTo>
                  <a:cubicBezTo>
                    <a:pt x="18" y="17"/>
                    <a:pt x="19" y="30"/>
                    <a:pt x="19" y="30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8" name="Freeform 117"/>
            <p:cNvSpPr/>
            <p:nvPr userDrawn="1"/>
          </p:nvSpPr>
          <p:spPr bwMode="auto">
            <a:xfrm>
              <a:off x="10020241" y="4321197"/>
              <a:ext cx="196821" cy="380184"/>
            </a:xfrm>
            <a:custGeom>
              <a:avLst/>
              <a:gdLst>
                <a:gd name="T0" fmla="*/ 0 w 56"/>
                <a:gd name="T1" fmla="*/ 7 h 109"/>
                <a:gd name="T2" fmla="*/ 2 w 56"/>
                <a:gd name="T3" fmla="*/ 0 h 109"/>
                <a:gd name="T4" fmla="*/ 12 w 56"/>
                <a:gd name="T5" fmla="*/ 7 h 109"/>
                <a:gd name="T6" fmla="*/ 15 w 56"/>
                <a:gd name="T7" fmla="*/ 17 h 109"/>
                <a:gd name="T8" fmla="*/ 56 w 56"/>
                <a:gd name="T9" fmla="*/ 94 h 109"/>
                <a:gd name="T10" fmla="*/ 50 w 56"/>
                <a:gd name="T11" fmla="*/ 109 h 109"/>
                <a:gd name="T12" fmla="*/ 39 w 56"/>
                <a:gd name="T13" fmla="*/ 99 h 109"/>
                <a:gd name="T14" fmla="*/ 10 w 56"/>
                <a:gd name="T15" fmla="*/ 18 h 109"/>
                <a:gd name="T16" fmla="*/ 0 w 56"/>
                <a:gd name="T17" fmla="*/ 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09">
                  <a:moveTo>
                    <a:pt x="0" y="7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34" y="42"/>
                    <a:pt x="56" y="94"/>
                    <a:pt x="56" y="94"/>
                  </a:cubicBezTo>
                  <a:cubicBezTo>
                    <a:pt x="50" y="109"/>
                    <a:pt x="50" y="109"/>
                    <a:pt x="50" y="109"/>
                  </a:cubicBezTo>
                  <a:cubicBezTo>
                    <a:pt x="39" y="99"/>
                    <a:pt x="39" y="99"/>
                    <a:pt x="39" y="99"/>
                  </a:cubicBezTo>
                  <a:cubicBezTo>
                    <a:pt x="40" y="74"/>
                    <a:pt x="10" y="18"/>
                    <a:pt x="10" y="18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89" name="Freeform 118"/>
            <p:cNvSpPr/>
            <p:nvPr userDrawn="1"/>
          </p:nvSpPr>
          <p:spPr bwMode="auto">
            <a:xfrm>
              <a:off x="9929401" y="4306056"/>
              <a:ext cx="158130" cy="67289"/>
            </a:xfrm>
            <a:custGeom>
              <a:avLst/>
              <a:gdLst>
                <a:gd name="T0" fmla="*/ 41 w 45"/>
                <a:gd name="T1" fmla="*/ 10 h 19"/>
                <a:gd name="T2" fmla="*/ 45 w 45"/>
                <a:gd name="T3" fmla="*/ 18 h 19"/>
                <a:gd name="T4" fmla="*/ 31 w 45"/>
                <a:gd name="T5" fmla="*/ 9 h 19"/>
                <a:gd name="T6" fmla="*/ 24 w 45"/>
                <a:gd name="T7" fmla="*/ 18 h 19"/>
                <a:gd name="T8" fmla="*/ 0 w 45"/>
                <a:gd name="T9" fmla="*/ 10 h 19"/>
                <a:gd name="T10" fmla="*/ 2 w 45"/>
                <a:gd name="T11" fmla="*/ 0 h 19"/>
                <a:gd name="T12" fmla="*/ 28 w 45"/>
                <a:gd name="T13" fmla="*/ 4 h 19"/>
                <a:gd name="T14" fmla="*/ 29 w 45"/>
                <a:gd name="T15" fmla="*/ 2 h 19"/>
                <a:gd name="T16" fmla="*/ 41 w 45"/>
                <a:gd name="T17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9">
                  <a:moveTo>
                    <a:pt x="41" y="10"/>
                  </a:moveTo>
                  <a:cubicBezTo>
                    <a:pt x="45" y="18"/>
                    <a:pt x="45" y="18"/>
                    <a:pt x="45" y="1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9"/>
                    <a:pt x="27" y="17"/>
                    <a:pt x="24" y="18"/>
                  </a:cubicBezTo>
                  <a:cubicBezTo>
                    <a:pt x="22" y="19"/>
                    <a:pt x="0" y="10"/>
                    <a:pt x="0" y="1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9" y="2"/>
                    <a:pt x="29" y="2"/>
                    <a:pt x="29" y="2"/>
                  </a:cubicBezTo>
                  <a:lnTo>
                    <a:pt x="41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0" name="Freeform 119"/>
            <p:cNvSpPr/>
            <p:nvPr userDrawn="1"/>
          </p:nvSpPr>
          <p:spPr bwMode="auto">
            <a:xfrm>
              <a:off x="10080801" y="4270730"/>
              <a:ext cx="104298" cy="99252"/>
            </a:xfrm>
            <a:custGeom>
              <a:avLst/>
              <a:gdLst>
                <a:gd name="T0" fmla="*/ 19 w 30"/>
                <a:gd name="T1" fmla="*/ 26 h 28"/>
                <a:gd name="T2" fmla="*/ 30 w 30"/>
                <a:gd name="T3" fmla="*/ 10 h 28"/>
                <a:gd name="T4" fmla="*/ 5 w 30"/>
                <a:gd name="T5" fmla="*/ 6 h 28"/>
                <a:gd name="T6" fmla="*/ 3 w 30"/>
                <a:gd name="T7" fmla="*/ 2 h 28"/>
                <a:gd name="T8" fmla="*/ 1 w 30"/>
                <a:gd name="T9" fmla="*/ 11 h 28"/>
                <a:gd name="T10" fmla="*/ 7 w 30"/>
                <a:gd name="T11" fmla="*/ 19 h 28"/>
                <a:gd name="T12" fmla="*/ 19 w 30"/>
                <a:gd name="T13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8">
                  <a:moveTo>
                    <a:pt x="19" y="26"/>
                  </a:moveTo>
                  <a:cubicBezTo>
                    <a:pt x="23" y="17"/>
                    <a:pt x="30" y="22"/>
                    <a:pt x="30" y="10"/>
                  </a:cubicBezTo>
                  <a:cubicBezTo>
                    <a:pt x="30" y="5"/>
                    <a:pt x="5" y="6"/>
                    <a:pt x="5" y="6"/>
                  </a:cubicBezTo>
                  <a:cubicBezTo>
                    <a:pt x="5" y="6"/>
                    <a:pt x="9" y="0"/>
                    <a:pt x="3" y="2"/>
                  </a:cubicBezTo>
                  <a:cubicBezTo>
                    <a:pt x="0" y="3"/>
                    <a:pt x="0" y="9"/>
                    <a:pt x="1" y="11"/>
                  </a:cubicBezTo>
                  <a:cubicBezTo>
                    <a:pt x="3" y="16"/>
                    <a:pt x="8" y="17"/>
                    <a:pt x="7" y="19"/>
                  </a:cubicBezTo>
                  <a:cubicBezTo>
                    <a:pt x="6" y="28"/>
                    <a:pt x="19" y="26"/>
                    <a:pt x="19" y="2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1" name="Freeform 120"/>
            <p:cNvSpPr/>
            <p:nvPr userDrawn="1"/>
          </p:nvSpPr>
          <p:spPr bwMode="auto">
            <a:xfrm>
              <a:off x="9818374" y="4334655"/>
              <a:ext cx="339811" cy="328035"/>
            </a:xfrm>
            <a:custGeom>
              <a:avLst/>
              <a:gdLst>
                <a:gd name="T0" fmla="*/ 82 w 97"/>
                <a:gd name="T1" fmla="*/ 1 h 94"/>
                <a:gd name="T2" fmla="*/ 97 w 97"/>
                <a:gd name="T3" fmla="*/ 4 h 94"/>
                <a:gd name="T4" fmla="*/ 69 w 97"/>
                <a:gd name="T5" fmla="*/ 89 h 94"/>
                <a:gd name="T6" fmla="*/ 5 w 97"/>
                <a:gd name="T7" fmla="*/ 15 h 94"/>
                <a:gd name="T8" fmla="*/ 21 w 97"/>
                <a:gd name="T9" fmla="*/ 1 h 94"/>
                <a:gd name="T10" fmla="*/ 64 w 97"/>
                <a:gd name="T11" fmla="*/ 56 h 94"/>
                <a:gd name="T12" fmla="*/ 82 w 97"/>
                <a:gd name="T13" fmla="*/ 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94">
                  <a:moveTo>
                    <a:pt x="82" y="1"/>
                  </a:move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1" y="85"/>
                    <a:pt x="69" y="89"/>
                  </a:cubicBezTo>
                  <a:cubicBezTo>
                    <a:pt x="45" y="94"/>
                    <a:pt x="0" y="39"/>
                    <a:pt x="5" y="15"/>
                  </a:cubicBezTo>
                  <a:cubicBezTo>
                    <a:pt x="6" y="10"/>
                    <a:pt x="16" y="0"/>
                    <a:pt x="21" y="1"/>
                  </a:cubicBezTo>
                  <a:cubicBezTo>
                    <a:pt x="37" y="2"/>
                    <a:pt x="64" y="56"/>
                    <a:pt x="64" y="56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2" name="Freeform 121"/>
            <p:cNvSpPr/>
            <p:nvPr userDrawn="1"/>
          </p:nvSpPr>
          <p:spPr bwMode="auto">
            <a:xfrm>
              <a:off x="9863793" y="4809044"/>
              <a:ext cx="499623" cy="1224664"/>
            </a:xfrm>
            <a:custGeom>
              <a:avLst/>
              <a:gdLst>
                <a:gd name="T0" fmla="*/ 45 w 143"/>
                <a:gd name="T1" fmla="*/ 12 h 351"/>
                <a:gd name="T2" fmla="*/ 34 w 143"/>
                <a:gd name="T3" fmla="*/ 173 h 351"/>
                <a:gd name="T4" fmla="*/ 0 w 143"/>
                <a:gd name="T5" fmla="*/ 314 h 351"/>
                <a:gd name="T6" fmla="*/ 42 w 143"/>
                <a:gd name="T7" fmla="*/ 340 h 351"/>
                <a:gd name="T8" fmla="*/ 22 w 143"/>
                <a:gd name="T9" fmla="*/ 306 h 351"/>
                <a:gd name="T10" fmla="*/ 65 w 143"/>
                <a:gd name="T11" fmla="*/ 176 h 351"/>
                <a:gd name="T12" fmla="*/ 89 w 143"/>
                <a:gd name="T13" fmla="*/ 73 h 351"/>
                <a:gd name="T14" fmla="*/ 107 w 143"/>
                <a:gd name="T15" fmla="*/ 185 h 351"/>
                <a:gd name="T16" fmla="*/ 92 w 143"/>
                <a:gd name="T17" fmla="*/ 319 h 351"/>
                <a:gd name="T18" fmla="*/ 141 w 143"/>
                <a:gd name="T19" fmla="*/ 341 h 351"/>
                <a:gd name="T20" fmla="*/ 117 w 143"/>
                <a:gd name="T21" fmla="*/ 312 h 351"/>
                <a:gd name="T22" fmla="*/ 136 w 143"/>
                <a:gd name="T23" fmla="*/ 174 h 351"/>
                <a:gd name="T24" fmla="*/ 115 w 143"/>
                <a:gd name="T25" fmla="*/ 8 h 351"/>
                <a:gd name="T26" fmla="*/ 45 w 143"/>
                <a:gd name="T27" fmla="*/ 1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3" h="351">
                  <a:moveTo>
                    <a:pt x="45" y="12"/>
                  </a:moveTo>
                  <a:cubicBezTo>
                    <a:pt x="45" y="12"/>
                    <a:pt x="43" y="133"/>
                    <a:pt x="34" y="173"/>
                  </a:cubicBezTo>
                  <a:cubicBezTo>
                    <a:pt x="27" y="202"/>
                    <a:pt x="0" y="314"/>
                    <a:pt x="0" y="314"/>
                  </a:cubicBezTo>
                  <a:cubicBezTo>
                    <a:pt x="0" y="314"/>
                    <a:pt x="13" y="347"/>
                    <a:pt x="42" y="340"/>
                  </a:cubicBezTo>
                  <a:cubicBezTo>
                    <a:pt x="42" y="340"/>
                    <a:pt x="45" y="324"/>
                    <a:pt x="22" y="306"/>
                  </a:cubicBezTo>
                  <a:cubicBezTo>
                    <a:pt x="22" y="306"/>
                    <a:pt x="57" y="202"/>
                    <a:pt x="65" y="176"/>
                  </a:cubicBezTo>
                  <a:cubicBezTo>
                    <a:pt x="77" y="136"/>
                    <a:pt x="83" y="73"/>
                    <a:pt x="89" y="73"/>
                  </a:cubicBezTo>
                  <a:cubicBezTo>
                    <a:pt x="95" y="73"/>
                    <a:pt x="108" y="170"/>
                    <a:pt x="107" y="185"/>
                  </a:cubicBezTo>
                  <a:cubicBezTo>
                    <a:pt x="102" y="239"/>
                    <a:pt x="101" y="287"/>
                    <a:pt x="92" y="319"/>
                  </a:cubicBezTo>
                  <a:cubicBezTo>
                    <a:pt x="92" y="319"/>
                    <a:pt x="124" y="351"/>
                    <a:pt x="141" y="341"/>
                  </a:cubicBezTo>
                  <a:cubicBezTo>
                    <a:pt x="141" y="341"/>
                    <a:pt x="143" y="332"/>
                    <a:pt x="117" y="312"/>
                  </a:cubicBezTo>
                  <a:cubicBezTo>
                    <a:pt x="117" y="312"/>
                    <a:pt x="134" y="198"/>
                    <a:pt x="136" y="174"/>
                  </a:cubicBezTo>
                  <a:cubicBezTo>
                    <a:pt x="141" y="130"/>
                    <a:pt x="117" y="40"/>
                    <a:pt x="115" y="8"/>
                  </a:cubicBezTo>
                  <a:cubicBezTo>
                    <a:pt x="115" y="8"/>
                    <a:pt x="93" y="0"/>
                    <a:pt x="45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3" name="Freeform 122"/>
            <p:cNvSpPr/>
            <p:nvPr userDrawn="1"/>
          </p:nvSpPr>
          <p:spPr bwMode="auto">
            <a:xfrm>
              <a:off x="10158184" y="4834277"/>
              <a:ext cx="58879" cy="37009"/>
            </a:xfrm>
            <a:custGeom>
              <a:avLst/>
              <a:gdLst>
                <a:gd name="T0" fmla="*/ 17 w 17"/>
                <a:gd name="T1" fmla="*/ 11 h 11"/>
                <a:gd name="T2" fmla="*/ 0 w 17"/>
                <a:gd name="T3" fmla="*/ 11 h 11"/>
                <a:gd name="T4" fmla="*/ 0 w 17"/>
                <a:gd name="T5" fmla="*/ 3 h 11"/>
                <a:gd name="T6" fmla="*/ 17 w 17"/>
                <a:gd name="T7" fmla="*/ 1 h 11"/>
                <a:gd name="T8" fmla="*/ 17 w 1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11"/>
                  </a:moveTo>
                  <a:cubicBezTo>
                    <a:pt x="17" y="11"/>
                    <a:pt x="12" y="7"/>
                    <a:pt x="0" y="1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7" y="0"/>
                    <a:pt x="17" y="1"/>
                  </a:cubicBezTo>
                  <a:lnTo>
                    <a:pt x="17" y="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4" name="Freeform 123"/>
            <p:cNvSpPr/>
            <p:nvPr userDrawn="1"/>
          </p:nvSpPr>
          <p:spPr bwMode="auto">
            <a:xfrm>
              <a:off x="11377800" y="4181571"/>
              <a:ext cx="68972" cy="79065"/>
            </a:xfrm>
            <a:custGeom>
              <a:avLst/>
              <a:gdLst>
                <a:gd name="T0" fmla="*/ 20 w 20"/>
                <a:gd name="T1" fmla="*/ 13 h 23"/>
                <a:gd name="T2" fmla="*/ 14 w 20"/>
                <a:gd name="T3" fmla="*/ 9 h 23"/>
                <a:gd name="T4" fmla="*/ 0 w 20"/>
                <a:gd name="T5" fmla="*/ 0 h 23"/>
                <a:gd name="T6" fmla="*/ 2 w 20"/>
                <a:gd name="T7" fmla="*/ 17 h 23"/>
                <a:gd name="T8" fmla="*/ 17 w 20"/>
                <a:gd name="T9" fmla="*/ 23 h 23"/>
                <a:gd name="T10" fmla="*/ 20 w 20"/>
                <a:gd name="T11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3">
                  <a:moveTo>
                    <a:pt x="20" y="13"/>
                  </a:moveTo>
                  <a:cubicBezTo>
                    <a:pt x="20" y="13"/>
                    <a:pt x="18" y="13"/>
                    <a:pt x="14" y="9"/>
                  </a:cubicBezTo>
                  <a:cubicBezTo>
                    <a:pt x="10" y="5"/>
                    <a:pt x="0" y="0"/>
                    <a:pt x="0" y="0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16" y="23"/>
                    <a:pt x="17" y="23"/>
                  </a:cubicBezTo>
                  <a:cubicBezTo>
                    <a:pt x="18" y="23"/>
                    <a:pt x="20" y="13"/>
                    <a:pt x="20" y="13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5" name="Freeform 124"/>
            <p:cNvSpPr/>
            <p:nvPr userDrawn="1"/>
          </p:nvSpPr>
          <p:spPr bwMode="auto">
            <a:xfrm>
              <a:off x="11248269" y="4218580"/>
              <a:ext cx="482801" cy="862985"/>
            </a:xfrm>
            <a:custGeom>
              <a:avLst/>
              <a:gdLst>
                <a:gd name="T0" fmla="*/ 22 w 138"/>
                <a:gd name="T1" fmla="*/ 122 h 247"/>
                <a:gd name="T2" fmla="*/ 35 w 138"/>
                <a:gd name="T3" fmla="*/ 88 h 247"/>
                <a:gd name="T4" fmla="*/ 47 w 138"/>
                <a:gd name="T5" fmla="*/ 87 h 247"/>
                <a:gd name="T6" fmla="*/ 79 w 138"/>
                <a:gd name="T7" fmla="*/ 96 h 247"/>
                <a:gd name="T8" fmla="*/ 84 w 138"/>
                <a:gd name="T9" fmla="*/ 90 h 247"/>
                <a:gd name="T10" fmla="*/ 107 w 138"/>
                <a:gd name="T11" fmla="*/ 49 h 247"/>
                <a:gd name="T12" fmla="*/ 48 w 138"/>
                <a:gd name="T13" fmla="*/ 10 h 247"/>
                <a:gd name="T14" fmla="*/ 54 w 138"/>
                <a:gd name="T15" fmla="*/ 0 h 247"/>
                <a:gd name="T16" fmla="*/ 129 w 138"/>
                <a:gd name="T17" fmla="*/ 40 h 247"/>
                <a:gd name="T18" fmla="*/ 107 w 138"/>
                <a:gd name="T19" fmla="*/ 133 h 247"/>
                <a:gd name="T20" fmla="*/ 98 w 138"/>
                <a:gd name="T21" fmla="*/ 231 h 247"/>
                <a:gd name="T22" fmla="*/ 29 w 138"/>
                <a:gd name="T23" fmla="*/ 247 h 247"/>
                <a:gd name="T24" fmla="*/ 22 w 138"/>
                <a:gd name="T25" fmla="*/ 12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247">
                  <a:moveTo>
                    <a:pt x="22" y="122"/>
                  </a:moveTo>
                  <a:cubicBezTo>
                    <a:pt x="22" y="122"/>
                    <a:pt x="27" y="88"/>
                    <a:pt x="35" y="88"/>
                  </a:cubicBezTo>
                  <a:cubicBezTo>
                    <a:pt x="38" y="88"/>
                    <a:pt x="42" y="86"/>
                    <a:pt x="47" y="87"/>
                  </a:cubicBezTo>
                  <a:cubicBezTo>
                    <a:pt x="58" y="89"/>
                    <a:pt x="71" y="96"/>
                    <a:pt x="79" y="96"/>
                  </a:cubicBezTo>
                  <a:cubicBezTo>
                    <a:pt x="83" y="96"/>
                    <a:pt x="84" y="90"/>
                    <a:pt x="84" y="90"/>
                  </a:cubicBezTo>
                  <a:cubicBezTo>
                    <a:pt x="84" y="90"/>
                    <a:pt x="111" y="62"/>
                    <a:pt x="107" y="49"/>
                  </a:cubicBezTo>
                  <a:cubicBezTo>
                    <a:pt x="106" y="47"/>
                    <a:pt x="48" y="10"/>
                    <a:pt x="48" y="1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120" y="19"/>
                    <a:pt x="129" y="40"/>
                  </a:cubicBezTo>
                  <a:cubicBezTo>
                    <a:pt x="138" y="62"/>
                    <a:pt x="107" y="133"/>
                    <a:pt x="107" y="133"/>
                  </a:cubicBezTo>
                  <a:cubicBezTo>
                    <a:pt x="98" y="150"/>
                    <a:pt x="91" y="186"/>
                    <a:pt x="98" y="23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9" y="247"/>
                    <a:pt x="0" y="193"/>
                    <a:pt x="22" y="122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6" name="Freeform 125"/>
            <p:cNvSpPr/>
            <p:nvPr userDrawn="1"/>
          </p:nvSpPr>
          <p:spPr bwMode="auto">
            <a:xfrm>
              <a:off x="11345839" y="5007547"/>
              <a:ext cx="790648" cy="1009338"/>
            </a:xfrm>
            <a:custGeom>
              <a:avLst/>
              <a:gdLst>
                <a:gd name="T0" fmla="*/ 1 w 226"/>
                <a:gd name="T1" fmla="*/ 21 h 289"/>
                <a:gd name="T2" fmla="*/ 60 w 226"/>
                <a:gd name="T3" fmla="*/ 145 h 289"/>
                <a:gd name="T4" fmla="*/ 0 w 226"/>
                <a:gd name="T5" fmla="*/ 262 h 289"/>
                <a:gd name="T6" fmla="*/ 63 w 226"/>
                <a:gd name="T7" fmla="*/ 278 h 289"/>
                <a:gd name="T8" fmla="*/ 28 w 226"/>
                <a:gd name="T9" fmla="*/ 250 h 289"/>
                <a:gd name="T10" fmla="*/ 103 w 226"/>
                <a:gd name="T11" fmla="*/ 146 h 289"/>
                <a:gd name="T12" fmla="*/ 65 w 226"/>
                <a:gd name="T13" fmla="*/ 62 h 289"/>
                <a:gd name="T14" fmla="*/ 143 w 226"/>
                <a:gd name="T15" fmla="*/ 116 h 289"/>
                <a:gd name="T16" fmla="*/ 159 w 226"/>
                <a:gd name="T17" fmla="*/ 262 h 289"/>
                <a:gd name="T18" fmla="*/ 226 w 226"/>
                <a:gd name="T19" fmla="*/ 262 h 289"/>
                <a:gd name="T20" fmla="*/ 177 w 226"/>
                <a:gd name="T21" fmla="*/ 244 h 289"/>
                <a:gd name="T22" fmla="*/ 177 w 226"/>
                <a:gd name="T23" fmla="*/ 107 h 289"/>
                <a:gd name="T24" fmla="*/ 70 w 226"/>
                <a:gd name="T25" fmla="*/ 5 h 289"/>
                <a:gd name="T26" fmla="*/ 1 w 226"/>
                <a:gd name="T27" fmla="*/ 21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89">
                  <a:moveTo>
                    <a:pt x="1" y="21"/>
                  </a:moveTo>
                  <a:cubicBezTo>
                    <a:pt x="60" y="145"/>
                    <a:pt x="60" y="145"/>
                    <a:pt x="60" y="145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33" y="289"/>
                    <a:pt x="63" y="278"/>
                  </a:cubicBezTo>
                  <a:cubicBezTo>
                    <a:pt x="63" y="278"/>
                    <a:pt x="59" y="262"/>
                    <a:pt x="28" y="250"/>
                  </a:cubicBezTo>
                  <a:cubicBezTo>
                    <a:pt x="28" y="250"/>
                    <a:pt x="99" y="166"/>
                    <a:pt x="103" y="146"/>
                  </a:cubicBezTo>
                  <a:cubicBezTo>
                    <a:pt x="106" y="128"/>
                    <a:pt x="65" y="62"/>
                    <a:pt x="65" y="62"/>
                  </a:cubicBezTo>
                  <a:cubicBezTo>
                    <a:pt x="143" y="116"/>
                    <a:pt x="143" y="116"/>
                    <a:pt x="143" y="116"/>
                  </a:cubicBezTo>
                  <a:cubicBezTo>
                    <a:pt x="159" y="262"/>
                    <a:pt x="159" y="262"/>
                    <a:pt x="159" y="262"/>
                  </a:cubicBezTo>
                  <a:cubicBezTo>
                    <a:pt x="159" y="262"/>
                    <a:pt x="203" y="278"/>
                    <a:pt x="226" y="262"/>
                  </a:cubicBezTo>
                  <a:cubicBezTo>
                    <a:pt x="226" y="262"/>
                    <a:pt x="207" y="251"/>
                    <a:pt x="177" y="244"/>
                  </a:cubicBezTo>
                  <a:cubicBezTo>
                    <a:pt x="177" y="244"/>
                    <a:pt x="181" y="160"/>
                    <a:pt x="177" y="107"/>
                  </a:cubicBezTo>
                  <a:cubicBezTo>
                    <a:pt x="175" y="82"/>
                    <a:pt x="89" y="35"/>
                    <a:pt x="70" y="5"/>
                  </a:cubicBezTo>
                  <a:cubicBezTo>
                    <a:pt x="70" y="5"/>
                    <a:pt x="44" y="0"/>
                    <a:pt x="1" y="2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7" name="Freeform 126"/>
            <p:cNvSpPr/>
            <p:nvPr userDrawn="1"/>
          </p:nvSpPr>
          <p:spPr bwMode="auto">
            <a:xfrm>
              <a:off x="11507333" y="5026051"/>
              <a:ext cx="68972" cy="37009"/>
            </a:xfrm>
            <a:custGeom>
              <a:avLst/>
              <a:gdLst>
                <a:gd name="T0" fmla="*/ 20 w 20"/>
                <a:gd name="T1" fmla="*/ 9 h 11"/>
                <a:gd name="T2" fmla="*/ 3 w 20"/>
                <a:gd name="T3" fmla="*/ 11 h 11"/>
                <a:gd name="T4" fmla="*/ 0 w 20"/>
                <a:gd name="T5" fmla="*/ 3 h 11"/>
                <a:gd name="T6" fmla="*/ 17 w 20"/>
                <a:gd name="T7" fmla="*/ 1 h 11"/>
                <a:gd name="T8" fmla="*/ 20 w 20"/>
                <a:gd name="T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1">
                  <a:moveTo>
                    <a:pt x="20" y="9"/>
                  </a:moveTo>
                  <a:cubicBezTo>
                    <a:pt x="20" y="9"/>
                    <a:pt x="12" y="7"/>
                    <a:pt x="3" y="1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0" y="0"/>
                    <a:pt x="17" y="1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8" name="Freeform 127"/>
            <p:cNvSpPr/>
            <p:nvPr userDrawn="1"/>
          </p:nvSpPr>
          <p:spPr bwMode="auto">
            <a:xfrm>
              <a:off x="11423221" y="4267366"/>
              <a:ext cx="191774" cy="301120"/>
            </a:xfrm>
            <a:custGeom>
              <a:avLst/>
              <a:gdLst>
                <a:gd name="T0" fmla="*/ 1 w 55"/>
                <a:gd name="T1" fmla="*/ 76 h 86"/>
                <a:gd name="T2" fmla="*/ 13 w 55"/>
                <a:gd name="T3" fmla="*/ 86 h 86"/>
                <a:gd name="T4" fmla="*/ 38 w 55"/>
                <a:gd name="T5" fmla="*/ 84 h 86"/>
                <a:gd name="T6" fmla="*/ 36 w 55"/>
                <a:gd name="T7" fmla="*/ 71 h 86"/>
                <a:gd name="T8" fmla="*/ 54 w 55"/>
                <a:gd name="T9" fmla="*/ 42 h 86"/>
                <a:gd name="T10" fmla="*/ 31 w 55"/>
                <a:gd name="T11" fmla="*/ 3 h 86"/>
                <a:gd name="T12" fmla="*/ 1 w 55"/>
                <a:gd name="T13" fmla="*/ 29 h 86"/>
                <a:gd name="T14" fmla="*/ 5 w 55"/>
                <a:gd name="T15" fmla="*/ 53 h 86"/>
                <a:gd name="T16" fmla="*/ 1 w 55"/>
                <a:gd name="T17" fmla="*/ 7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86">
                  <a:moveTo>
                    <a:pt x="1" y="76"/>
                  </a:moveTo>
                  <a:cubicBezTo>
                    <a:pt x="13" y="86"/>
                    <a:pt x="13" y="86"/>
                    <a:pt x="13" y="86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8" y="84"/>
                    <a:pt x="30" y="77"/>
                    <a:pt x="36" y="71"/>
                  </a:cubicBezTo>
                  <a:cubicBezTo>
                    <a:pt x="36" y="71"/>
                    <a:pt x="52" y="72"/>
                    <a:pt x="54" y="42"/>
                  </a:cubicBezTo>
                  <a:cubicBezTo>
                    <a:pt x="55" y="21"/>
                    <a:pt x="53" y="6"/>
                    <a:pt x="31" y="3"/>
                  </a:cubicBezTo>
                  <a:cubicBezTo>
                    <a:pt x="15" y="0"/>
                    <a:pt x="3" y="10"/>
                    <a:pt x="1" y="29"/>
                  </a:cubicBezTo>
                  <a:cubicBezTo>
                    <a:pt x="0" y="42"/>
                    <a:pt x="3" y="49"/>
                    <a:pt x="5" y="53"/>
                  </a:cubicBezTo>
                  <a:cubicBezTo>
                    <a:pt x="9" y="60"/>
                    <a:pt x="12" y="63"/>
                    <a:pt x="1" y="7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99" name="Freeform 128"/>
            <p:cNvSpPr/>
            <p:nvPr userDrawn="1"/>
          </p:nvSpPr>
          <p:spPr bwMode="auto">
            <a:xfrm>
              <a:off x="11426586" y="4438953"/>
              <a:ext cx="129532" cy="159812"/>
            </a:xfrm>
            <a:custGeom>
              <a:avLst/>
              <a:gdLst>
                <a:gd name="T0" fmla="*/ 0 w 37"/>
                <a:gd name="T1" fmla="*/ 27 h 46"/>
                <a:gd name="T2" fmla="*/ 17 w 37"/>
                <a:gd name="T3" fmla="*/ 46 h 46"/>
                <a:gd name="T4" fmla="*/ 37 w 37"/>
                <a:gd name="T5" fmla="*/ 35 h 46"/>
                <a:gd name="T6" fmla="*/ 35 w 37"/>
                <a:gd name="T7" fmla="*/ 22 h 46"/>
                <a:gd name="T8" fmla="*/ 11 w 37"/>
                <a:gd name="T9" fmla="*/ 1 h 46"/>
                <a:gd name="T10" fmla="*/ 4 w 37"/>
                <a:gd name="T11" fmla="*/ 4 h 46"/>
                <a:gd name="T12" fmla="*/ 0 w 37"/>
                <a:gd name="T13" fmla="*/ 2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46">
                  <a:moveTo>
                    <a:pt x="0" y="27"/>
                  </a:moveTo>
                  <a:cubicBezTo>
                    <a:pt x="17" y="46"/>
                    <a:pt x="17" y="46"/>
                    <a:pt x="17" y="46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29" y="28"/>
                    <a:pt x="35" y="22"/>
                  </a:cubicBezTo>
                  <a:cubicBezTo>
                    <a:pt x="25" y="19"/>
                    <a:pt x="14" y="14"/>
                    <a:pt x="11" y="1"/>
                  </a:cubicBezTo>
                  <a:cubicBezTo>
                    <a:pt x="11" y="0"/>
                    <a:pt x="7" y="3"/>
                    <a:pt x="4" y="4"/>
                  </a:cubicBezTo>
                  <a:cubicBezTo>
                    <a:pt x="8" y="11"/>
                    <a:pt x="11" y="14"/>
                    <a:pt x="0" y="2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0" name="Freeform 129"/>
            <p:cNvSpPr/>
            <p:nvPr userDrawn="1"/>
          </p:nvSpPr>
          <p:spPr bwMode="auto">
            <a:xfrm>
              <a:off x="11401352" y="4253908"/>
              <a:ext cx="230466" cy="210279"/>
            </a:xfrm>
            <a:custGeom>
              <a:avLst/>
              <a:gdLst>
                <a:gd name="T0" fmla="*/ 37 w 66"/>
                <a:gd name="T1" fmla="*/ 20 h 60"/>
                <a:gd name="T2" fmla="*/ 28 w 66"/>
                <a:gd name="T3" fmla="*/ 31 h 60"/>
                <a:gd name="T4" fmla="*/ 19 w 66"/>
                <a:gd name="T5" fmla="*/ 41 h 60"/>
                <a:gd name="T6" fmla="*/ 13 w 66"/>
                <a:gd name="T7" fmla="*/ 34 h 60"/>
                <a:gd name="T8" fmla="*/ 17 w 66"/>
                <a:gd name="T9" fmla="*/ 52 h 60"/>
                <a:gd name="T10" fmla="*/ 13 w 66"/>
                <a:gd name="T11" fmla="*/ 60 h 60"/>
                <a:gd name="T12" fmla="*/ 6 w 66"/>
                <a:gd name="T13" fmla="*/ 55 h 60"/>
                <a:gd name="T14" fmla="*/ 12 w 66"/>
                <a:gd name="T15" fmla="*/ 10 h 60"/>
                <a:gd name="T16" fmla="*/ 22 w 66"/>
                <a:gd name="T17" fmla="*/ 8 h 60"/>
                <a:gd name="T18" fmla="*/ 36 w 66"/>
                <a:gd name="T19" fmla="*/ 1 h 60"/>
                <a:gd name="T20" fmla="*/ 65 w 66"/>
                <a:gd name="T21" fmla="*/ 24 h 60"/>
                <a:gd name="T22" fmla="*/ 60 w 66"/>
                <a:gd name="T23" fmla="*/ 41 h 60"/>
                <a:gd name="T24" fmla="*/ 55 w 66"/>
                <a:gd name="T25" fmla="*/ 32 h 60"/>
                <a:gd name="T26" fmla="*/ 37 w 66"/>
                <a:gd name="T27" fmla="*/ 2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60">
                  <a:moveTo>
                    <a:pt x="37" y="20"/>
                  </a:moveTo>
                  <a:cubicBezTo>
                    <a:pt x="37" y="19"/>
                    <a:pt x="34" y="30"/>
                    <a:pt x="28" y="31"/>
                  </a:cubicBezTo>
                  <a:cubicBezTo>
                    <a:pt x="22" y="32"/>
                    <a:pt x="19" y="41"/>
                    <a:pt x="19" y="41"/>
                  </a:cubicBezTo>
                  <a:cubicBezTo>
                    <a:pt x="19" y="41"/>
                    <a:pt x="18" y="31"/>
                    <a:pt x="13" y="34"/>
                  </a:cubicBezTo>
                  <a:cubicBezTo>
                    <a:pt x="7" y="37"/>
                    <a:pt x="11" y="57"/>
                    <a:pt x="17" y="52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60"/>
                    <a:pt x="7" y="58"/>
                    <a:pt x="6" y="55"/>
                  </a:cubicBezTo>
                  <a:cubicBezTo>
                    <a:pt x="5" y="52"/>
                    <a:pt x="0" y="17"/>
                    <a:pt x="12" y="10"/>
                  </a:cubicBezTo>
                  <a:cubicBezTo>
                    <a:pt x="24" y="3"/>
                    <a:pt x="22" y="8"/>
                    <a:pt x="22" y="8"/>
                  </a:cubicBezTo>
                  <a:cubicBezTo>
                    <a:pt x="22" y="8"/>
                    <a:pt x="24" y="0"/>
                    <a:pt x="36" y="1"/>
                  </a:cubicBezTo>
                  <a:cubicBezTo>
                    <a:pt x="48" y="1"/>
                    <a:pt x="64" y="18"/>
                    <a:pt x="65" y="24"/>
                  </a:cubicBezTo>
                  <a:cubicBezTo>
                    <a:pt x="66" y="30"/>
                    <a:pt x="60" y="41"/>
                    <a:pt x="60" y="41"/>
                  </a:cubicBezTo>
                  <a:cubicBezTo>
                    <a:pt x="60" y="41"/>
                    <a:pt x="60" y="35"/>
                    <a:pt x="55" y="32"/>
                  </a:cubicBezTo>
                  <a:cubicBezTo>
                    <a:pt x="50" y="29"/>
                    <a:pt x="40" y="26"/>
                    <a:pt x="37" y="2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1" name="Freeform 130"/>
            <p:cNvSpPr/>
            <p:nvPr userDrawn="1"/>
          </p:nvSpPr>
          <p:spPr bwMode="auto">
            <a:xfrm>
              <a:off x="11482099" y="4558391"/>
              <a:ext cx="74018" cy="397006"/>
            </a:xfrm>
            <a:custGeom>
              <a:avLst/>
              <a:gdLst>
                <a:gd name="T0" fmla="*/ 5 w 21"/>
                <a:gd name="T1" fmla="*/ 4 h 114"/>
                <a:gd name="T2" fmla="*/ 10 w 21"/>
                <a:gd name="T3" fmla="*/ 17 h 114"/>
                <a:gd name="T4" fmla="*/ 8 w 21"/>
                <a:gd name="T5" fmla="*/ 105 h 114"/>
                <a:gd name="T6" fmla="*/ 17 w 21"/>
                <a:gd name="T7" fmla="*/ 114 h 114"/>
                <a:gd name="T8" fmla="*/ 21 w 21"/>
                <a:gd name="T9" fmla="*/ 101 h 114"/>
                <a:gd name="T10" fmla="*/ 15 w 21"/>
                <a:gd name="T11" fmla="*/ 16 h 114"/>
                <a:gd name="T12" fmla="*/ 19 w 21"/>
                <a:gd name="T13" fmla="*/ 5 h 114"/>
                <a:gd name="T14" fmla="*/ 13 w 21"/>
                <a:gd name="T15" fmla="*/ 0 h 114"/>
                <a:gd name="T16" fmla="*/ 5 w 21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14">
                  <a:moveTo>
                    <a:pt x="5" y="4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0" y="82"/>
                    <a:pt x="8" y="10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13" y="86"/>
                    <a:pt x="15" y="16"/>
                    <a:pt x="15" y="1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5" y="4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2" name="Freeform 131"/>
            <p:cNvSpPr/>
            <p:nvPr userDrawn="1"/>
          </p:nvSpPr>
          <p:spPr bwMode="auto">
            <a:xfrm>
              <a:off x="11411445" y="4497831"/>
              <a:ext cx="161494" cy="112710"/>
            </a:xfrm>
            <a:custGeom>
              <a:avLst/>
              <a:gdLst>
                <a:gd name="T0" fmla="*/ 77 w 96"/>
                <a:gd name="T1" fmla="*/ 21 h 67"/>
                <a:gd name="T2" fmla="*/ 67 w 96"/>
                <a:gd name="T3" fmla="*/ 29 h 67"/>
                <a:gd name="T4" fmla="*/ 23 w 96"/>
                <a:gd name="T5" fmla="*/ 0 h 67"/>
                <a:gd name="T6" fmla="*/ 0 w 96"/>
                <a:gd name="T7" fmla="*/ 15 h 67"/>
                <a:gd name="T8" fmla="*/ 34 w 96"/>
                <a:gd name="T9" fmla="*/ 67 h 67"/>
                <a:gd name="T10" fmla="*/ 67 w 96"/>
                <a:gd name="T11" fmla="*/ 42 h 67"/>
                <a:gd name="T12" fmla="*/ 86 w 96"/>
                <a:gd name="T13" fmla="*/ 63 h 67"/>
                <a:gd name="T14" fmla="*/ 96 w 96"/>
                <a:gd name="T15" fmla="*/ 40 h 67"/>
                <a:gd name="T16" fmla="*/ 77 w 96"/>
                <a:gd name="T17" fmla="*/ 2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" h="67">
                  <a:moveTo>
                    <a:pt x="77" y="21"/>
                  </a:moveTo>
                  <a:lnTo>
                    <a:pt x="67" y="29"/>
                  </a:lnTo>
                  <a:lnTo>
                    <a:pt x="23" y="0"/>
                  </a:lnTo>
                  <a:lnTo>
                    <a:pt x="0" y="15"/>
                  </a:lnTo>
                  <a:lnTo>
                    <a:pt x="34" y="67"/>
                  </a:lnTo>
                  <a:lnTo>
                    <a:pt x="67" y="42"/>
                  </a:lnTo>
                  <a:lnTo>
                    <a:pt x="86" y="63"/>
                  </a:lnTo>
                  <a:lnTo>
                    <a:pt x="96" y="40"/>
                  </a:lnTo>
                  <a:lnTo>
                    <a:pt x="77" y="2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3" name="Freeform 132"/>
            <p:cNvSpPr/>
            <p:nvPr userDrawn="1"/>
          </p:nvSpPr>
          <p:spPr bwMode="auto">
            <a:xfrm>
              <a:off x="10651077" y="4188300"/>
              <a:ext cx="208597" cy="211961"/>
            </a:xfrm>
            <a:custGeom>
              <a:avLst/>
              <a:gdLst>
                <a:gd name="T0" fmla="*/ 17 w 60"/>
                <a:gd name="T1" fmla="*/ 12 h 61"/>
                <a:gd name="T2" fmla="*/ 33 w 60"/>
                <a:gd name="T3" fmla="*/ 1 h 61"/>
                <a:gd name="T4" fmla="*/ 55 w 60"/>
                <a:gd name="T5" fmla="*/ 31 h 61"/>
                <a:gd name="T6" fmla="*/ 11 w 60"/>
                <a:gd name="T7" fmla="*/ 61 h 61"/>
                <a:gd name="T8" fmla="*/ 1 w 60"/>
                <a:gd name="T9" fmla="*/ 33 h 61"/>
                <a:gd name="T10" fmla="*/ 17 w 60"/>
                <a:gd name="T11" fmla="*/ 1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61">
                  <a:moveTo>
                    <a:pt x="17" y="12"/>
                  </a:moveTo>
                  <a:cubicBezTo>
                    <a:pt x="17" y="12"/>
                    <a:pt x="21" y="0"/>
                    <a:pt x="33" y="1"/>
                  </a:cubicBezTo>
                  <a:cubicBezTo>
                    <a:pt x="44" y="2"/>
                    <a:pt x="60" y="17"/>
                    <a:pt x="55" y="31"/>
                  </a:cubicBezTo>
                  <a:cubicBezTo>
                    <a:pt x="51" y="46"/>
                    <a:pt x="11" y="61"/>
                    <a:pt x="11" y="61"/>
                  </a:cubicBezTo>
                  <a:cubicBezTo>
                    <a:pt x="11" y="61"/>
                    <a:pt x="0" y="49"/>
                    <a:pt x="1" y="33"/>
                  </a:cubicBezTo>
                  <a:cubicBezTo>
                    <a:pt x="3" y="18"/>
                    <a:pt x="10" y="7"/>
                    <a:pt x="17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4" name="Freeform 133"/>
            <p:cNvSpPr/>
            <p:nvPr userDrawn="1"/>
          </p:nvSpPr>
          <p:spPr bwMode="auto">
            <a:xfrm>
              <a:off x="10671264" y="4205122"/>
              <a:ext cx="188410" cy="317942"/>
            </a:xfrm>
            <a:custGeom>
              <a:avLst/>
              <a:gdLst>
                <a:gd name="T0" fmla="*/ 6 w 54"/>
                <a:gd name="T1" fmla="*/ 89 h 91"/>
                <a:gd name="T2" fmla="*/ 17 w 54"/>
                <a:gd name="T3" fmla="*/ 89 h 91"/>
                <a:gd name="T4" fmla="*/ 39 w 54"/>
                <a:gd name="T5" fmla="*/ 91 h 91"/>
                <a:gd name="T6" fmla="*/ 44 w 54"/>
                <a:gd name="T7" fmla="*/ 91 h 91"/>
                <a:gd name="T8" fmla="*/ 41 w 54"/>
                <a:gd name="T9" fmla="*/ 85 h 91"/>
                <a:gd name="T10" fmla="*/ 37 w 54"/>
                <a:gd name="T11" fmla="*/ 71 h 91"/>
                <a:gd name="T12" fmla="*/ 47 w 54"/>
                <a:gd name="T13" fmla="*/ 54 h 91"/>
                <a:gd name="T14" fmla="*/ 47 w 54"/>
                <a:gd name="T15" fmla="*/ 53 h 91"/>
                <a:gd name="T16" fmla="*/ 35 w 54"/>
                <a:gd name="T17" fmla="*/ 8 h 91"/>
                <a:gd name="T18" fmla="*/ 0 w 54"/>
                <a:gd name="T19" fmla="*/ 28 h 91"/>
                <a:gd name="T20" fmla="*/ 4 w 54"/>
                <a:gd name="T21" fmla="*/ 52 h 91"/>
                <a:gd name="T22" fmla="*/ 13 w 54"/>
                <a:gd name="T23" fmla="*/ 69 h 91"/>
                <a:gd name="T24" fmla="*/ 9 w 54"/>
                <a:gd name="T25" fmla="*/ 83 h 91"/>
                <a:gd name="T26" fmla="*/ 6 w 54"/>
                <a:gd name="T27" fmla="*/ 8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" h="91">
                  <a:moveTo>
                    <a:pt x="6" y="89"/>
                  </a:moveTo>
                  <a:cubicBezTo>
                    <a:pt x="17" y="89"/>
                    <a:pt x="17" y="89"/>
                    <a:pt x="17" y="89"/>
                  </a:cubicBezTo>
                  <a:cubicBezTo>
                    <a:pt x="39" y="91"/>
                    <a:pt x="39" y="91"/>
                    <a:pt x="39" y="91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4" y="91"/>
                    <a:pt x="43" y="89"/>
                    <a:pt x="41" y="85"/>
                  </a:cubicBezTo>
                  <a:cubicBezTo>
                    <a:pt x="39" y="81"/>
                    <a:pt x="36" y="74"/>
                    <a:pt x="37" y="71"/>
                  </a:cubicBezTo>
                  <a:cubicBezTo>
                    <a:pt x="38" y="66"/>
                    <a:pt x="42" y="65"/>
                    <a:pt x="47" y="54"/>
                  </a:cubicBezTo>
                  <a:cubicBezTo>
                    <a:pt x="47" y="54"/>
                    <a:pt x="47" y="54"/>
                    <a:pt x="47" y="53"/>
                  </a:cubicBezTo>
                  <a:cubicBezTo>
                    <a:pt x="54" y="38"/>
                    <a:pt x="50" y="15"/>
                    <a:pt x="35" y="8"/>
                  </a:cubicBezTo>
                  <a:cubicBezTo>
                    <a:pt x="16" y="0"/>
                    <a:pt x="0" y="15"/>
                    <a:pt x="0" y="28"/>
                  </a:cubicBezTo>
                  <a:cubicBezTo>
                    <a:pt x="1" y="40"/>
                    <a:pt x="2" y="47"/>
                    <a:pt x="4" y="52"/>
                  </a:cubicBezTo>
                  <a:cubicBezTo>
                    <a:pt x="7" y="61"/>
                    <a:pt x="11" y="62"/>
                    <a:pt x="13" y="69"/>
                  </a:cubicBezTo>
                  <a:cubicBezTo>
                    <a:pt x="14" y="72"/>
                    <a:pt x="11" y="78"/>
                    <a:pt x="9" y="83"/>
                  </a:cubicBezTo>
                  <a:cubicBezTo>
                    <a:pt x="7" y="86"/>
                    <a:pt x="6" y="89"/>
                    <a:pt x="6" y="8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5" name="Freeform 134"/>
            <p:cNvSpPr/>
            <p:nvPr userDrawn="1"/>
          </p:nvSpPr>
          <p:spPr bwMode="auto">
            <a:xfrm>
              <a:off x="10684722" y="4386803"/>
              <a:ext cx="151401" cy="156448"/>
            </a:xfrm>
            <a:custGeom>
              <a:avLst/>
              <a:gdLst>
                <a:gd name="T0" fmla="*/ 9 w 43"/>
                <a:gd name="T1" fmla="*/ 17 h 45"/>
                <a:gd name="T2" fmla="*/ 5 w 43"/>
                <a:gd name="T3" fmla="*/ 31 h 45"/>
                <a:gd name="T4" fmla="*/ 5 w 43"/>
                <a:gd name="T5" fmla="*/ 35 h 45"/>
                <a:gd name="T6" fmla="*/ 13 w 43"/>
                <a:gd name="T7" fmla="*/ 37 h 45"/>
                <a:gd name="T8" fmla="*/ 33 w 43"/>
                <a:gd name="T9" fmla="*/ 45 h 45"/>
                <a:gd name="T10" fmla="*/ 35 w 43"/>
                <a:gd name="T11" fmla="*/ 39 h 45"/>
                <a:gd name="T12" fmla="*/ 37 w 43"/>
                <a:gd name="T13" fmla="*/ 33 h 45"/>
                <a:gd name="T14" fmla="*/ 33 w 43"/>
                <a:gd name="T15" fmla="*/ 19 h 45"/>
                <a:gd name="T16" fmla="*/ 43 w 43"/>
                <a:gd name="T17" fmla="*/ 2 h 45"/>
                <a:gd name="T18" fmla="*/ 26 w 43"/>
                <a:gd name="T19" fmla="*/ 5 h 45"/>
                <a:gd name="T20" fmla="*/ 0 w 43"/>
                <a:gd name="T21" fmla="*/ 0 h 45"/>
                <a:gd name="T22" fmla="*/ 9 w 43"/>
                <a:gd name="T23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45">
                  <a:moveTo>
                    <a:pt x="9" y="17"/>
                  </a:moveTo>
                  <a:cubicBezTo>
                    <a:pt x="10" y="20"/>
                    <a:pt x="7" y="26"/>
                    <a:pt x="5" y="31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5" y="29"/>
                    <a:pt x="32" y="22"/>
                    <a:pt x="33" y="19"/>
                  </a:cubicBezTo>
                  <a:cubicBezTo>
                    <a:pt x="34" y="14"/>
                    <a:pt x="38" y="13"/>
                    <a:pt x="43" y="2"/>
                  </a:cubicBezTo>
                  <a:cubicBezTo>
                    <a:pt x="39" y="4"/>
                    <a:pt x="33" y="6"/>
                    <a:pt x="26" y="5"/>
                  </a:cubicBezTo>
                  <a:cubicBezTo>
                    <a:pt x="17" y="5"/>
                    <a:pt x="5" y="2"/>
                    <a:pt x="0" y="0"/>
                  </a:cubicBezTo>
                  <a:cubicBezTo>
                    <a:pt x="3" y="9"/>
                    <a:pt x="7" y="10"/>
                    <a:pt x="9" y="1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6" name="Freeform 135"/>
            <p:cNvSpPr/>
            <p:nvPr userDrawn="1"/>
          </p:nvSpPr>
          <p:spPr bwMode="auto">
            <a:xfrm>
              <a:off x="10651077" y="4240450"/>
              <a:ext cx="45421" cy="97569"/>
            </a:xfrm>
            <a:custGeom>
              <a:avLst/>
              <a:gdLst>
                <a:gd name="T0" fmla="*/ 13 w 13"/>
                <a:gd name="T1" fmla="*/ 0 h 28"/>
                <a:gd name="T2" fmla="*/ 11 w 13"/>
                <a:gd name="T3" fmla="*/ 13 h 28"/>
                <a:gd name="T4" fmla="*/ 11 w 13"/>
                <a:gd name="T5" fmla="*/ 28 h 28"/>
                <a:gd name="T6" fmla="*/ 3 w 13"/>
                <a:gd name="T7" fmla="*/ 25 h 28"/>
                <a:gd name="T8" fmla="*/ 13 w 13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8">
                  <a:moveTo>
                    <a:pt x="13" y="0"/>
                  </a:moveTo>
                  <a:cubicBezTo>
                    <a:pt x="13" y="0"/>
                    <a:pt x="13" y="8"/>
                    <a:pt x="11" y="13"/>
                  </a:cubicBezTo>
                  <a:cubicBezTo>
                    <a:pt x="10" y="18"/>
                    <a:pt x="11" y="28"/>
                    <a:pt x="11" y="28"/>
                  </a:cubicBezTo>
                  <a:cubicBezTo>
                    <a:pt x="11" y="28"/>
                    <a:pt x="7" y="20"/>
                    <a:pt x="3" y="25"/>
                  </a:cubicBezTo>
                  <a:cubicBezTo>
                    <a:pt x="3" y="25"/>
                    <a:pt x="0" y="7"/>
                    <a:pt x="13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7" name="Freeform 136"/>
            <p:cNvSpPr/>
            <p:nvPr userDrawn="1"/>
          </p:nvSpPr>
          <p:spPr bwMode="auto">
            <a:xfrm>
              <a:off x="10642666" y="4306056"/>
              <a:ext cx="53831" cy="74018"/>
            </a:xfrm>
            <a:custGeom>
              <a:avLst/>
              <a:gdLst>
                <a:gd name="T0" fmla="*/ 13 w 15"/>
                <a:gd name="T1" fmla="*/ 9 h 21"/>
                <a:gd name="T2" fmla="*/ 5 w 15"/>
                <a:gd name="T3" fmla="*/ 6 h 21"/>
                <a:gd name="T4" fmla="*/ 13 w 15"/>
                <a:gd name="T5" fmla="*/ 20 h 21"/>
                <a:gd name="T6" fmla="*/ 13 w 15"/>
                <a:gd name="T7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21">
                  <a:moveTo>
                    <a:pt x="13" y="9"/>
                  </a:moveTo>
                  <a:cubicBezTo>
                    <a:pt x="13" y="9"/>
                    <a:pt x="11" y="0"/>
                    <a:pt x="5" y="6"/>
                  </a:cubicBezTo>
                  <a:cubicBezTo>
                    <a:pt x="0" y="11"/>
                    <a:pt x="10" y="21"/>
                    <a:pt x="13" y="20"/>
                  </a:cubicBezTo>
                  <a:cubicBezTo>
                    <a:pt x="15" y="18"/>
                    <a:pt x="13" y="9"/>
                    <a:pt x="13" y="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8" name="Freeform 137"/>
            <p:cNvSpPr/>
            <p:nvPr userDrawn="1"/>
          </p:nvSpPr>
          <p:spPr bwMode="auto">
            <a:xfrm>
              <a:off x="10356687" y="4240450"/>
              <a:ext cx="794013" cy="746910"/>
            </a:xfrm>
            <a:custGeom>
              <a:avLst/>
              <a:gdLst>
                <a:gd name="T0" fmla="*/ 115 w 227"/>
                <a:gd name="T1" fmla="*/ 71 h 214"/>
                <a:gd name="T2" fmla="*/ 157 w 227"/>
                <a:gd name="T3" fmla="*/ 68 h 214"/>
                <a:gd name="T4" fmla="*/ 188 w 227"/>
                <a:gd name="T5" fmla="*/ 64 h 214"/>
                <a:gd name="T6" fmla="*/ 160 w 227"/>
                <a:gd name="T7" fmla="*/ 23 h 214"/>
                <a:gd name="T8" fmla="*/ 160 w 227"/>
                <a:gd name="T9" fmla="*/ 5 h 214"/>
                <a:gd name="T10" fmla="*/ 222 w 227"/>
                <a:gd name="T11" fmla="*/ 77 h 214"/>
                <a:gd name="T12" fmla="*/ 164 w 227"/>
                <a:gd name="T13" fmla="*/ 108 h 214"/>
                <a:gd name="T14" fmla="*/ 149 w 227"/>
                <a:gd name="T15" fmla="*/ 193 h 214"/>
                <a:gd name="T16" fmla="*/ 110 w 227"/>
                <a:gd name="T17" fmla="*/ 214 h 214"/>
                <a:gd name="T18" fmla="*/ 83 w 227"/>
                <a:gd name="T19" fmla="*/ 192 h 214"/>
                <a:gd name="T20" fmla="*/ 69 w 227"/>
                <a:gd name="T21" fmla="*/ 107 h 214"/>
                <a:gd name="T22" fmla="*/ 0 w 227"/>
                <a:gd name="T23" fmla="*/ 71 h 214"/>
                <a:gd name="T24" fmla="*/ 71 w 227"/>
                <a:gd name="T25" fmla="*/ 0 h 214"/>
                <a:gd name="T26" fmla="*/ 81 w 227"/>
                <a:gd name="T27" fmla="*/ 14 h 214"/>
                <a:gd name="T28" fmla="*/ 35 w 227"/>
                <a:gd name="T29" fmla="*/ 64 h 214"/>
                <a:gd name="T30" fmla="*/ 74 w 227"/>
                <a:gd name="T31" fmla="*/ 68 h 214"/>
                <a:gd name="T32" fmla="*/ 115 w 227"/>
                <a:gd name="T33" fmla="*/ 7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14">
                  <a:moveTo>
                    <a:pt x="115" y="71"/>
                  </a:moveTo>
                  <a:cubicBezTo>
                    <a:pt x="115" y="71"/>
                    <a:pt x="151" y="63"/>
                    <a:pt x="157" y="68"/>
                  </a:cubicBezTo>
                  <a:cubicBezTo>
                    <a:pt x="163" y="72"/>
                    <a:pt x="188" y="64"/>
                    <a:pt x="188" y="64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0" y="5"/>
                    <a:pt x="160" y="5"/>
                    <a:pt x="160" y="5"/>
                  </a:cubicBezTo>
                  <a:cubicBezTo>
                    <a:pt x="160" y="5"/>
                    <a:pt x="227" y="53"/>
                    <a:pt x="222" y="77"/>
                  </a:cubicBezTo>
                  <a:cubicBezTo>
                    <a:pt x="219" y="93"/>
                    <a:pt x="164" y="108"/>
                    <a:pt x="164" y="108"/>
                  </a:cubicBezTo>
                  <a:cubicBezTo>
                    <a:pt x="164" y="108"/>
                    <a:pt x="161" y="152"/>
                    <a:pt x="149" y="193"/>
                  </a:cubicBezTo>
                  <a:cubicBezTo>
                    <a:pt x="110" y="214"/>
                    <a:pt x="110" y="214"/>
                    <a:pt x="110" y="214"/>
                  </a:cubicBezTo>
                  <a:cubicBezTo>
                    <a:pt x="83" y="192"/>
                    <a:pt x="83" y="192"/>
                    <a:pt x="83" y="192"/>
                  </a:cubicBezTo>
                  <a:cubicBezTo>
                    <a:pt x="83" y="192"/>
                    <a:pt x="84" y="143"/>
                    <a:pt x="69" y="107"/>
                  </a:cubicBezTo>
                  <a:cubicBezTo>
                    <a:pt x="69" y="107"/>
                    <a:pt x="1" y="94"/>
                    <a:pt x="0" y="71"/>
                  </a:cubicBezTo>
                  <a:cubicBezTo>
                    <a:pt x="0" y="52"/>
                    <a:pt x="71" y="0"/>
                    <a:pt x="71" y="0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4"/>
                    <a:pt x="41" y="49"/>
                    <a:pt x="35" y="64"/>
                  </a:cubicBezTo>
                  <a:cubicBezTo>
                    <a:pt x="35" y="64"/>
                    <a:pt x="51" y="73"/>
                    <a:pt x="74" y="68"/>
                  </a:cubicBezTo>
                  <a:cubicBezTo>
                    <a:pt x="99" y="61"/>
                    <a:pt x="115" y="71"/>
                    <a:pt x="115" y="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09" name="Freeform 138"/>
            <p:cNvSpPr/>
            <p:nvPr userDrawn="1"/>
          </p:nvSpPr>
          <p:spPr bwMode="auto">
            <a:xfrm>
              <a:off x="10839487" y="3947742"/>
              <a:ext cx="90840" cy="134578"/>
            </a:xfrm>
            <a:custGeom>
              <a:avLst/>
              <a:gdLst>
                <a:gd name="T0" fmla="*/ 22 w 26"/>
                <a:gd name="T1" fmla="*/ 28 h 39"/>
                <a:gd name="T2" fmla="*/ 26 w 26"/>
                <a:gd name="T3" fmla="*/ 15 h 39"/>
                <a:gd name="T4" fmla="*/ 23 w 26"/>
                <a:gd name="T5" fmla="*/ 8 h 39"/>
                <a:gd name="T6" fmla="*/ 23 w 26"/>
                <a:gd name="T7" fmla="*/ 14 h 39"/>
                <a:gd name="T8" fmla="*/ 21 w 26"/>
                <a:gd name="T9" fmla="*/ 18 h 39"/>
                <a:gd name="T10" fmla="*/ 17 w 26"/>
                <a:gd name="T11" fmla="*/ 8 h 39"/>
                <a:gd name="T12" fmla="*/ 10 w 26"/>
                <a:gd name="T13" fmla="*/ 1 h 39"/>
                <a:gd name="T14" fmla="*/ 9 w 26"/>
                <a:gd name="T15" fmla="*/ 2 h 39"/>
                <a:gd name="T16" fmla="*/ 13 w 26"/>
                <a:gd name="T17" fmla="*/ 9 h 39"/>
                <a:gd name="T18" fmla="*/ 15 w 26"/>
                <a:gd name="T19" fmla="*/ 13 h 39"/>
                <a:gd name="T20" fmla="*/ 9 w 26"/>
                <a:gd name="T21" fmla="*/ 10 h 39"/>
                <a:gd name="T22" fmla="*/ 0 w 26"/>
                <a:gd name="T23" fmla="*/ 8 h 39"/>
                <a:gd name="T24" fmla="*/ 5 w 26"/>
                <a:gd name="T25" fmla="*/ 12 h 39"/>
                <a:gd name="T26" fmla="*/ 10 w 26"/>
                <a:gd name="T27" fmla="*/ 16 h 39"/>
                <a:gd name="T28" fmla="*/ 5 w 26"/>
                <a:gd name="T29" fmla="*/ 15 h 39"/>
                <a:gd name="T30" fmla="*/ 0 w 26"/>
                <a:gd name="T31" fmla="*/ 16 h 39"/>
                <a:gd name="T32" fmla="*/ 2 w 26"/>
                <a:gd name="T33" fmla="*/ 18 h 39"/>
                <a:gd name="T34" fmla="*/ 1 w 26"/>
                <a:gd name="T35" fmla="*/ 19 h 39"/>
                <a:gd name="T36" fmla="*/ 4 w 26"/>
                <a:gd name="T37" fmla="*/ 20 h 39"/>
                <a:gd name="T38" fmla="*/ 7 w 26"/>
                <a:gd name="T39" fmla="*/ 23 h 39"/>
                <a:gd name="T40" fmla="*/ 16 w 26"/>
                <a:gd name="T41" fmla="*/ 34 h 39"/>
                <a:gd name="T42" fmla="*/ 21 w 26"/>
                <a:gd name="T43" fmla="*/ 39 h 39"/>
                <a:gd name="T44" fmla="*/ 22 w 26"/>
                <a:gd name="T45" fmla="*/ 2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9">
                  <a:moveTo>
                    <a:pt x="22" y="28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1" y="9"/>
                    <a:pt x="23" y="14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8" y="0"/>
                    <a:pt x="9" y="2"/>
                  </a:cubicBezTo>
                  <a:cubicBezTo>
                    <a:pt x="9" y="4"/>
                    <a:pt x="13" y="9"/>
                    <a:pt x="13" y="9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11"/>
                    <a:pt x="5" y="12"/>
                  </a:cubicBezTo>
                  <a:cubicBezTo>
                    <a:pt x="8" y="12"/>
                    <a:pt x="10" y="16"/>
                    <a:pt x="10" y="1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0" y="15"/>
                    <a:pt x="0" y="16"/>
                  </a:cubicBezTo>
                  <a:cubicBezTo>
                    <a:pt x="0" y="18"/>
                    <a:pt x="2" y="18"/>
                    <a:pt x="2" y="18"/>
                  </a:cubicBezTo>
                  <a:cubicBezTo>
                    <a:pt x="2" y="18"/>
                    <a:pt x="1" y="18"/>
                    <a:pt x="1" y="19"/>
                  </a:cubicBezTo>
                  <a:cubicBezTo>
                    <a:pt x="2" y="20"/>
                    <a:pt x="4" y="20"/>
                    <a:pt x="4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10" y="34"/>
                    <a:pt x="16" y="34"/>
                  </a:cubicBezTo>
                  <a:cubicBezTo>
                    <a:pt x="18" y="34"/>
                    <a:pt x="21" y="39"/>
                    <a:pt x="21" y="39"/>
                  </a:cubicBezTo>
                  <a:lnTo>
                    <a:pt x="22" y="28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0" name="Freeform 139"/>
            <p:cNvSpPr/>
            <p:nvPr userDrawn="1"/>
          </p:nvSpPr>
          <p:spPr bwMode="auto">
            <a:xfrm>
              <a:off x="10736871" y="4477644"/>
              <a:ext cx="102617" cy="341493"/>
            </a:xfrm>
            <a:custGeom>
              <a:avLst/>
              <a:gdLst>
                <a:gd name="T0" fmla="*/ 16 w 29"/>
                <a:gd name="T1" fmla="*/ 0 h 98"/>
                <a:gd name="T2" fmla="*/ 10 w 29"/>
                <a:gd name="T3" fmla="*/ 12 h 98"/>
                <a:gd name="T4" fmla="*/ 29 w 29"/>
                <a:gd name="T5" fmla="*/ 91 h 98"/>
                <a:gd name="T6" fmla="*/ 19 w 29"/>
                <a:gd name="T7" fmla="*/ 98 h 98"/>
                <a:gd name="T8" fmla="*/ 8 w 29"/>
                <a:gd name="T9" fmla="*/ 90 h 98"/>
                <a:gd name="T10" fmla="*/ 5 w 29"/>
                <a:gd name="T11" fmla="*/ 14 h 98"/>
                <a:gd name="T12" fmla="*/ 0 w 29"/>
                <a:gd name="T13" fmla="*/ 1 h 98"/>
                <a:gd name="T14" fmla="*/ 8 w 29"/>
                <a:gd name="T15" fmla="*/ 1 h 98"/>
                <a:gd name="T16" fmla="*/ 16 w 29"/>
                <a:gd name="T1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98">
                  <a:moveTo>
                    <a:pt x="16" y="0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24" y="49"/>
                    <a:pt x="29" y="9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8" y="90"/>
                    <a:pt x="18" y="48"/>
                    <a:pt x="5" y="1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1" name="Freeform 140"/>
            <p:cNvSpPr/>
            <p:nvPr userDrawn="1"/>
          </p:nvSpPr>
          <p:spPr bwMode="auto">
            <a:xfrm>
              <a:off x="10765469" y="4452411"/>
              <a:ext cx="55514" cy="70654"/>
            </a:xfrm>
            <a:custGeom>
              <a:avLst/>
              <a:gdLst>
                <a:gd name="T0" fmla="*/ 33 w 33"/>
                <a:gd name="T1" fmla="*/ 13 h 42"/>
                <a:gd name="T2" fmla="*/ 21 w 33"/>
                <a:gd name="T3" fmla="*/ 0 h 42"/>
                <a:gd name="T4" fmla="*/ 0 w 33"/>
                <a:gd name="T5" fmla="*/ 17 h 42"/>
                <a:gd name="T6" fmla="*/ 25 w 33"/>
                <a:gd name="T7" fmla="*/ 42 h 42"/>
                <a:gd name="T8" fmla="*/ 33 w 33"/>
                <a:gd name="T9" fmla="*/ 1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2">
                  <a:moveTo>
                    <a:pt x="33" y="13"/>
                  </a:moveTo>
                  <a:lnTo>
                    <a:pt x="21" y="0"/>
                  </a:lnTo>
                  <a:lnTo>
                    <a:pt x="0" y="17"/>
                  </a:lnTo>
                  <a:lnTo>
                    <a:pt x="25" y="42"/>
                  </a:lnTo>
                  <a:lnTo>
                    <a:pt x="33" y="13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2" name="Freeform 141"/>
            <p:cNvSpPr/>
            <p:nvPr userDrawn="1"/>
          </p:nvSpPr>
          <p:spPr bwMode="auto">
            <a:xfrm>
              <a:off x="10691451" y="4455775"/>
              <a:ext cx="74018" cy="63925"/>
            </a:xfrm>
            <a:custGeom>
              <a:avLst/>
              <a:gdLst>
                <a:gd name="T0" fmla="*/ 44 w 44"/>
                <a:gd name="T1" fmla="*/ 15 h 38"/>
                <a:gd name="T2" fmla="*/ 15 w 44"/>
                <a:gd name="T3" fmla="*/ 38 h 38"/>
                <a:gd name="T4" fmla="*/ 0 w 44"/>
                <a:gd name="T5" fmla="*/ 11 h 38"/>
                <a:gd name="T6" fmla="*/ 15 w 44"/>
                <a:gd name="T7" fmla="*/ 0 h 38"/>
                <a:gd name="T8" fmla="*/ 44 w 44"/>
                <a:gd name="T9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38">
                  <a:moveTo>
                    <a:pt x="44" y="15"/>
                  </a:moveTo>
                  <a:lnTo>
                    <a:pt x="15" y="38"/>
                  </a:lnTo>
                  <a:lnTo>
                    <a:pt x="0" y="11"/>
                  </a:lnTo>
                  <a:lnTo>
                    <a:pt x="15" y="0"/>
                  </a:lnTo>
                  <a:lnTo>
                    <a:pt x="44" y="1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3" name="Freeform 142"/>
            <p:cNvSpPr/>
            <p:nvPr userDrawn="1"/>
          </p:nvSpPr>
          <p:spPr bwMode="auto">
            <a:xfrm>
              <a:off x="10820983" y="4581942"/>
              <a:ext cx="74018" cy="94205"/>
            </a:xfrm>
            <a:custGeom>
              <a:avLst/>
              <a:gdLst>
                <a:gd name="T0" fmla="*/ 19 w 21"/>
                <a:gd name="T1" fmla="*/ 2 h 27"/>
                <a:gd name="T2" fmla="*/ 0 w 21"/>
                <a:gd name="T3" fmla="*/ 4 h 27"/>
                <a:gd name="T4" fmla="*/ 4 w 21"/>
                <a:gd name="T5" fmla="*/ 23 h 27"/>
                <a:gd name="T6" fmla="*/ 14 w 21"/>
                <a:gd name="T7" fmla="*/ 27 h 27"/>
                <a:gd name="T8" fmla="*/ 21 w 21"/>
                <a:gd name="T9" fmla="*/ 21 h 27"/>
                <a:gd name="T10" fmla="*/ 19 w 21"/>
                <a:gd name="T11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7">
                  <a:moveTo>
                    <a:pt x="19" y="2"/>
                  </a:moveTo>
                  <a:cubicBezTo>
                    <a:pt x="19" y="2"/>
                    <a:pt x="9" y="0"/>
                    <a:pt x="0" y="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21" y="21"/>
                    <a:pt x="21" y="21"/>
                    <a:pt x="21" y="21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4" name="Freeform 143"/>
            <p:cNvSpPr/>
            <p:nvPr userDrawn="1"/>
          </p:nvSpPr>
          <p:spPr bwMode="auto">
            <a:xfrm>
              <a:off x="10467714" y="4909977"/>
              <a:ext cx="615696" cy="1106907"/>
            </a:xfrm>
            <a:custGeom>
              <a:avLst/>
              <a:gdLst>
                <a:gd name="T0" fmla="*/ 117 w 176"/>
                <a:gd name="T1" fmla="*/ 1 h 317"/>
                <a:gd name="T2" fmla="*/ 51 w 176"/>
                <a:gd name="T3" fmla="*/ 0 h 317"/>
                <a:gd name="T4" fmla="*/ 46 w 176"/>
                <a:gd name="T5" fmla="*/ 25 h 317"/>
                <a:gd name="T6" fmla="*/ 7 w 176"/>
                <a:gd name="T7" fmla="*/ 153 h 317"/>
                <a:gd name="T8" fmla="*/ 20 w 176"/>
                <a:gd name="T9" fmla="*/ 283 h 317"/>
                <a:gd name="T10" fmla="*/ 4 w 176"/>
                <a:gd name="T11" fmla="*/ 310 h 317"/>
                <a:gd name="T12" fmla="*/ 39 w 176"/>
                <a:gd name="T13" fmla="*/ 291 h 317"/>
                <a:gd name="T14" fmla="*/ 34 w 176"/>
                <a:gd name="T15" fmla="*/ 157 h 317"/>
                <a:gd name="T16" fmla="*/ 85 w 176"/>
                <a:gd name="T17" fmla="*/ 68 h 317"/>
                <a:gd name="T18" fmla="*/ 137 w 176"/>
                <a:gd name="T19" fmla="*/ 166 h 317"/>
                <a:gd name="T20" fmla="*/ 127 w 176"/>
                <a:gd name="T21" fmla="*/ 291 h 317"/>
                <a:gd name="T22" fmla="*/ 175 w 176"/>
                <a:gd name="T23" fmla="*/ 307 h 317"/>
                <a:gd name="T24" fmla="*/ 147 w 176"/>
                <a:gd name="T25" fmla="*/ 284 h 317"/>
                <a:gd name="T26" fmla="*/ 164 w 176"/>
                <a:gd name="T27" fmla="*/ 160 h 317"/>
                <a:gd name="T28" fmla="*/ 119 w 176"/>
                <a:gd name="T29" fmla="*/ 21 h 317"/>
                <a:gd name="T30" fmla="*/ 117 w 176"/>
                <a:gd name="T31" fmla="*/ 1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6" h="317">
                  <a:moveTo>
                    <a:pt x="117" y="1"/>
                  </a:moveTo>
                  <a:cubicBezTo>
                    <a:pt x="117" y="1"/>
                    <a:pt x="80" y="12"/>
                    <a:pt x="51" y="0"/>
                  </a:cubicBezTo>
                  <a:cubicBezTo>
                    <a:pt x="51" y="0"/>
                    <a:pt x="47" y="19"/>
                    <a:pt x="46" y="25"/>
                  </a:cubicBezTo>
                  <a:cubicBezTo>
                    <a:pt x="39" y="61"/>
                    <a:pt x="8" y="117"/>
                    <a:pt x="7" y="153"/>
                  </a:cubicBezTo>
                  <a:cubicBezTo>
                    <a:pt x="6" y="193"/>
                    <a:pt x="20" y="283"/>
                    <a:pt x="20" y="283"/>
                  </a:cubicBezTo>
                  <a:cubicBezTo>
                    <a:pt x="0" y="305"/>
                    <a:pt x="4" y="310"/>
                    <a:pt x="4" y="310"/>
                  </a:cubicBezTo>
                  <a:cubicBezTo>
                    <a:pt x="33" y="316"/>
                    <a:pt x="39" y="291"/>
                    <a:pt x="39" y="291"/>
                  </a:cubicBezTo>
                  <a:cubicBezTo>
                    <a:pt x="39" y="291"/>
                    <a:pt x="28" y="196"/>
                    <a:pt x="34" y="157"/>
                  </a:cubicBezTo>
                  <a:cubicBezTo>
                    <a:pt x="38" y="131"/>
                    <a:pt x="75" y="68"/>
                    <a:pt x="85" y="68"/>
                  </a:cubicBezTo>
                  <a:cubicBezTo>
                    <a:pt x="93" y="68"/>
                    <a:pt x="132" y="149"/>
                    <a:pt x="137" y="166"/>
                  </a:cubicBezTo>
                  <a:cubicBezTo>
                    <a:pt x="142" y="182"/>
                    <a:pt x="127" y="291"/>
                    <a:pt x="127" y="291"/>
                  </a:cubicBezTo>
                  <a:cubicBezTo>
                    <a:pt x="127" y="291"/>
                    <a:pt x="153" y="317"/>
                    <a:pt x="175" y="307"/>
                  </a:cubicBezTo>
                  <a:cubicBezTo>
                    <a:pt x="175" y="307"/>
                    <a:pt x="176" y="296"/>
                    <a:pt x="147" y="284"/>
                  </a:cubicBezTo>
                  <a:cubicBezTo>
                    <a:pt x="147" y="284"/>
                    <a:pt x="162" y="213"/>
                    <a:pt x="164" y="160"/>
                  </a:cubicBezTo>
                  <a:cubicBezTo>
                    <a:pt x="165" y="138"/>
                    <a:pt x="128" y="58"/>
                    <a:pt x="119" y="21"/>
                  </a:cubicBezTo>
                  <a:cubicBezTo>
                    <a:pt x="118" y="16"/>
                    <a:pt x="117" y="1"/>
                    <a:pt x="117" y="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5" name="Freeform 144"/>
            <p:cNvSpPr/>
            <p:nvPr userDrawn="1"/>
          </p:nvSpPr>
          <p:spPr bwMode="auto">
            <a:xfrm>
              <a:off x="10755375" y="4938575"/>
              <a:ext cx="62243" cy="38692"/>
            </a:xfrm>
            <a:custGeom>
              <a:avLst/>
              <a:gdLst>
                <a:gd name="T0" fmla="*/ 18 w 18"/>
                <a:gd name="T1" fmla="*/ 0 h 11"/>
                <a:gd name="T2" fmla="*/ 18 w 18"/>
                <a:gd name="T3" fmla="*/ 7 h 11"/>
                <a:gd name="T4" fmla="*/ 0 w 18"/>
                <a:gd name="T5" fmla="*/ 9 h 11"/>
                <a:gd name="T6" fmla="*/ 0 w 18"/>
                <a:gd name="T7" fmla="*/ 2 h 11"/>
                <a:gd name="T8" fmla="*/ 18 w 18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8" y="0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9" y="11"/>
                    <a:pt x="0" y="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9" y="2"/>
                    <a:pt x="18" y="0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6" name="Freeform 145"/>
            <p:cNvSpPr/>
            <p:nvPr userDrawn="1"/>
          </p:nvSpPr>
          <p:spPr bwMode="auto">
            <a:xfrm>
              <a:off x="10472761" y="2596910"/>
              <a:ext cx="230466" cy="324671"/>
            </a:xfrm>
            <a:custGeom>
              <a:avLst/>
              <a:gdLst>
                <a:gd name="T0" fmla="*/ 66 w 66"/>
                <a:gd name="T1" fmla="*/ 71 h 93"/>
                <a:gd name="T2" fmla="*/ 54 w 66"/>
                <a:gd name="T3" fmla="*/ 93 h 93"/>
                <a:gd name="T4" fmla="*/ 31 w 66"/>
                <a:gd name="T5" fmla="*/ 87 h 93"/>
                <a:gd name="T6" fmla="*/ 30 w 66"/>
                <a:gd name="T7" fmla="*/ 74 h 93"/>
                <a:gd name="T8" fmla="*/ 7 w 66"/>
                <a:gd name="T9" fmla="*/ 50 h 93"/>
                <a:gd name="T10" fmla="*/ 20 w 66"/>
                <a:gd name="T11" fmla="*/ 6 h 93"/>
                <a:gd name="T12" fmla="*/ 55 w 66"/>
                <a:gd name="T13" fmla="*/ 25 h 93"/>
                <a:gd name="T14" fmla="*/ 57 w 66"/>
                <a:gd name="T15" fmla="*/ 50 h 93"/>
                <a:gd name="T16" fmla="*/ 66 w 66"/>
                <a:gd name="T17" fmla="*/ 7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93">
                  <a:moveTo>
                    <a:pt x="66" y="71"/>
                  </a:moveTo>
                  <a:cubicBezTo>
                    <a:pt x="54" y="93"/>
                    <a:pt x="54" y="93"/>
                    <a:pt x="54" y="93"/>
                  </a:cubicBezTo>
                  <a:cubicBezTo>
                    <a:pt x="31" y="87"/>
                    <a:pt x="31" y="87"/>
                    <a:pt x="31" y="87"/>
                  </a:cubicBezTo>
                  <a:cubicBezTo>
                    <a:pt x="31" y="87"/>
                    <a:pt x="38" y="79"/>
                    <a:pt x="30" y="74"/>
                  </a:cubicBezTo>
                  <a:cubicBezTo>
                    <a:pt x="30" y="74"/>
                    <a:pt x="15" y="79"/>
                    <a:pt x="7" y="50"/>
                  </a:cubicBezTo>
                  <a:cubicBezTo>
                    <a:pt x="1" y="29"/>
                    <a:pt x="0" y="14"/>
                    <a:pt x="20" y="6"/>
                  </a:cubicBezTo>
                  <a:cubicBezTo>
                    <a:pt x="36" y="0"/>
                    <a:pt x="49" y="8"/>
                    <a:pt x="55" y="25"/>
                  </a:cubicBezTo>
                  <a:cubicBezTo>
                    <a:pt x="60" y="38"/>
                    <a:pt x="58" y="45"/>
                    <a:pt x="57" y="50"/>
                  </a:cubicBezTo>
                  <a:cubicBezTo>
                    <a:pt x="54" y="57"/>
                    <a:pt x="52" y="61"/>
                    <a:pt x="66" y="71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7" name="Freeform 146"/>
            <p:cNvSpPr/>
            <p:nvPr userDrawn="1"/>
          </p:nvSpPr>
          <p:spPr bwMode="auto">
            <a:xfrm>
              <a:off x="10577059" y="2763452"/>
              <a:ext cx="126168" cy="158130"/>
            </a:xfrm>
            <a:custGeom>
              <a:avLst/>
              <a:gdLst>
                <a:gd name="T0" fmla="*/ 36 w 36"/>
                <a:gd name="T1" fmla="*/ 23 h 45"/>
                <a:gd name="T2" fmla="*/ 24 w 36"/>
                <a:gd name="T3" fmla="*/ 45 h 45"/>
                <a:gd name="T4" fmla="*/ 1 w 36"/>
                <a:gd name="T5" fmla="*/ 39 h 45"/>
                <a:gd name="T6" fmla="*/ 0 w 36"/>
                <a:gd name="T7" fmla="*/ 26 h 45"/>
                <a:gd name="T8" fmla="*/ 19 w 36"/>
                <a:gd name="T9" fmla="*/ 1 h 45"/>
                <a:gd name="T10" fmla="*/ 27 w 36"/>
                <a:gd name="T11" fmla="*/ 2 h 45"/>
                <a:gd name="T12" fmla="*/ 36 w 36"/>
                <a:gd name="T13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5">
                  <a:moveTo>
                    <a:pt x="36" y="23"/>
                  </a:moveTo>
                  <a:cubicBezTo>
                    <a:pt x="24" y="45"/>
                    <a:pt x="24" y="45"/>
                    <a:pt x="24" y="45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8" y="31"/>
                    <a:pt x="0" y="26"/>
                  </a:cubicBezTo>
                  <a:cubicBezTo>
                    <a:pt x="10" y="21"/>
                    <a:pt x="12" y="3"/>
                    <a:pt x="19" y="1"/>
                  </a:cubicBezTo>
                  <a:cubicBezTo>
                    <a:pt x="21" y="0"/>
                    <a:pt x="24" y="1"/>
                    <a:pt x="27" y="2"/>
                  </a:cubicBezTo>
                  <a:cubicBezTo>
                    <a:pt x="24" y="9"/>
                    <a:pt x="22" y="13"/>
                    <a:pt x="36" y="23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8" name="Freeform 147"/>
            <p:cNvSpPr/>
            <p:nvPr userDrawn="1"/>
          </p:nvSpPr>
          <p:spPr bwMode="auto">
            <a:xfrm>
              <a:off x="10541733" y="2630555"/>
              <a:ext cx="469343" cy="746910"/>
            </a:xfrm>
            <a:custGeom>
              <a:avLst/>
              <a:gdLst>
                <a:gd name="T0" fmla="*/ 81 w 134"/>
                <a:gd name="T1" fmla="*/ 86 h 214"/>
                <a:gd name="T2" fmla="*/ 123 w 134"/>
                <a:gd name="T3" fmla="*/ 83 h 214"/>
                <a:gd name="T4" fmla="*/ 62 w 134"/>
                <a:gd name="T5" fmla="*/ 0 h 214"/>
                <a:gd name="T6" fmla="*/ 53 w 134"/>
                <a:gd name="T7" fmla="*/ 8 h 214"/>
                <a:gd name="T8" fmla="*/ 91 w 134"/>
                <a:gd name="T9" fmla="*/ 56 h 214"/>
                <a:gd name="T10" fmla="*/ 61 w 134"/>
                <a:gd name="T11" fmla="*/ 56 h 214"/>
                <a:gd name="T12" fmla="*/ 0 w 134"/>
                <a:gd name="T13" fmla="*/ 82 h 214"/>
                <a:gd name="T14" fmla="*/ 0 w 134"/>
                <a:gd name="T15" fmla="*/ 115 h 214"/>
                <a:gd name="T16" fmla="*/ 3 w 134"/>
                <a:gd name="T17" fmla="*/ 198 h 214"/>
                <a:gd name="T18" fmla="*/ 73 w 134"/>
                <a:gd name="T19" fmla="*/ 214 h 214"/>
                <a:gd name="T20" fmla="*/ 81 w 134"/>
                <a:gd name="T21" fmla="*/ 86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214">
                  <a:moveTo>
                    <a:pt x="81" y="86"/>
                  </a:moveTo>
                  <a:cubicBezTo>
                    <a:pt x="81" y="86"/>
                    <a:pt x="119" y="93"/>
                    <a:pt x="123" y="83"/>
                  </a:cubicBezTo>
                  <a:cubicBezTo>
                    <a:pt x="134" y="60"/>
                    <a:pt x="62" y="0"/>
                    <a:pt x="62" y="0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91" y="56"/>
                    <a:pt x="91" y="56"/>
                    <a:pt x="91" y="56"/>
                  </a:cubicBezTo>
                  <a:cubicBezTo>
                    <a:pt x="91" y="56"/>
                    <a:pt x="68" y="55"/>
                    <a:pt x="61" y="56"/>
                  </a:cubicBezTo>
                  <a:cubicBezTo>
                    <a:pt x="45" y="59"/>
                    <a:pt x="0" y="82"/>
                    <a:pt x="0" y="8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13" y="130"/>
                    <a:pt x="7" y="176"/>
                    <a:pt x="3" y="198"/>
                  </a:cubicBezTo>
                  <a:cubicBezTo>
                    <a:pt x="73" y="214"/>
                    <a:pt x="73" y="214"/>
                    <a:pt x="73" y="214"/>
                  </a:cubicBezTo>
                  <a:cubicBezTo>
                    <a:pt x="73" y="214"/>
                    <a:pt x="97" y="153"/>
                    <a:pt x="81" y="8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19" name="Freeform 148"/>
            <p:cNvSpPr/>
            <p:nvPr userDrawn="1"/>
          </p:nvSpPr>
          <p:spPr bwMode="auto">
            <a:xfrm>
              <a:off x="10457621" y="2585135"/>
              <a:ext cx="227102" cy="196821"/>
            </a:xfrm>
            <a:custGeom>
              <a:avLst/>
              <a:gdLst>
                <a:gd name="T0" fmla="*/ 27 w 65"/>
                <a:gd name="T1" fmla="*/ 23 h 56"/>
                <a:gd name="T2" fmla="*/ 39 w 65"/>
                <a:gd name="T3" fmla="*/ 31 h 56"/>
                <a:gd name="T4" fmla="*/ 49 w 65"/>
                <a:gd name="T5" fmla="*/ 39 h 56"/>
                <a:gd name="T6" fmla="*/ 54 w 65"/>
                <a:gd name="T7" fmla="*/ 31 h 56"/>
                <a:gd name="T8" fmla="*/ 54 w 65"/>
                <a:gd name="T9" fmla="*/ 50 h 56"/>
                <a:gd name="T10" fmla="*/ 60 w 65"/>
                <a:gd name="T11" fmla="*/ 56 h 56"/>
                <a:gd name="T12" fmla="*/ 65 w 65"/>
                <a:gd name="T13" fmla="*/ 50 h 56"/>
                <a:gd name="T14" fmla="*/ 50 w 65"/>
                <a:gd name="T15" fmla="*/ 7 h 56"/>
                <a:gd name="T16" fmla="*/ 40 w 65"/>
                <a:gd name="T17" fmla="*/ 7 h 56"/>
                <a:gd name="T18" fmla="*/ 24 w 65"/>
                <a:gd name="T19" fmla="*/ 3 h 56"/>
                <a:gd name="T20" fmla="*/ 1 w 65"/>
                <a:gd name="T21" fmla="*/ 32 h 56"/>
                <a:gd name="T22" fmla="*/ 10 w 65"/>
                <a:gd name="T23" fmla="*/ 47 h 56"/>
                <a:gd name="T24" fmla="*/ 12 w 65"/>
                <a:gd name="T25" fmla="*/ 38 h 56"/>
                <a:gd name="T26" fmla="*/ 27 w 65"/>
                <a:gd name="T27" fmla="*/ 2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5" h="56">
                  <a:moveTo>
                    <a:pt x="27" y="23"/>
                  </a:moveTo>
                  <a:cubicBezTo>
                    <a:pt x="27" y="22"/>
                    <a:pt x="32" y="31"/>
                    <a:pt x="39" y="31"/>
                  </a:cubicBezTo>
                  <a:cubicBezTo>
                    <a:pt x="45" y="31"/>
                    <a:pt x="49" y="39"/>
                    <a:pt x="49" y="39"/>
                  </a:cubicBezTo>
                  <a:cubicBezTo>
                    <a:pt x="49" y="39"/>
                    <a:pt x="48" y="29"/>
                    <a:pt x="54" y="31"/>
                  </a:cubicBezTo>
                  <a:cubicBezTo>
                    <a:pt x="60" y="33"/>
                    <a:pt x="61" y="52"/>
                    <a:pt x="54" y="50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0" y="56"/>
                    <a:pt x="65" y="53"/>
                    <a:pt x="65" y="50"/>
                  </a:cubicBezTo>
                  <a:cubicBezTo>
                    <a:pt x="65" y="46"/>
                    <a:pt x="63" y="12"/>
                    <a:pt x="50" y="7"/>
                  </a:cubicBezTo>
                  <a:cubicBezTo>
                    <a:pt x="36" y="3"/>
                    <a:pt x="40" y="7"/>
                    <a:pt x="40" y="7"/>
                  </a:cubicBezTo>
                  <a:cubicBezTo>
                    <a:pt x="40" y="7"/>
                    <a:pt x="36" y="0"/>
                    <a:pt x="24" y="3"/>
                  </a:cubicBezTo>
                  <a:cubicBezTo>
                    <a:pt x="13" y="6"/>
                    <a:pt x="0" y="26"/>
                    <a:pt x="1" y="32"/>
                  </a:cubicBezTo>
                  <a:cubicBezTo>
                    <a:pt x="1" y="39"/>
                    <a:pt x="10" y="47"/>
                    <a:pt x="10" y="47"/>
                  </a:cubicBezTo>
                  <a:cubicBezTo>
                    <a:pt x="10" y="47"/>
                    <a:pt x="8" y="42"/>
                    <a:pt x="12" y="38"/>
                  </a:cubicBezTo>
                  <a:cubicBezTo>
                    <a:pt x="16" y="34"/>
                    <a:pt x="26" y="29"/>
                    <a:pt x="27" y="23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0" name="Freeform 149"/>
            <p:cNvSpPr/>
            <p:nvPr userDrawn="1"/>
          </p:nvSpPr>
          <p:spPr bwMode="auto">
            <a:xfrm>
              <a:off x="10566966" y="2892983"/>
              <a:ext cx="79065" cy="344858"/>
            </a:xfrm>
            <a:custGeom>
              <a:avLst/>
              <a:gdLst>
                <a:gd name="T0" fmla="*/ 21 w 23"/>
                <a:gd name="T1" fmla="*/ 2 h 99"/>
                <a:gd name="T2" fmla="*/ 18 w 23"/>
                <a:gd name="T3" fmla="*/ 15 h 99"/>
                <a:gd name="T4" fmla="*/ 21 w 23"/>
                <a:gd name="T5" fmla="*/ 88 h 99"/>
                <a:gd name="T6" fmla="*/ 5 w 23"/>
                <a:gd name="T7" fmla="*/ 99 h 99"/>
                <a:gd name="T8" fmla="*/ 0 w 23"/>
                <a:gd name="T9" fmla="*/ 88 h 99"/>
                <a:gd name="T10" fmla="*/ 8 w 23"/>
                <a:gd name="T11" fmla="*/ 68 h 99"/>
                <a:gd name="T12" fmla="*/ 14 w 23"/>
                <a:gd name="T13" fmla="*/ 15 h 99"/>
                <a:gd name="T14" fmla="*/ 8 w 23"/>
                <a:gd name="T15" fmla="*/ 6 h 99"/>
                <a:gd name="T16" fmla="*/ 12 w 23"/>
                <a:gd name="T17" fmla="*/ 0 h 99"/>
                <a:gd name="T18" fmla="*/ 21 w 23"/>
                <a:gd name="T19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99">
                  <a:moveTo>
                    <a:pt x="21" y="2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23" y="64"/>
                    <a:pt x="21" y="88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3" y="85"/>
                    <a:pt x="8" y="68"/>
                  </a:cubicBezTo>
                  <a:cubicBezTo>
                    <a:pt x="12" y="52"/>
                    <a:pt x="14" y="15"/>
                    <a:pt x="14" y="1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1" y="2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1" name="Freeform 150"/>
            <p:cNvSpPr/>
            <p:nvPr userDrawn="1"/>
          </p:nvSpPr>
          <p:spPr bwMode="auto">
            <a:xfrm>
              <a:off x="10566966" y="2815600"/>
              <a:ext cx="146355" cy="126168"/>
            </a:xfrm>
            <a:custGeom>
              <a:avLst/>
              <a:gdLst>
                <a:gd name="T0" fmla="*/ 14 w 87"/>
                <a:gd name="T1" fmla="*/ 33 h 75"/>
                <a:gd name="T2" fmla="*/ 27 w 87"/>
                <a:gd name="T3" fmla="*/ 40 h 75"/>
                <a:gd name="T4" fmla="*/ 62 w 87"/>
                <a:gd name="T5" fmla="*/ 0 h 75"/>
                <a:gd name="T6" fmla="*/ 87 w 87"/>
                <a:gd name="T7" fmla="*/ 9 h 75"/>
                <a:gd name="T8" fmla="*/ 66 w 87"/>
                <a:gd name="T9" fmla="*/ 69 h 75"/>
                <a:gd name="T10" fmla="*/ 27 w 87"/>
                <a:gd name="T11" fmla="*/ 50 h 75"/>
                <a:gd name="T12" fmla="*/ 14 w 87"/>
                <a:gd name="T13" fmla="*/ 75 h 75"/>
                <a:gd name="T14" fmla="*/ 0 w 87"/>
                <a:gd name="T15" fmla="*/ 54 h 75"/>
                <a:gd name="T16" fmla="*/ 14 w 87"/>
                <a:gd name="T17" fmla="*/ 3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75">
                  <a:moveTo>
                    <a:pt x="14" y="33"/>
                  </a:moveTo>
                  <a:lnTo>
                    <a:pt x="27" y="40"/>
                  </a:lnTo>
                  <a:lnTo>
                    <a:pt x="62" y="0"/>
                  </a:lnTo>
                  <a:lnTo>
                    <a:pt x="87" y="9"/>
                  </a:lnTo>
                  <a:lnTo>
                    <a:pt x="66" y="69"/>
                  </a:lnTo>
                  <a:lnTo>
                    <a:pt x="27" y="50"/>
                  </a:lnTo>
                  <a:lnTo>
                    <a:pt x="14" y="75"/>
                  </a:lnTo>
                  <a:lnTo>
                    <a:pt x="0" y="54"/>
                  </a:lnTo>
                  <a:lnTo>
                    <a:pt x="14" y="33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2" name="Freeform 151"/>
            <p:cNvSpPr/>
            <p:nvPr userDrawn="1"/>
          </p:nvSpPr>
          <p:spPr bwMode="auto">
            <a:xfrm>
              <a:off x="10699862" y="2585135"/>
              <a:ext cx="58879" cy="102617"/>
            </a:xfrm>
            <a:custGeom>
              <a:avLst/>
              <a:gdLst>
                <a:gd name="T0" fmla="*/ 17 w 17"/>
                <a:gd name="T1" fmla="*/ 15 h 29"/>
                <a:gd name="T2" fmla="*/ 4 w 17"/>
                <a:gd name="T3" fmla="*/ 0 h 29"/>
                <a:gd name="T4" fmla="*/ 4 w 17"/>
                <a:gd name="T5" fmla="*/ 18 h 29"/>
                <a:gd name="T6" fmla="*/ 17 w 17"/>
                <a:gd name="T7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9">
                  <a:moveTo>
                    <a:pt x="17" y="15"/>
                  </a:moveTo>
                  <a:cubicBezTo>
                    <a:pt x="17" y="15"/>
                    <a:pt x="8" y="0"/>
                    <a:pt x="4" y="0"/>
                  </a:cubicBezTo>
                  <a:cubicBezTo>
                    <a:pt x="0" y="0"/>
                    <a:pt x="4" y="18"/>
                    <a:pt x="4" y="18"/>
                  </a:cubicBezTo>
                  <a:cubicBezTo>
                    <a:pt x="4" y="18"/>
                    <a:pt x="9" y="29"/>
                    <a:pt x="17" y="15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3" name="Freeform 152"/>
            <p:cNvSpPr/>
            <p:nvPr userDrawn="1"/>
          </p:nvSpPr>
          <p:spPr bwMode="auto">
            <a:xfrm>
              <a:off x="10010148" y="3305130"/>
              <a:ext cx="787284" cy="1273449"/>
            </a:xfrm>
            <a:custGeom>
              <a:avLst/>
              <a:gdLst>
                <a:gd name="T0" fmla="*/ 225 w 225"/>
                <a:gd name="T1" fmla="*/ 21 h 365"/>
                <a:gd name="T2" fmla="*/ 182 w 225"/>
                <a:gd name="T3" fmla="*/ 202 h 365"/>
                <a:gd name="T4" fmla="*/ 190 w 225"/>
                <a:gd name="T5" fmla="*/ 322 h 365"/>
                <a:gd name="T6" fmla="*/ 174 w 225"/>
                <a:gd name="T7" fmla="*/ 362 h 365"/>
                <a:gd name="T8" fmla="*/ 173 w 225"/>
                <a:gd name="T9" fmla="*/ 324 h 365"/>
                <a:gd name="T10" fmla="*/ 152 w 225"/>
                <a:gd name="T11" fmla="*/ 196 h 365"/>
                <a:gd name="T12" fmla="*/ 161 w 225"/>
                <a:gd name="T13" fmla="*/ 62 h 365"/>
                <a:gd name="T14" fmla="*/ 92 w 225"/>
                <a:gd name="T15" fmla="*/ 143 h 365"/>
                <a:gd name="T16" fmla="*/ 61 w 225"/>
                <a:gd name="T17" fmla="*/ 289 h 365"/>
                <a:gd name="T18" fmla="*/ 0 w 225"/>
                <a:gd name="T19" fmla="*/ 275 h 365"/>
                <a:gd name="T20" fmla="*/ 37 w 225"/>
                <a:gd name="T21" fmla="*/ 270 h 365"/>
                <a:gd name="T22" fmla="*/ 69 w 225"/>
                <a:gd name="T23" fmla="*/ 126 h 365"/>
                <a:gd name="T24" fmla="*/ 155 w 225"/>
                <a:gd name="T25" fmla="*/ 5 h 365"/>
                <a:gd name="T26" fmla="*/ 225 w 225"/>
                <a:gd name="T27" fmla="*/ 2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5" h="365">
                  <a:moveTo>
                    <a:pt x="225" y="21"/>
                  </a:moveTo>
                  <a:cubicBezTo>
                    <a:pt x="182" y="202"/>
                    <a:pt x="182" y="202"/>
                    <a:pt x="182" y="20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1" y="365"/>
                    <a:pt x="174" y="362"/>
                  </a:cubicBezTo>
                  <a:cubicBezTo>
                    <a:pt x="158" y="359"/>
                    <a:pt x="165" y="343"/>
                    <a:pt x="173" y="324"/>
                  </a:cubicBezTo>
                  <a:cubicBezTo>
                    <a:pt x="173" y="324"/>
                    <a:pt x="152" y="230"/>
                    <a:pt x="152" y="196"/>
                  </a:cubicBezTo>
                  <a:cubicBezTo>
                    <a:pt x="152" y="162"/>
                    <a:pt x="161" y="62"/>
                    <a:pt x="161" y="62"/>
                  </a:cubicBezTo>
                  <a:cubicBezTo>
                    <a:pt x="92" y="143"/>
                    <a:pt x="92" y="143"/>
                    <a:pt x="92" y="143"/>
                  </a:cubicBezTo>
                  <a:cubicBezTo>
                    <a:pt x="61" y="289"/>
                    <a:pt x="61" y="289"/>
                    <a:pt x="61" y="289"/>
                  </a:cubicBezTo>
                  <a:cubicBezTo>
                    <a:pt x="61" y="289"/>
                    <a:pt x="22" y="291"/>
                    <a:pt x="0" y="275"/>
                  </a:cubicBezTo>
                  <a:cubicBezTo>
                    <a:pt x="0" y="275"/>
                    <a:pt x="10" y="263"/>
                    <a:pt x="37" y="270"/>
                  </a:cubicBezTo>
                  <a:cubicBezTo>
                    <a:pt x="37" y="270"/>
                    <a:pt x="53" y="159"/>
                    <a:pt x="69" y="126"/>
                  </a:cubicBezTo>
                  <a:cubicBezTo>
                    <a:pt x="84" y="92"/>
                    <a:pt x="137" y="35"/>
                    <a:pt x="155" y="5"/>
                  </a:cubicBezTo>
                  <a:cubicBezTo>
                    <a:pt x="155" y="5"/>
                    <a:pt x="181" y="0"/>
                    <a:pt x="225" y="2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4" name="Freeform 153"/>
            <p:cNvSpPr/>
            <p:nvPr userDrawn="1"/>
          </p:nvSpPr>
          <p:spPr bwMode="auto">
            <a:xfrm>
              <a:off x="10570330" y="3321952"/>
              <a:ext cx="68972" cy="42056"/>
            </a:xfrm>
            <a:custGeom>
              <a:avLst/>
              <a:gdLst>
                <a:gd name="T0" fmla="*/ 0 w 20"/>
                <a:gd name="T1" fmla="*/ 9 h 12"/>
                <a:gd name="T2" fmla="*/ 17 w 20"/>
                <a:gd name="T3" fmla="*/ 12 h 12"/>
                <a:gd name="T4" fmla="*/ 20 w 20"/>
                <a:gd name="T5" fmla="*/ 4 h 12"/>
                <a:gd name="T6" fmla="*/ 2 w 20"/>
                <a:gd name="T7" fmla="*/ 2 h 12"/>
                <a:gd name="T8" fmla="*/ 0 w 20"/>
                <a:gd name="T9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2">
                  <a:moveTo>
                    <a:pt x="0" y="9"/>
                  </a:moveTo>
                  <a:cubicBezTo>
                    <a:pt x="0" y="9"/>
                    <a:pt x="7" y="7"/>
                    <a:pt x="17" y="12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10" y="0"/>
                    <a:pt x="2" y="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5" name="Freeform 154"/>
            <p:cNvSpPr/>
            <p:nvPr userDrawn="1"/>
          </p:nvSpPr>
          <p:spPr bwMode="auto">
            <a:xfrm>
              <a:off x="10972384" y="2721395"/>
              <a:ext cx="79065" cy="223737"/>
            </a:xfrm>
            <a:custGeom>
              <a:avLst/>
              <a:gdLst>
                <a:gd name="T0" fmla="*/ 13 w 23"/>
                <a:gd name="T1" fmla="*/ 50 h 64"/>
                <a:gd name="T2" fmla="*/ 21 w 23"/>
                <a:gd name="T3" fmla="*/ 43 h 64"/>
                <a:gd name="T4" fmla="*/ 15 w 23"/>
                <a:gd name="T5" fmla="*/ 0 h 64"/>
                <a:gd name="T6" fmla="*/ 8 w 23"/>
                <a:gd name="T7" fmla="*/ 17 h 64"/>
                <a:gd name="T8" fmla="*/ 7 w 23"/>
                <a:gd name="T9" fmla="*/ 39 h 64"/>
                <a:gd name="T10" fmla="*/ 0 w 23"/>
                <a:gd name="T11" fmla="*/ 64 h 64"/>
                <a:gd name="T12" fmla="*/ 13 w 23"/>
                <a:gd name="T13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4">
                  <a:moveTo>
                    <a:pt x="13" y="50"/>
                  </a:moveTo>
                  <a:cubicBezTo>
                    <a:pt x="13" y="50"/>
                    <a:pt x="20" y="45"/>
                    <a:pt x="21" y="43"/>
                  </a:cubicBezTo>
                  <a:cubicBezTo>
                    <a:pt x="23" y="33"/>
                    <a:pt x="15" y="0"/>
                    <a:pt x="15" y="0"/>
                  </a:cubicBezTo>
                  <a:cubicBezTo>
                    <a:pt x="15" y="0"/>
                    <a:pt x="12" y="13"/>
                    <a:pt x="8" y="17"/>
                  </a:cubicBezTo>
                  <a:cubicBezTo>
                    <a:pt x="5" y="22"/>
                    <a:pt x="9" y="35"/>
                    <a:pt x="7" y="39"/>
                  </a:cubicBezTo>
                  <a:cubicBezTo>
                    <a:pt x="5" y="43"/>
                    <a:pt x="0" y="64"/>
                    <a:pt x="0" y="64"/>
                  </a:cubicBezTo>
                  <a:lnTo>
                    <a:pt x="13" y="50"/>
                  </a:ln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6" name="Freeform 155"/>
            <p:cNvSpPr/>
            <p:nvPr userDrawn="1"/>
          </p:nvSpPr>
          <p:spPr bwMode="auto">
            <a:xfrm>
              <a:off x="11170887" y="2675976"/>
              <a:ext cx="255699" cy="269157"/>
            </a:xfrm>
            <a:custGeom>
              <a:avLst/>
              <a:gdLst>
                <a:gd name="T0" fmla="*/ 68 w 73"/>
                <a:gd name="T1" fmla="*/ 36 h 77"/>
                <a:gd name="T2" fmla="*/ 41 w 73"/>
                <a:gd name="T3" fmla="*/ 60 h 77"/>
                <a:gd name="T4" fmla="*/ 38 w 73"/>
                <a:gd name="T5" fmla="*/ 77 h 77"/>
                <a:gd name="T6" fmla="*/ 13 w 73"/>
                <a:gd name="T7" fmla="*/ 72 h 77"/>
                <a:gd name="T8" fmla="*/ 1 w 73"/>
                <a:gd name="T9" fmla="*/ 33 h 77"/>
                <a:gd name="T10" fmla="*/ 0 w 73"/>
                <a:gd name="T11" fmla="*/ 27 h 77"/>
                <a:gd name="T12" fmla="*/ 42 w 73"/>
                <a:gd name="T13" fmla="*/ 0 h 77"/>
                <a:gd name="T14" fmla="*/ 46 w 73"/>
                <a:gd name="T15" fmla="*/ 0 h 77"/>
                <a:gd name="T16" fmla="*/ 68 w 73"/>
                <a:gd name="T17" fmla="*/ 3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77">
                  <a:moveTo>
                    <a:pt x="68" y="36"/>
                  </a:moveTo>
                  <a:cubicBezTo>
                    <a:pt x="63" y="53"/>
                    <a:pt x="47" y="55"/>
                    <a:pt x="41" y="60"/>
                  </a:cubicBezTo>
                  <a:cubicBezTo>
                    <a:pt x="35" y="65"/>
                    <a:pt x="38" y="77"/>
                    <a:pt x="38" y="77"/>
                  </a:cubicBezTo>
                  <a:cubicBezTo>
                    <a:pt x="38" y="77"/>
                    <a:pt x="10" y="77"/>
                    <a:pt x="13" y="72"/>
                  </a:cubicBezTo>
                  <a:cubicBezTo>
                    <a:pt x="15" y="68"/>
                    <a:pt x="4" y="46"/>
                    <a:pt x="1" y="33"/>
                  </a:cubicBezTo>
                  <a:cubicBezTo>
                    <a:pt x="0" y="31"/>
                    <a:pt x="0" y="29"/>
                    <a:pt x="0" y="27"/>
                  </a:cubicBezTo>
                  <a:cubicBezTo>
                    <a:pt x="2" y="19"/>
                    <a:pt x="25" y="1"/>
                    <a:pt x="42" y="0"/>
                  </a:cubicBezTo>
                  <a:cubicBezTo>
                    <a:pt x="43" y="0"/>
                    <a:pt x="45" y="0"/>
                    <a:pt x="46" y="0"/>
                  </a:cubicBezTo>
                  <a:cubicBezTo>
                    <a:pt x="64" y="3"/>
                    <a:pt x="73" y="20"/>
                    <a:pt x="68" y="36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7" name="Freeform 156"/>
            <p:cNvSpPr/>
            <p:nvPr userDrawn="1"/>
          </p:nvSpPr>
          <p:spPr bwMode="auto">
            <a:xfrm>
              <a:off x="11290325" y="2627191"/>
              <a:ext cx="195139" cy="289344"/>
            </a:xfrm>
            <a:custGeom>
              <a:avLst/>
              <a:gdLst>
                <a:gd name="T0" fmla="*/ 1 w 56"/>
                <a:gd name="T1" fmla="*/ 15 h 83"/>
                <a:gd name="T2" fmla="*/ 13 w 56"/>
                <a:gd name="T3" fmla="*/ 1 h 83"/>
                <a:gd name="T4" fmla="*/ 34 w 56"/>
                <a:gd name="T5" fmla="*/ 20 h 83"/>
                <a:gd name="T6" fmla="*/ 36 w 56"/>
                <a:gd name="T7" fmla="*/ 65 h 83"/>
                <a:gd name="T8" fmla="*/ 7 w 56"/>
                <a:gd name="T9" fmla="*/ 78 h 83"/>
                <a:gd name="T10" fmla="*/ 7 w 56"/>
                <a:gd name="T11" fmla="*/ 56 h 83"/>
                <a:gd name="T12" fmla="*/ 7 w 56"/>
                <a:gd name="T13" fmla="*/ 40 h 83"/>
                <a:gd name="T14" fmla="*/ 1 w 56"/>
                <a:gd name="T15" fmla="*/ 1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83">
                  <a:moveTo>
                    <a:pt x="1" y="15"/>
                  </a:moveTo>
                  <a:cubicBezTo>
                    <a:pt x="1" y="15"/>
                    <a:pt x="1" y="0"/>
                    <a:pt x="13" y="1"/>
                  </a:cubicBezTo>
                  <a:cubicBezTo>
                    <a:pt x="26" y="3"/>
                    <a:pt x="34" y="20"/>
                    <a:pt x="34" y="20"/>
                  </a:cubicBezTo>
                  <a:cubicBezTo>
                    <a:pt x="34" y="20"/>
                    <a:pt x="56" y="53"/>
                    <a:pt x="36" y="65"/>
                  </a:cubicBezTo>
                  <a:cubicBezTo>
                    <a:pt x="15" y="76"/>
                    <a:pt x="15" y="83"/>
                    <a:pt x="7" y="78"/>
                  </a:cubicBezTo>
                  <a:cubicBezTo>
                    <a:pt x="0" y="73"/>
                    <a:pt x="1" y="67"/>
                    <a:pt x="7" y="56"/>
                  </a:cubicBezTo>
                  <a:cubicBezTo>
                    <a:pt x="14" y="46"/>
                    <a:pt x="7" y="40"/>
                    <a:pt x="7" y="40"/>
                  </a:cubicBezTo>
                  <a:cubicBezTo>
                    <a:pt x="7" y="40"/>
                    <a:pt x="27" y="27"/>
                    <a:pt x="1" y="15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8" name="Freeform 157"/>
            <p:cNvSpPr/>
            <p:nvPr userDrawn="1"/>
          </p:nvSpPr>
          <p:spPr bwMode="auto">
            <a:xfrm>
              <a:off x="10814254" y="2871114"/>
              <a:ext cx="639247" cy="573641"/>
            </a:xfrm>
            <a:custGeom>
              <a:avLst/>
              <a:gdLst>
                <a:gd name="T0" fmla="*/ 50 w 183"/>
                <a:gd name="T1" fmla="*/ 0 h 164"/>
                <a:gd name="T2" fmla="*/ 12 w 183"/>
                <a:gd name="T3" fmla="*/ 73 h 164"/>
                <a:gd name="T4" fmla="*/ 64 w 183"/>
                <a:gd name="T5" fmla="*/ 59 h 164"/>
                <a:gd name="T6" fmla="*/ 47 w 183"/>
                <a:gd name="T7" fmla="*/ 160 h 164"/>
                <a:gd name="T8" fmla="*/ 117 w 183"/>
                <a:gd name="T9" fmla="*/ 164 h 164"/>
                <a:gd name="T10" fmla="*/ 140 w 183"/>
                <a:gd name="T11" fmla="*/ 90 h 164"/>
                <a:gd name="T12" fmla="*/ 153 w 183"/>
                <a:gd name="T13" fmla="*/ 19 h 164"/>
                <a:gd name="T14" fmla="*/ 88 w 183"/>
                <a:gd name="T15" fmla="*/ 19 h 164"/>
                <a:gd name="T16" fmla="*/ 47 w 183"/>
                <a:gd name="T17" fmla="*/ 40 h 164"/>
                <a:gd name="T18" fmla="*/ 60 w 183"/>
                <a:gd name="T19" fmla="*/ 8 h 164"/>
                <a:gd name="T20" fmla="*/ 50 w 183"/>
                <a:gd name="T2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" h="164">
                  <a:moveTo>
                    <a:pt x="50" y="0"/>
                  </a:moveTo>
                  <a:cubicBezTo>
                    <a:pt x="50" y="0"/>
                    <a:pt x="0" y="58"/>
                    <a:pt x="12" y="73"/>
                  </a:cubicBezTo>
                  <a:cubicBezTo>
                    <a:pt x="20" y="83"/>
                    <a:pt x="64" y="59"/>
                    <a:pt x="64" y="59"/>
                  </a:cubicBezTo>
                  <a:cubicBezTo>
                    <a:pt x="64" y="59"/>
                    <a:pt x="46" y="104"/>
                    <a:pt x="47" y="160"/>
                  </a:cubicBezTo>
                  <a:cubicBezTo>
                    <a:pt x="117" y="164"/>
                    <a:pt x="117" y="164"/>
                    <a:pt x="117" y="164"/>
                  </a:cubicBezTo>
                  <a:cubicBezTo>
                    <a:pt x="117" y="164"/>
                    <a:pt x="117" y="121"/>
                    <a:pt x="140" y="90"/>
                  </a:cubicBezTo>
                  <a:cubicBezTo>
                    <a:pt x="159" y="64"/>
                    <a:pt x="183" y="21"/>
                    <a:pt x="153" y="19"/>
                  </a:cubicBezTo>
                  <a:cubicBezTo>
                    <a:pt x="122" y="16"/>
                    <a:pt x="104" y="14"/>
                    <a:pt x="88" y="19"/>
                  </a:cubicBezTo>
                  <a:cubicBezTo>
                    <a:pt x="77" y="22"/>
                    <a:pt x="47" y="40"/>
                    <a:pt x="47" y="40"/>
                  </a:cubicBezTo>
                  <a:cubicBezTo>
                    <a:pt x="60" y="8"/>
                    <a:pt x="60" y="8"/>
                    <a:pt x="60" y="8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29" name="Freeform 158"/>
            <p:cNvSpPr/>
            <p:nvPr userDrawn="1"/>
          </p:nvSpPr>
          <p:spPr bwMode="auto">
            <a:xfrm>
              <a:off x="11170887" y="2675976"/>
              <a:ext cx="227102" cy="174952"/>
            </a:xfrm>
            <a:custGeom>
              <a:avLst/>
              <a:gdLst>
                <a:gd name="T0" fmla="*/ 46 w 65"/>
                <a:gd name="T1" fmla="*/ 30 h 50"/>
                <a:gd name="T2" fmla="*/ 47 w 65"/>
                <a:gd name="T3" fmla="*/ 47 h 50"/>
                <a:gd name="T4" fmla="*/ 35 w 65"/>
                <a:gd name="T5" fmla="*/ 38 h 50"/>
                <a:gd name="T6" fmla="*/ 1 w 65"/>
                <a:gd name="T7" fmla="*/ 33 h 50"/>
                <a:gd name="T8" fmla="*/ 0 w 65"/>
                <a:gd name="T9" fmla="*/ 27 h 50"/>
                <a:gd name="T10" fmla="*/ 42 w 65"/>
                <a:gd name="T11" fmla="*/ 0 h 50"/>
                <a:gd name="T12" fmla="*/ 57 w 65"/>
                <a:gd name="T13" fmla="*/ 13 h 50"/>
                <a:gd name="T14" fmla="*/ 46 w 65"/>
                <a:gd name="T15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0">
                  <a:moveTo>
                    <a:pt x="46" y="30"/>
                  </a:moveTo>
                  <a:cubicBezTo>
                    <a:pt x="55" y="31"/>
                    <a:pt x="65" y="43"/>
                    <a:pt x="47" y="47"/>
                  </a:cubicBezTo>
                  <a:cubicBezTo>
                    <a:pt x="34" y="50"/>
                    <a:pt x="35" y="38"/>
                    <a:pt x="35" y="38"/>
                  </a:cubicBezTo>
                  <a:cubicBezTo>
                    <a:pt x="22" y="49"/>
                    <a:pt x="10" y="38"/>
                    <a:pt x="1" y="33"/>
                  </a:cubicBezTo>
                  <a:cubicBezTo>
                    <a:pt x="0" y="31"/>
                    <a:pt x="0" y="29"/>
                    <a:pt x="0" y="27"/>
                  </a:cubicBezTo>
                  <a:cubicBezTo>
                    <a:pt x="2" y="19"/>
                    <a:pt x="25" y="1"/>
                    <a:pt x="42" y="0"/>
                  </a:cubicBezTo>
                  <a:cubicBezTo>
                    <a:pt x="57" y="4"/>
                    <a:pt x="57" y="13"/>
                    <a:pt x="57" y="13"/>
                  </a:cubicBezTo>
                  <a:cubicBezTo>
                    <a:pt x="47" y="17"/>
                    <a:pt x="46" y="30"/>
                    <a:pt x="46" y="30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0" name="Freeform 159"/>
            <p:cNvSpPr/>
            <p:nvPr userDrawn="1"/>
          </p:nvSpPr>
          <p:spPr bwMode="auto">
            <a:xfrm>
              <a:off x="11027897" y="2913170"/>
              <a:ext cx="195139" cy="381867"/>
            </a:xfrm>
            <a:custGeom>
              <a:avLst/>
              <a:gdLst>
                <a:gd name="T0" fmla="*/ 56 w 56"/>
                <a:gd name="T1" fmla="*/ 7 h 109"/>
                <a:gd name="T2" fmla="*/ 54 w 56"/>
                <a:gd name="T3" fmla="*/ 0 h 109"/>
                <a:gd name="T4" fmla="*/ 44 w 56"/>
                <a:gd name="T5" fmla="*/ 7 h 109"/>
                <a:gd name="T6" fmla="*/ 41 w 56"/>
                <a:gd name="T7" fmla="*/ 17 h 109"/>
                <a:gd name="T8" fmla="*/ 0 w 56"/>
                <a:gd name="T9" fmla="*/ 94 h 109"/>
                <a:gd name="T10" fmla="*/ 6 w 56"/>
                <a:gd name="T11" fmla="*/ 109 h 109"/>
                <a:gd name="T12" fmla="*/ 17 w 56"/>
                <a:gd name="T13" fmla="*/ 99 h 109"/>
                <a:gd name="T14" fmla="*/ 46 w 56"/>
                <a:gd name="T15" fmla="*/ 17 h 109"/>
                <a:gd name="T16" fmla="*/ 56 w 56"/>
                <a:gd name="T17" fmla="*/ 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09">
                  <a:moveTo>
                    <a:pt x="56" y="7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22" y="42"/>
                    <a:pt x="0" y="94"/>
                    <a:pt x="0" y="94"/>
                  </a:cubicBezTo>
                  <a:cubicBezTo>
                    <a:pt x="6" y="109"/>
                    <a:pt x="6" y="109"/>
                    <a:pt x="6" y="109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6" y="74"/>
                    <a:pt x="46" y="17"/>
                    <a:pt x="46" y="17"/>
                  </a:cubicBezTo>
                  <a:lnTo>
                    <a:pt x="56" y="7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1" name="Freeform 160"/>
            <p:cNvSpPr/>
            <p:nvPr userDrawn="1"/>
          </p:nvSpPr>
          <p:spPr bwMode="auto">
            <a:xfrm>
              <a:off x="11157429" y="2899712"/>
              <a:ext cx="156448" cy="62243"/>
            </a:xfrm>
            <a:custGeom>
              <a:avLst/>
              <a:gdLst>
                <a:gd name="T0" fmla="*/ 4 w 45"/>
                <a:gd name="T1" fmla="*/ 10 h 18"/>
                <a:gd name="T2" fmla="*/ 0 w 45"/>
                <a:gd name="T3" fmla="*/ 18 h 18"/>
                <a:gd name="T4" fmla="*/ 14 w 45"/>
                <a:gd name="T5" fmla="*/ 9 h 18"/>
                <a:gd name="T6" fmla="*/ 21 w 45"/>
                <a:gd name="T7" fmla="*/ 18 h 18"/>
                <a:gd name="T8" fmla="*/ 45 w 45"/>
                <a:gd name="T9" fmla="*/ 10 h 18"/>
                <a:gd name="T10" fmla="*/ 43 w 45"/>
                <a:gd name="T11" fmla="*/ 0 h 18"/>
                <a:gd name="T12" fmla="*/ 17 w 45"/>
                <a:gd name="T13" fmla="*/ 4 h 18"/>
                <a:gd name="T14" fmla="*/ 16 w 45"/>
                <a:gd name="T15" fmla="*/ 2 h 18"/>
                <a:gd name="T16" fmla="*/ 4 w 45"/>
                <a:gd name="T17" fmla="*/ 1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8">
                  <a:moveTo>
                    <a:pt x="4" y="1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8" y="17"/>
                    <a:pt x="21" y="18"/>
                  </a:cubicBezTo>
                  <a:cubicBezTo>
                    <a:pt x="23" y="18"/>
                    <a:pt x="45" y="10"/>
                    <a:pt x="45" y="1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2"/>
                    <a:pt x="16" y="2"/>
                    <a:pt x="16" y="2"/>
                  </a:cubicBezTo>
                  <a:lnTo>
                    <a:pt x="4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2" name="Freeform 161"/>
            <p:cNvSpPr/>
            <p:nvPr userDrawn="1"/>
          </p:nvSpPr>
          <p:spPr bwMode="auto">
            <a:xfrm>
              <a:off x="11059860" y="2864386"/>
              <a:ext cx="104298" cy="94205"/>
            </a:xfrm>
            <a:custGeom>
              <a:avLst/>
              <a:gdLst>
                <a:gd name="T0" fmla="*/ 11 w 30"/>
                <a:gd name="T1" fmla="*/ 26 h 27"/>
                <a:gd name="T2" fmla="*/ 0 w 30"/>
                <a:gd name="T3" fmla="*/ 10 h 27"/>
                <a:gd name="T4" fmla="*/ 25 w 30"/>
                <a:gd name="T5" fmla="*/ 6 h 27"/>
                <a:gd name="T6" fmla="*/ 27 w 30"/>
                <a:gd name="T7" fmla="*/ 2 h 27"/>
                <a:gd name="T8" fmla="*/ 29 w 30"/>
                <a:gd name="T9" fmla="*/ 11 h 27"/>
                <a:gd name="T10" fmla="*/ 23 w 30"/>
                <a:gd name="T11" fmla="*/ 19 h 27"/>
                <a:gd name="T12" fmla="*/ 11 w 30"/>
                <a:gd name="T13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7">
                  <a:moveTo>
                    <a:pt x="11" y="26"/>
                  </a:moveTo>
                  <a:cubicBezTo>
                    <a:pt x="7" y="17"/>
                    <a:pt x="0" y="22"/>
                    <a:pt x="0" y="10"/>
                  </a:cubicBezTo>
                  <a:cubicBezTo>
                    <a:pt x="0" y="5"/>
                    <a:pt x="25" y="6"/>
                    <a:pt x="25" y="6"/>
                  </a:cubicBezTo>
                  <a:cubicBezTo>
                    <a:pt x="25" y="6"/>
                    <a:pt x="21" y="0"/>
                    <a:pt x="27" y="2"/>
                  </a:cubicBezTo>
                  <a:cubicBezTo>
                    <a:pt x="30" y="3"/>
                    <a:pt x="30" y="9"/>
                    <a:pt x="29" y="11"/>
                  </a:cubicBezTo>
                  <a:cubicBezTo>
                    <a:pt x="27" y="15"/>
                    <a:pt x="22" y="17"/>
                    <a:pt x="23" y="19"/>
                  </a:cubicBezTo>
                  <a:cubicBezTo>
                    <a:pt x="24" y="27"/>
                    <a:pt x="11" y="26"/>
                    <a:pt x="11" y="2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3" name="Freeform 162"/>
            <p:cNvSpPr/>
            <p:nvPr userDrawn="1"/>
          </p:nvSpPr>
          <p:spPr bwMode="auto">
            <a:xfrm>
              <a:off x="11086775" y="2928310"/>
              <a:ext cx="339811" cy="328035"/>
            </a:xfrm>
            <a:custGeom>
              <a:avLst/>
              <a:gdLst>
                <a:gd name="T0" fmla="*/ 15 w 97"/>
                <a:gd name="T1" fmla="*/ 1 h 94"/>
                <a:gd name="T2" fmla="*/ 0 w 97"/>
                <a:gd name="T3" fmla="*/ 4 h 94"/>
                <a:gd name="T4" fmla="*/ 28 w 97"/>
                <a:gd name="T5" fmla="*/ 89 h 94"/>
                <a:gd name="T6" fmla="*/ 92 w 97"/>
                <a:gd name="T7" fmla="*/ 15 h 94"/>
                <a:gd name="T8" fmla="*/ 76 w 97"/>
                <a:gd name="T9" fmla="*/ 1 h 94"/>
                <a:gd name="T10" fmla="*/ 33 w 97"/>
                <a:gd name="T11" fmla="*/ 56 h 94"/>
                <a:gd name="T12" fmla="*/ 15 w 97"/>
                <a:gd name="T13" fmla="*/ 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94">
                  <a:moveTo>
                    <a:pt x="15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6" y="85"/>
                    <a:pt x="28" y="89"/>
                  </a:cubicBezTo>
                  <a:cubicBezTo>
                    <a:pt x="52" y="94"/>
                    <a:pt x="97" y="39"/>
                    <a:pt x="92" y="15"/>
                  </a:cubicBezTo>
                  <a:cubicBezTo>
                    <a:pt x="91" y="10"/>
                    <a:pt x="81" y="0"/>
                    <a:pt x="76" y="1"/>
                  </a:cubicBezTo>
                  <a:cubicBezTo>
                    <a:pt x="60" y="2"/>
                    <a:pt x="33" y="56"/>
                    <a:pt x="33" y="56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4" name="Freeform 163"/>
            <p:cNvSpPr/>
            <p:nvPr userDrawn="1"/>
          </p:nvSpPr>
          <p:spPr bwMode="auto">
            <a:xfrm>
              <a:off x="10768833" y="3402699"/>
              <a:ext cx="748593" cy="1204477"/>
            </a:xfrm>
            <a:custGeom>
              <a:avLst/>
              <a:gdLst>
                <a:gd name="T0" fmla="*/ 130 w 214"/>
                <a:gd name="T1" fmla="*/ 12 h 345"/>
                <a:gd name="T2" fmla="*/ 177 w 214"/>
                <a:gd name="T3" fmla="*/ 185 h 345"/>
                <a:gd name="T4" fmla="*/ 191 w 214"/>
                <a:gd name="T5" fmla="*/ 314 h 345"/>
                <a:gd name="T6" fmla="*/ 209 w 214"/>
                <a:gd name="T7" fmla="*/ 335 h 345"/>
                <a:gd name="T8" fmla="*/ 172 w 214"/>
                <a:gd name="T9" fmla="*/ 314 h 345"/>
                <a:gd name="T10" fmla="*/ 146 w 214"/>
                <a:gd name="T11" fmla="*/ 188 h 345"/>
                <a:gd name="T12" fmla="*/ 86 w 214"/>
                <a:gd name="T13" fmla="*/ 73 h 345"/>
                <a:gd name="T14" fmla="*/ 53 w 214"/>
                <a:gd name="T15" fmla="*/ 175 h 345"/>
                <a:gd name="T16" fmla="*/ 50 w 214"/>
                <a:gd name="T17" fmla="*/ 309 h 345"/>
                <a:gd name="T18" fmla="*/ 13 w 214"/>
                <a:gd name="T19" fmla="*/ 335 h 345"/>
                <a:gd name="T20" fmla="*/ 27 w 214"/>
                <a:gd name="T21" fmla="*/ 302 h 345"/>
                <a:gd name="T22" fmla="*/ 19 w 214"/>
                <a:gd name="T23" fmla="*/ 171 h 345"/>
                <a:gd name="T24" fmla="*/ 60 w 214"/>
                <a:gd name="T25" fmla="*/ 8 h 345"/>
                <a:gd name="T26" fmla="*/ 130 w 214"/>
                <a:gd name="T27" fmla="*/ 12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4" h="345">
                  <a:moveTo>
                    <a:pt x="130" y="12"/>
                  </a:moveTo>
                  <a:cubicBezTo>
                    <a:pt x="130" y="12"/>
                    <a:pt x="168" y="145"/>
                    <a:pt x="177" y="185"/>
                  </a:cubicBezTo>
                  <a:cubicBezTo>
                    <a:pt x="184" y="214"/>
                    <a:pt x="191" y="314"/>
                    <a:pt x="191" y="314"/>
                  </a:cubicBezTo>
                  <a:cubicBezTo>
                    <a:pt x="191" y="314"/>
                    <a:pt x="214" y="330"/>
                    <a:pt x="209" y="335"/>
                  </a:cubicBezTo>
                  <a:cubicBezTo>
                    <a:pt x="201" y="343"/>
                    <a:pt x="170" y="331"/>
                    <a:pt x="172" y="314"/>
                  </a:cubicBezTo>
                  <a:cubicBezTo>
                    <a:pt x="172" y="314"/>
                    <a:pt x="154" y="214"/>
                    <a:pt x="146" y="188"/>
                  </a:cubicBezTo>
                  <a:cubicBezTo>
                    <a:pt x="134" y="148"/>
                    <a:pt x="92" y="73"/>
                    <a:pt x="86" y="73"/>
                  </a:cubicBezTo>
                  <a:cubicBezTo>
                    <a:pt x="80" y="73"/>
                    <a:pt x="57" y="161"/>
                    <a:pt x="53" y="175"/>
                  </a:cubicBezTo>
                  <a:cubicBezTo>
                    <a:pt x="48" y="194"/>
                    <a:pt x="41" y="277"/>
                    <a:pt x="50" y="309"/>
                  </a:cubicBezTo>
                  <a:cubicBezTo>
                    <a:pt x="50" y="309"/>
                    <a:pt x="30" y="345"/>
                    <a:pt x="13" y="335"/>
                  </a:cubicBezTo>
                  <a:cubicBezTo>
                    <a:pt x="13" y="335"/>
                    <a:pt x="0" y="322"/>
                    <a:pt x="27" y="302"/>
                  </a:cubicBezTo>
                  <a:cubicBezTo>
                    <a:pt x="27" y="302"/>
                    <a:pt x="16" y="195"/>
                    <a:pt x="19" y="171"/>
                  </a:cubicBezTo>
                  <a:cubicBezTo>
                    <a:pt x="23" y="147"/>
                    <a:pt x="58" y="39"/>
                    <a:pt x="60" y="8"/>
                  </a:cubicBezTo>
                  <a:cubicBezTo>
                    <a:pt x="60" y="8"/>
                    <a:pt x="82" y="0"/>
                    <a:pt x="130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5" name="Freeform 164"/>
            <p:cNvSpPr/>
            <p:nvPr userDrawn="1"/>
          </p:nvSpPr>
          <p:spPr bwMode="auto">
            <a:xfrm>
              <a:off x="11027897" y="3426250"/>
              <a:ext cx="58879" cy="38692"/>
            </a:xfrm>
            <a:custGeom>
              <a:avLst/>
              <a:gdLst>
                <a:gd name="T0" fmla="*/ 0 w 17"/>
                <a:gd name="T1" fmla="*/ 11 h 11"/>
                <a:gd name="T2" fmla="*/ 17 w 17"/>
                <a:gd name="T3" fmla="*/ 11 h 11"/>
                <a:gd name="T4" fmla="*/ 17 w 17"/>
                <a:gd name="T5" fmla="*/ 3 h 11"/>
                <a:gd name="T6" fmla="*/ 0 w 17"/>
                <a:gd name="T7" fmla="*/ 1 h 11"/>
                <a:gd name="T8" fmla="*/ 0 w 1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0" y="11"/>
                  </a:moveTo>
                  <a:cubicBezTo>
                    <a:pt x="0" y="11"/>
                    <a:pt x="5" y="6"/>
                    <a:pt x="17" y="11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10" y="0"/>
                    <a:pt x="0" y="1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6" name="Freeform 165"/>
            <p:cNvSpPr/>
            <p:nvPr userDrawn="1"/>
          </p:nvSpPr>
          <p:spPr bwMode="auto">
            <a:xfrm>
              <a:off x="10499676" y="635430"/>
              <a:ext cx="391960" cy="432334"/>
            </a:xfrm>
            <a:custGeom>
              <a:avLst/>
              <a:gdLst>
                <a:gd name="T0" fmla="*/ 0 w 112"/>
                <a:gd name="T1" fmla="*/ 68 h 124"/>
                <a:gd name="T2" fmla="*/ 56 w 112"/>
                <a:gd name="T3" fmla="*/ 124 h 124"/>
                <a:gd name="T4" fmla="*/ 112 w 112"/>
                <a:gd name="T5" fmla="*/ 68 h 124"/>
                <a:gd name="T6" fmla="*/ 88 w 112"/>
                <a:gd name="T7" fmla="*/ 14 h 124"/>
                <a:gd name="T8" fmla="*/ 84 w 112"/>
                <a:gd name="T9" fmla="*/ 0 h 124"/>
                <a:gd name="T10" fmla="*/ 28 w 112"/>
                <a:gd name="T11" fmla="*/ 0 h 124"/>
                <a:gd name="T12" fmla="*/ 23 w 112"/>
                <a:gd name="T13" fmla="*/ 14 h 124"/>
                <a:gd name="T14" fmla="*/ 0 w 112"/>
                <a:gd name="T15" fmla="*/ 68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124">
                  <a:moveTo>
                    <a:pt x="0" y="68"/>
                  </a:moveTo>
                  <a:cubicBezTo>
                    <a:pt x="0" y="99"/>
                    <a:pt x="25" y="124"/>
                    <a:pt x="56" y="124"/>
                  </a:cubicBezTo>
                  <a:cubicBezTo>
                    <a:pt x="87" y="124"/>
                    <a:pt x="112" y="99"/>
                    <a:pt x="112" y="68"/>
                  </a:cubicBezTo>
                  <a:cubicBezTo>
                    <a:pt x="112" y="45"/>
                    <a:pt x="98" y="29"/>
                    <a:pt x="88" y="14"/>
                  </a:cubicBezTo>
                  <a:cubicBezTo>
                    <a:pt x="85" y="10"/>
                    <a:pt x="84" y="0"/>
                    <a:pt x="8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7" y="10"/>
                    <a:pt x="23" y="14"/>
                  </a:cubicBezTo>
                  <a:cubicBezTo>
                    <a:pt x="14" y="29"/>
                    <a:pt x="0" y="43"/>
                    <a:pt x="0" y="68"/>
                  </a:cubicBezTo>
                  <a:close/>
                </a:path>
              </a:pathLst>
            </a:custGeom>
            <a:solidFill>
              <a:srgbClr val="FAAF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7" name="Oval 166"/>
            <p:cNvSpPr>
              <a:spLocks noChangeArrowheads="1"/>
            </p:cNvSpPr>
            <p:nvPr userDrawn="1"/>
          </p:nvSpPr>
          <p:spPr bwMode="auto">
            <a:xfrm>
              <a:off x="10518181" y="707766"/>
              <a:ext cx="351587" cy="353268"/>
            </a:xfrm>
            <a:prstGeom prst="ellipse">
              <a:avLst/>
            </a:prstGeom>
            <a:solidFill>
              <a:srgbClr val="F9EC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8" name="Freeform 167"/>
            <p:cNvSpPr/>
            <p:nvPr userDrawn="1"/>
          </p:nvSpPr>
          <p:spPr bwMode="auto">
            <a:xfrm>
              <a:off x="10548462" y="386460"/>
              <a:ext cx="294391" cy="272521"/>
            </a:xfrm>
            <a:custGeom>
              <a:avLst/>
              <a:gdLst>
                <a:gd name="T0" fmla="*/ 0 w 84"/>
                <a:gd name="T1" fmla="*/ 12 h 78"/>
                <a:gd name="T2" fmla="*/ 12 w 84"/>
                <a:gd name="T3" fmla="*/ 0 h 78"/>
                <a:gd name="T4" fmla="*/ 72 w 84"/>
                <a:gd name="T5" fmla="*/ 0 h 78"/>
                <a:gd name="T6" fmla="*/ 84 w 84"/>
                <a:gd name="T7" fmla="*/ 12 h 78"/>
                <a:gd name="T8" fmla="*/ 84 w 84"/>
                <a:gd name="T9" fmla="*/ 66 h 78"/>
                <a:gd name="T10" fmla="*/ 72 w 84"/>
                <a:gd name="T11" fmla="*/ 78 h 78"/>
                <a:gd name="T12" fmla="*/ 12 w 84"/>
                <a:gd name="T13" fmla="*/ 78 h 78"/>
                <a:gd name="T14" fmla="*/ 0 w 84"/>
                <a:gd name="T15" fmla="*/ 66 h 78"/>
                <a:gd name="T16" fmla="*/ 0 w 84"/>
                <a:gd name="T17" fmla="*/ 1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" h="78">
                  <a:moveTo>
                    <a:pt x="0" y="12"/>
                  </a:moveTo>
                  <a:cubicBezTo>
                    <a:pt x="0" y="5"/>
                    <a:pt x="5" y="0"/>
                    <a:pt x="1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8" y="0"/>
                    <a:pt x="84" y="5"/>
                    <a:pt x="84" y="12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4" y="73"/>
                    <a:pt x="78" y="78"/>
                    <a:pt x="72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5" y="78"/>
                    <a:pt x="0" y="73"/>
                    <a:pt x="0" y="66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39" name="Freeform 168"/>
            <p:cNvSpPr/>
            <p:nvPr userDrawn="1"/>
          </p:nvSpPr>
          <p:spPr bwMode="auto">
            <a:xfrm>
              <a:off x="10590517" y="616926"/>
              <a:ext cx="203550" cy="265792"/>
            </a:xfrm>
            <a:custGeom>
              <a:avLst/>
              <a:gdLst>
                <a:gd name="T0" fmla="*/ 40 w 58"/>
                <a:gd name="T1" fmla="*/ 0 h 76"/>
                <a:gd name="T2" fmla="*/ 58 w 58"/>
                <a:gd name="T3" fmla="*/ 63 h 76"/>
                <a:gd name="T4" fmla="*/ 46 w 58"/>
                <a:gd name="T5" fmla="*/ 63 h 76"/>
                <a:gd name="T6" fmla="*/ 40 w 58"/>
                <a:gd name="T7" fmla="*/ 76 h 76"/>
                <a:gd name="T8" fmla="*/ 33 w 58"/>
                <a:gd name="T9" fmla="*/ 54 h 76"/>
                <a:gd name="T10" fmla="*/ 28 w 58"/>
                <a:gd name="T11" fmla="*/ 69 h 76"/>
                <a:gd name="T12" fmla="*/ 24 w 58"/>
                <a:gd name="T13" fmla="*/ 58 h 76"/>
                <a:gd name="T14" fmla="*/ 18 w 58"/>
                <a:gd name="T15" fmla="*/ 70 h 76"/>
                <a:gd name="T16" fmla="*/ 13 w 58"/>
                <a:gd name="T17" fmla="*/ 63 h 76"/>
                <a:gd name="T18" fmla="*/ 0 w 58"/>
                <a:gd name="T19" fmla="*/ 63 h 76"/>
                <a:gd name="T20" fmla="*/ 19 w 58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cubicBezTo>
                    <a:pt x="40" y="0"/>
                    <a:pt x="37" y="43"/>
                    <a:pt x="58" y="63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19" y="50"/>
                    <a:pt x="19" y="0"/>
                  </a:cubicBezTo>
                </a:path>
              </a:pathLst>
            </a:custGeom>
            <a:noFill/>
            <a:ln w="12700" cap="flat">
              <a:solidFill>
                <a:srgbClr val="40404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0" name="Oval 169"/>
            <p:cNvSpPr>
              <a:spLocks noChangeArrowheads="1"/>
            </p:cNvSpPr>
            <p:nvPr userDrawn="1"/>
          </p:nvSpPr>
          <p:spPr bwMode="auto">
            <a:xfrm>
              <a:off x="10593881" y="924774"/>
              <a:ext cx="200186" cy="1211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1" name="Oval 170"/>
            <p:cNvSpPr>
              <a:spLocks noChangeArrowheads="1"/>
            </p:cNvSpPr>
            <p:nvPr userDrawn="1"/>
          </p:nvSpPr>
          <p:spPr bwMode="auto">
            <a:xfrm>
              <a:off x="10635937" y="721224"/>
              <a:ext cx="119439" cy="4205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2" name="Freeform 171"/>
            <p:cNvSpPr/>
            <p:nvPr userDrawn="1"/>
          </p:nvSpPr>
          <p:spPr bwMode="auto">
            <a:xfrm>
              <a:off x="10593881" y="593375"/>
              <a:ext cx="200186" cy="42056"/>
            </a:xfrm>
            <a:custGeom>
              <a:avLst/>
              <a:gdLst>
                <a:gd name="T0" fmla="*/ 57 w 57"/>
                <a:gd name="T1" fmla="*/ 6 h 12"/>
                <a:gd name="T2" fmla="*/ 51 w 57"/>
                <a:gd name="T3" fmla="*/ 12 h 12"/>
                <a:gd name="T4" fmla="*/ 6 w 57"/>
                <a:gd name="T5" fmla="*/ 12 h 12"/>
                <a:gd name="T6" fmla="*/ 0 w 57"/>
                <a:gd name="T7" fmla="*/ 6 h 12"/>
                <a:gd name="T8" fmla="*/ 0 w 57"/>
                <a:gd name="T9" fmla="*/ 6 h 12"/>
                <a:gd name="T10" fmla="*/ 6 w 57"/>
                <a:gd name="T11" fmla="*/ 0 h 12"/>
                <a:gd name="T12" fmla="*/ 51 w 57"/>
                <a:gd name="T13" fmla="*/ 0 h 12"/>
                <a:gd name="T14" fmla="*/ 57 w 57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2">
                  <a:moveTo>
                    <a:pt x="57" y="6"/>
                  </a:moveTo>
                  <a:cubicBezTo>
                    <a:pt x="57" y="9"/>
                    <a:pt x="55" y="12"/>
                    <a:pt x="51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5" y="0"/>
                    <a:pt x="57" y="3"/>
                    <a:pt x="57" y="6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3" name="Freeform 172"/>
            <p:cNvSpPr/>
            <p:nvPr userDrawn="1"/>
          </p:nvSpPr>
          <p:spPr bwMode="auto">
            <a:xfrm>
              <a:off x="10632573" y="1091315"/>
              <a:ext cx="220373" cy="206915"/>
            </a:xfrm>
            <a:custGeom>
              <a:avLst/>
              <a:gdLst>
                <a:gd name="T0" fmla="*/ 42 w 63"/>
                <a:gd name="T1" fmla="*/ 11 h 59"/>
                <a:gd name="T2" fmla="*/ 25 w 63"/>
                <a:gd name="T3" fmla="*/ 2 h 59"/>
                <a:gd name="T4" fmla="*/ 6 w 63"/>
                <a:gd name="T5" fmla="*/ 34 h 59"/>
                <a:gd name="T6" fmla="*/ 52 w 63"/>
                <a:gd name="T7" fmla="*/ 59 h 59"/>
                <a:gd name="T8" fmla="*/ 60 w 63"/>
                <a:gd name="T9" fmla="*/ 30 h 59"/>
                <a:gd name="T10" fmla="*/ 42 w 63"/>
                <a:gd name="T11" fmla="*/ 1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59">
                  <a:moveTo>
                    <a:pt x="42" y="11"/>
                  </a:moveTo>
                  <a:cubicBezTo>
                    <a:pt x="42" y="11"/>
                    <a:pt x="36" y="0"/>
                    <a:pt x="25" y="2"/>
                  </a:cubicBezTo>
                  <a:cubicBezTo>
                    <a:pt x="14" y="4"/>
                    <a:pt x="0" y="20"/>
                    <a:pt x="6" y="34"/>
                  </a:cubicBezTo>
                  <a:cubicBezTo>
                    <a:pt x="12" y="48"/>
                    <a:pt x="52" y="59"/>
                    <a:pt x="52" y="59"/>
                  </a:cubicBezTo>
                  <a:cubicBezTo>
                    <a:pt x="52" y="59"/>
                    <a:pt x="63" y="46"/>
                    <a:pt x="60" y="30"/>
                  </a:cubicBezTo>
                  <a:cubicBezTo>
                    <a:pt x="57" y="15"/>
                    <a:pt x="48" y="5"/>
                    <a:pt x="42" y="1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4" name="Freeform 173"/>
            <p:cNvSpPr/>
            <p:nvPr userDrawn="1"/>
          </p:nvSpPr>
          <p:spPr bwMode="auto">
            <a:xfrm>
              <a:off x="10535004" y="864213"/>
              <a:ext cx="90840" cy="139626"/>
            </a:xfrm>
            <a:custGeom>
              <a:avLst/>
              <a:gdLst>
                <a:gd name="T0" fmla="*/ 6 w 26"/>
                <a:gd name="T1" fmla="*/ 30 h 40"/>
                <a:gd name="T2" fmla="*/ 0 w 26"/>
                <a:gd name="T3" fmla="*/ 17 h 40"/>
                <a:gd name="T4" fmla="*/ 3 w 26"/>
                <a:gd name="T5" fmla="*/ 9 h 40"/>
                <a:gd name="T6" fmla="*/ 3 w 26"/>
                <a:gd name="T7" fmla="*/ 15 h 40"/>
                <a:gd name="T8" fmla="*/ 6 w 26"/>
                <a:gd name="T9" fmla="*/ 19 h 40"/>
                <a:gd name="T10" fmla="*/ 9 w 26"/>
                <a:gd name="T11" fmla="*/ 9 h 40"/>
                <a:gd name="T12" fmla="*/ 15 w 26"/>
                <a:gd name="T13" fmla="*/ 1 h 40"/>
                <a:gd name="T14" fmla="*/ 16 w 26"/>
                <a:gd name="T15" fmla="*/ 2 h 40"/>
                <a:gd name="T16" fmla="*/ 13 w 26"/>
                <a:gd name="T17" fmla="*/ 9 h 40"/>
                <a:gd name="T18" fmla="*/ 12 w 26"/>
                <a:gd name="T19" fmla="*/ 14 h 40"/>
                <a:gd name="T20" fmla="*/ 16 w 26"/>
                <a:gd name="T21" fmla="*/ 10 h 40"/>
                <a:gd name="T22" fmla="*/ 25 w 26"/>
                <a:gd name="T23" fmla="*/ 8 h 40"/>
                <a:gd name="T24" fmla="*/ 20 w 26"/>
                <a:gd name="T25" fmla="*/ 11 h 40"/>
                <a:gd name="T26" fmla="*/ 16 w 26"/>
                <a:gd name="T27" fmla="*/ 16 h 40"/>
                <a:gd name="T28" fmla="*/ 22 w 26"/>
                <a:gd name="T29" fmla="*/ 15 h 40"/>
                <a:gd name="T30" fmla="*/ 26 w 26"/>
                <a:gd name="T31" fmla="*/ 16 h 40"/>
                <a:gd name="T32" fmla="*/ 25 w 26"/>
                <a:gd name="T33" fmla="*/ 17 h 40"/>
                <a:gd name="T34" fmla="*/ 25 w 26"/>
                <a:gd name="T35" fmla="*/ 18 h 40"/>
                <a:gd name="T36" fmla="*/ 22 w 26"/>
                <a:gd name="T37" fmla="*/ 20 h 40"/>
                <a:gd name="T38" fmla="*/ 20 w 26"/>
                <a:gd name="T39" fmla="*/ 23 h 40"/>
                <a:gd name="T40" fmla="*/ 12 w 26"/>
                <a:gd name="T41" fmla="*/ 35 h 40"/>
                <a:gd name="T42" fmla="*/ 8 w 26"/>
                <a:gd name="T43" fmla="*/ 40 h 40"/>
                <a:gd name="T44" fmla="*/ 6 w 26"/>
                <a:gd name="T45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40">
                  <a:moveTo>
                    <a:pt x="6" y="3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4" y="11"/>
                    <a:pt x="3" y="15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7" y="0"/>
                    <a:pt x="16" y="2"/>
                  </a:cubicBezTo>
                  <a:cubicBezTo>
                    <a:pt x="16" y="4"/>
                    <a:pt x="13" y="9"/>
                    <a:pt x="13" y="9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6" y="10"/>
                    <a:pt x="20" y="11"/>
                  </a:cubicBezTo>
                  <a:cubicBezTo>
                    <a:pt x="18" y="12"/>
                    <a:pt x="16" y="16"/>
                    <a:pt x="16" y="16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6" y="14"/>
                    <a:pt x="26" y="16"/>
                  </a:cubicBezTo>
                  <a:cubicBezTo>
                    <a:pt x="26" y="17"/>
                    <a:pt x="25" y="17"/>
                    <a:pt x="25" y="17"/>
                  </a:cubicBezTo>
                  <a:cubicBezTo>
                    <a:pt x="25" y="17"/>
                    <a:pt x="26" y="17"/>
                    <a:pt x="25" y="18"/>
                  </a:cubicBezTo>
                  <a:cubicBezTo>
                    <a:pt x="25" y="19"/>
                    <a:pt x="22" y="20"/>
                    <a:pt x="22" y="20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19" y="34"/>
                    <a:pt x="12" y="35"/>
                  </a:cubicBezTo>
                  <a:cubicBezTo>
                    <a:pt x="10" y="35"/>
                    <a:pt x="8" y="40"/>
                    <a:pt x="8" y="40"/>
                  </a:cubicBezTo>
                  <a:lnTo>
                    <a:pt x="6" y="3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5" name="Freeform 174"/>
            <p:cNvSpPr/>
            <p:nvPr userDrawn="1"/>
          </p:nvSpPr>
          <p:spPr bwMode="auto">
            <a:xfrm>
              <a:off x="10642666" y="1106454"/>
              <a:ext cx="185045" cy="328035"/>
            </a:xfrm>
            <a:custGeom>
              <a:avLst/>
              <a:gdLst>
                <a:gd name="T0" fmla="*/ 53 w 53"/>
                <a:gd name="T1" fmla="*/ 88 h 94"/>
                <a:gd name="T2" fmla="*/ 42 w 53"/>
                <a:gd name="T3" fmla="*/ 89 h 94"/>
                <a:gd name="T4" fmla="*/ 19 w 53"/>
                <a:gd name="T5" fmla="*/ 93 h 94"/>
                <a:gd name="T6" fmla="*/ 15 w 53"/>
                <a:gd name="T7" fmla="*/ 94 h 94"/>
                <a:gd name="T8" fmla="*/ 17 w 53"/>
                <a:gd name="T9" fmla="*/ 88 h 94"/>
                <a:gd name="T10" fmla="*/ 20 w 53"/>
                <a:gd name="T11" fmla="*/ 74 h 94"/>
                <a:gd name="T12" fmla="*/ 8 w 53"/>
                <a:gd name="T13" fmla="*/ 57 h 94"/>
                <a:gd name="T14" fmla="*/ 8 w 53"/>
                <a:gd name="T15" fmla="*/ 57 h 94"/>
                <a:gd name="T16" fmla="*/ 15 w 53"/>
                <a:gd name="T17" fmla="*/ 11 h 94"/>
                <a:gd name="T18" fmla="*/ 52 w 53"/>
                <a:gd name="T19" fmla="*/ 27 h 94"/>
                <a:gd name="T20" fmla="*/ 51 w 53"/>
                <a:gd name="T21" fmla="*/ 51 h 94"/>
                <a:gd name="T22" fmla="*/ 43 w 53"/>
                <a:gd name="T23" fmla="*/ 69 h 94"/>
                <a:gd name="T24" fmla="*/ 49 w 53"/>
                <a:gd name="T25" fmla="*/ 82 h 94"/>
                <a:gd name="T26" fmla="*/ 53 w 53"/>
                <a:gd name="T27" fmla="*/ 88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" h="94">
                  <a:moveTo>
                    <a:pt x="53" y="88"/>
                  </a:moveTo>
                  <a:cubicBezTo>
                    <a:pt x="42" y="89"/>
                    <a:pt x="42" y="89"/>
                    <a:pt x="42" y="89"/>
                  </a:cubicBezTo>
                  <a:cubicBezTo>
                    <a:pt x="19" y="93"/>
                    <a:pt x="19" y="93"/>
                    <a:pt x="19" y="93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4"/>
                    <a:pt x="16" y="91"/>
                    <a:pt x="17" y="88"/>
                  </a:cubicBezTo>
                  <a:cubicBezTo>
                    <a:pt x="19" y="83"/>
                    <a:pt x="21" y="77"/>
                    <a:pt x="20" y="74"/>
                  </a:cubicBezTo>
                  <a:cubicBezTo>
                    <a:pt x="18" y="69"/>
                    <a:pt x="14" y="68"/>
                    <a:pt x="8" y="57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0" y="43"/>
                    <a:pt x="1" y="19"/>
                    <a:pt x="15" y="11"/>
                  </a:cubicBezTo>
                  <a:cubicBezTo>
                    <a:pt x="33" y="0"/>
                    <a:pt x="51" y="13"/>
                    <a:pt x="52" y="27"/>
                  </a:cubicBezTo>
                  <a:cubicBezTo>
                    <a:pt x="53" y="39"/>
                    <a:pt x="52" y="46"/>
                    <a:pt x="51" y="51"/>
                  </a:cubicBezTo>
                  <a:cubicBezTo>
                    <a:pt x="49" y="61"/>
                    <a:pt x="44" y="62"/>
                    <a:pt x="43" y="69"/>
                  </a:cubicBezTo>
                  <a:cubicBezTo>
                    <a:pt x="43" y="72"/>
                    <a:pt x="46" y="78"/>
                    <a:pt x="49" y="82"/>
                  </a:cubicBezTo>
                  <a:cubicBezTo>
                    <a:pt x="51" y="85"/>
                    <a:pt x="53" y="88"/>
                    <a:pt x="53" y="88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6" name="Freeform 175"/>
            <p:cNvSpPr/>
            <p:nvPr userDrawn="1"/>
          </p:nvSpPr>
          <p:spPr bwMode="auto">
            <a:xfrm>
              <a:off x="10671264" y="1283089"/>
              <a:ext cx="149719" cy="168223"/>
            </a:xfrm>
            <a:custGeom>
              <a:avLst/>
              <a:gdLst>
                <a:gd name="T0" fmla="*/ 35 w 43"/>
                <a:gd name="T1" fmla="*/ 18 h 48"/>
                <a:gd name="T2" fmla="*/ 41 w 43"/>
                <a:gd name="T3" fmla="*/ 31 h 48"/>
                <a:gd name="T4" fmla="*/ 41 w 43"/>
                <a:gd name="T5" fmla="*/ 35 h 48"/>
                <a:gd name="T6" fmla="*/ 34 w 43"/>
                <a:gd name="T7" fmla="*/ 38 h 48"/>
                <a:gd name="T8" fmla="*/ 14 w 43"/>
                <a:gd name="T9" fmla="*/ 48 h 48"/>
                <a:gd name="T10" fmla="*/ 11 w 43"/>
                <a:gd name="T11" fmla="*/ 42 h 48"/>
                <a:gd name="T12" fmla="*/ 9 w 43"/>
                <a:gd name="T13" fmla="*/ 37 h 48"/>
                <a:gd name="T14" fmla="*/ 12 w 43"/>
                <a:gd name="T15" fmla="*/ 23 h 48"/>
                <a:gd name="T16" fmla="*/ 0 w 43"/>
                <a:gd name="T17" fmla="*/ 6 h 48"/>
                <a:gd name="T18" fmla="*/ 17 w 43"/>
                <a:gd name="T19" fmla="*/ 8 h 48"/>
                <a:gd name="T20" fmla="*/ 43 w 43"/>
                <a:gd name="T21" fmla="*/ 0 h 48"/>
                <a:gd name="T22" fmla="*/ 35 w 43"/>
                <a:gd name="T23" fmla="*/ 1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48">
                  <a:moveTo>
                    <a:pt x="35" y="18"/>
                  </a:moveTo>
                  <a:cubicBezTo>
                    <a:pt x="35" y="21"/>
                    <a:pt x="38" y="27"/>
                    <a:pt x="41" y="3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1" y="32"/>
                    <a:pt x="13" y="26"/>
                    <a:pt x="12" y="23"/>
                  </a:cubicBezTo>
                  <a:cubicBezTo>
                    <a:pt x="10" y="18"/>
                    <a:pt x="6" y="17"/>
                    <a:pt x="0" y="6"/>
                  </a:cubicBezTo>
                  <a:cubicBezTo>
                    <a:pt x="4" y="8"/>
                    <a:pt x="11" y="9"/>
                    <a:pt x="17" y="8"/>
                  </a:cubicBezTo>
                  <a:cubicBezTo>
                    <a:pt x="26" y="6"/>
                    <a:pt x="38" y="2"/>
                    <a:pt x="43" y="0"/>
                  </a:cubicBezTo>
                  <a:cubicBezTo>
                    <a:pt x="41" y="10"/>
                    <a:pt x="36" y="11"/>
                    <a:pt x="35" y="18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7" name="Freeform 176"/>
            <p:cNvSpPr/>
            <p:nvPr userDrawn="1"/>
          </p:nvSpPr>
          <p:spPr bwMode="auto">
            <a:xfrm>
              <a:off x="10486218" y="970194"/>
              <a:ext cx="548407" cy="916816"/>
            </a:xfrm>
            <a:custGeom>
              <a:avLst/>
              <a:gdLst>
                <a:gd name="T0" fmla="*/ 48 w 157"/>
                <a:gd name="T1" fmla="*/ 113 h 263"/>
                <a:gd name="T2" fmla="*/ 106 w 157"/>
                <a:gd name="T3" fmla="*/ 113 h 263"/>
                <a:gd name="T4" fmla="*/ 129 w 157"/>
                <a:gd name="T5" fmla="*/ 51 h 263"/>
                <a:gd name="T6" fmla="*/ 94 w 157"/>
                <a:gd name="T7" fmla="*/ 16 h 263"/>
                <a:gd name="T8" fmla="*/ 102 w 157"/>
                <a:gd name="T9" fmla="*/ 9 h 263"/>
                <a:gd name="T10" fmla="*/ 148 w 157"/>
                <a:gd name="T11" fmla="*/ 44 h 263"/>
                <a:gd name="T12" fmla="*/ 133 w 157"/>
                <a:gd name="T13" fmla="*/ 147 h 263"/>
                <a:gd name="T14" fmla="*/ 124 w 157"/>
                <a:gd name="T15" fmla="*/ 246 h 263"/>
                <a:gd name="T16" fmla="*/ 59 w 157"/>
                <a:gd name="T17" fmla="*/ 254 h 263"/>
                <a:gd name="T18" fmla="*/ 21 w 157"/>
                <a:gd name="T19" fmla="*/ 128 h 263"/>
                <a:gd name="T20" fmla="*/ 0 w 157"/>
                <a:gd name="T21" fmla="*/ 54 h 263"/>
                <a:gd name="T22" fmla="*/ 20 w 157"/>
                <a:gd name="T23" fmla="*/ 0 h 263"/>
                <a:gd name="T24" fmla="*/ 26 w 157"/>
                <a:gd name="T25" fmla="*/ 5 h 263"/>
                <a:gd name="T26" fmla="*/ 24 w 157"/>
                <a:gd name="T27" fmla="*/ 54 h 263"/>
                <a:gd name="T28" fmla="*/ 48 w 157"/>
                <a:gd name="T29" fmla="*/ 11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7" h="263">
                  <a:moveTo>
                    <a:pt x="48" y="113"/>
                  </a:moveTo>
                  <a:cubicBezTo>
                    <a:pt x="74" y="125"/>
                    <a:pt x="95" y="119"/>
                    <a:pt x="106" y="113"/>
                  </a:cubicBezTo>
                  <a:cubicBezTo>
                    <a:pt x="121" y="104"/>
                    <a:pt x="129" y="51"/>
                    <a:pt x="129" y="51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9"/>
                    <a:pt x="142" y="31"/>
                    <a:pt x="148" y="44"/>
                  </a:cubicBezTo>
                  <a:cubicBezTo>
                    <a:pt x="157" y="68"/>
                    <a:pt x="133" y="147"/>
                    <a:pt x="133" y="147"/>
                  </a:cubicBezTo>
                  <a:cubicBezTo>
                    <a:pt x="133" y="147"/>
                    <a:pt x="110" y="192"/>
                    <a:pt x="124" y="246"/>
                  </a:cubicBezTo>
                  <a:cubicBezTo>
                    <a:pt x="124" y="246"/>
                    <a:pt x="90" y="263"/>
                    <a:pt x="59" y="254"/>
                  </a:cubicBezTo>
                  <a:cubicBezTo>
                    <a:pt x="21" y="128"/>
                    <a:pt x="21" y="128"/>
                    <a:pt x="21" y="128"/>
                  </a:cubicBezTo>
                  <a:cubicBezTo>
                    <a:pt x="21" y="128"/>
                    <a:pt x="0" y="73"/>
                    <a:pt x="0" y="54"/>
                  </a:cubicBezTo>
                  <a:cubicBezTo>
                    <a:pt x="1" y="40"/>
                    <a:pt x="20" y="0"/>
                    <a:pt x="20" y="0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32" y="105"/>
                    <a:pt x="48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8" name="Freeform 177"/>
            <p:cNvSpPr/>
            <p:nvPr userDrawn="1"/>
          </p:nvSpPr>
          <p:spPr bwMode="auto">
            <a:xfrm>
              <a:off x="10684722" y="1385705"/>
              <a:ext cx="94205" cy="344858"/>
            </a:xfrm>
            <a:custGeom>
              <a:avLst/>
              <a:gdLst>
                <a:gd name="T0" fmla="*/ 10 w 27"/>
                <a:gd name="T1" fmla="*/ 0 h 99"/>
                <a:gd name="T2" fmla="*/ 17 w 27"/>
                <a:gd name="T3" fmla="*/ 12 h 99"/>
                <a:gd name="T4" fmla="*/ 0 w 27"/>
                <a:gd name="T5" fmla="*/ 88 h 99"/>
                <a:gd name="T6" fmla="*/ 9 w 27"/>
                <a:gd name="T7" fmla="*/ 99 h 99"/>
                <a:gd name="T8" fmla="*/ 16 w 27"/>
                <a:gd name="T9" fmla="*/ 89 h 99"/>
                <a:gd name="T10" fmla="*/ 22 w 27"/>
                <a:gd name="T11" fmla="*/ 13 h 99"/>
                <a:gd name="T12" fmla="*/ 27 w 27"/>
                <a:gd name="T13" fmla="*/ 0 h 99"/>
                <a:gd name="T14" fmla="*/ 18 w 27"/>
                <a:gd name="T15" fmla="*/ 1 h 99"/>
                <a:gd name="T16" fmla="*/ 10 w 27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99">
                  <a:moveTo>
                    <a:pt x="10" y="0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" y="71"/>
                    <a:pt x="0" y="88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6" y="89"/>
                    <a:pt x="13" y="48"/>
                    <a:pt x="22" y="13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8" y="1"/>
                    <a:pt x="18" y="1"/>
                    <a:pt x="18" y="1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49" name="Freeform 178"/>
            <p:cNvSpPr/>
            <p:nvPr userDrawn="1"/>
          </p:nvSpPr>
          <p:spPr bwMode="auto">
            <a:xfrm>
              <a:off x="10691451" y="1363836"/>
              <a:ext cx="57196" cy="67289"/>
            </a:xfrm>
            <a:custGeom>
              <a:avLst/>
              <a:gdLst>
                <a:gd name="T0" fmla="*/ 0 w 34"/>
                <a:gd name="T1" fmla="*/ 6 h 40"/>
                <a:gd name="T2" fmla="*/ 13 w 34"/>
                <a:gd name="T3" fmla="*/ 0 h 40"/>
                <a:gd name="T4" fmla="*/ 34 w 34"/>
                <a:gd name="T5" fmla="*/ 15 h 40"/>
                <a:gd name="T6" fmla="*/ 11 w 34"/>
                <a:gd name="T7" fmla="*/ 40 h 40"/>
                <a:gd name="T8" fmla="*/ 0 w 34"/>
                <a:gd name="T9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6"/>
                  </a:moveTo>
                  <a:lnTo>
                    <a:pt x="13" y="0"/>
                  </a:lnTo>
                  <a:lnTo>
                    <a:pt x="34" y="15"/>
                  </a:lnTo>
                  <a:lnTo>
                    <a:pt x="11" y="4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0" name="Freeform 179"/>
            <p:cNvSpPr/>
            <p:nvPr userDrawn="1"/>
          </p:nvSpPr>
          <p:spPr bwMode="auto">
            <a:xfrm>
              <a:off x="10748646" y="1353743"/>
              <a:ext cx="87476" cy="65608"/>
            </a:xfrm>
            <a:custGeom>
              <a:avLst/>
              <a:gdLst>
                <a:gd name="T0" fmla="*/ 0 w 52"/>
                <a:gd name="T1" fmla="*/ 21 h 39"/>
                <a:gd name="T2" fmla="*/ 33 w 52"/>
                <a:gd name="T3" fmla="*/ 39 h 39"/>
                <a:gd name="T4" fmla="*/ 52 w 52"/>
                <a:gd name="T5" fmla="*/ 10 h 39"/>
                <a:gd name="T6" fmla="*/ 29 w 52"/>
                <a:gd name="T7" fmla="*/ 0 h 39"/>
                <a:gd name="T8" fmla="*/ 0 w 52"/>
                <a:gd name="T9" fmla="*/ 2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9">
                  <a:moveTo>
                    <a:pt x="0" y="21"/>
                  </a:moveTo>
                  <a:lnTo>
                    <a:pt x="33" y="39"/>
                  </a:lnTo>
                  <a:lnTo>
                    <a:pt x="52" y="10"/>
                  </a:lnTo>
                  <a:lnTo>
                    <a:pt x="29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1" name="Freeform 180"/>
            <p:cNvSpPr/>
            <p:nvPr userDrawn="1"/>
          </p:nvSpPr>
          <p:spPr bwMode="auto">
            <a:xfrm>
              <a:off x="10794067" y="1479910"/>
              <a:ext cx="65608" cy="94205"/>
            </a:xfrm>
            <a:custGeom>
              <a:avLst/>
              <a:gdLst>
                <a:gd name="T0" fmla="*/ 0 w 19"/>
                <a:gd name="T1" fmla="*/ 4 h 27"/>
                <a:gd name="T2" fmla="*/ 19 w 19"/>
                <a:gd name="T3" fmla="*/ 4 h 27"/>
                <a:gd name="T4" fmla="*/ 17 w 19"/>
                <a:gd name="T5" fmla="*/ 22 h 27"/>
                <a:gd name="T6" fmla="*/ 8 w 19"/>
                <a:gd name="T7" fmla="*/ 27 h 27"/>
                <a:gd name="T8" fmla="*/ 0 w 19"/>
                <a:gd name="T9" fmla="*/ 22 h 27"/>
                <a:gd name="T10" fmla="*/ 0 w 19"/>
                <a:gd name="T11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0" y="4"/>
                  </a:moveTo>
                  <a:cubicBezTo>
                    <a:pt x="0" y="4"/>
                    <a:pt x="10" y="0"/>
                    <a:pt x="19" y="4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2" name="Freeform 181"/>
            <p:cNvSpPr/>
            <p:nvPr userDrawn="1"/>
          </p:nvSpPr>
          <p:spPr bwMode="auto">
            <a:xfrm>
              <a:off x="10794067" y="1140099"/>
              <a:ext cx="48785" cy="94205"/>
            </a:xfrm>
            <a:custGeom>
              <a:avLst/>
              <a:gdLst>
                <a:gd name="T0" fmla="*/ 0 w 14"/>
                <a:gd name="T1" fmla="*/ 0 h 27"/>
                <a:gd name="T2" fmla="*/ 3 w 14"/>
                <a:gd name="T3" fmla="*/ 12 h 27"/>
                <a:gd name="T4" fmla="*/ 5 w 14"/>
                <a:gd name="T5" fmla="*/ 27 h 27"/>
                <a:gd name="T6" fmla="*/ 12 w 14"/>
                <a:gd name="T7" fmla="*/ 23 h 27"/>
                <a:gd name="T8" fmla="*/ 0 w 14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7">
                  <a:moveTo>
                    <a:pt x="0" y="0"/>
                  </a:moveTo>
                  <a:cubicBezTo>
                    <a:pt x="0" y="0"/>
                    <a:pt x="1" y="8"/>
                    <a:pt x="3" y="12"/>
                  </a:cubicBezTo>
                  <a:cubicBezTo>
                    <a:pt x="5" y="17"/>
                    <a:pt x="5" y="27"/>
                    <a:pt x="5" y="27"/>
                  </a:cubicBezTo>
                  <a:cubicBezTo>
                    <a:pt x="5" y="27"/>
                    <a:pt x="8" y="18"/>
                    <a:pt x="12" y="23"/>
                  </a:cubicBezTo>
                  <a:cubicBezTo>
                    <a:pt x="12" y="23"/>
                    <a:pt x="14" y="5"/>
                    <a:pt x="0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3" name="Freeform 182"/>
            <p:cNvSpPr/>
            <p:nvPr userDrawn="1"/>
          </p:nvSpPr>
          <p:spPr bwMode="auto">
            <a:xfrm>
              <a:off x="10807525" y="1204024"/>
              <a:ext cx="48785" cy="72336"/>
            </a:xfrm>
            <a:custGeom>
              <a:avLst/>
              <a:gdLst>
                <a:gd name="T0" fmla="*/ 1 w 14"/>
                <a:gd name="T1" fmla="*/ 9 h 21"/>
                <a:gd name="T2" fmla="*/ 8 w 14"/>
                <a:gd name="T3" fmla="*/ 5 h 21"/>
                <a:gd name="T4" fmla="*/ 2 w 14"/>
                <a:gd name="T5" fmla="*/ 20 h 21"/>
                <a:gd name="T6" fmla="*/ 1 w 14"/>
                <a:gd name="T7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1">
                  <a:moveTo>
                    <a:pt x="1" y="9"/>
                  </a:moveTo>
                  <a:cubicBezTo>
                    <a:pt x="1" y="9"/>
                    <a:pt x="2" y="0"/>
                    <a:pt x="8" y="5"/>
                  </a:cubicBezTo>
                  <a:cubicBezTo>
                    <a:pt x="14" y="10"/>
                    <a:pt x="5" y="21"/>
                    <a:pt x="2" y="20"/>
                  </a:cubicBezTo>
                  <a:cubicBezTo>
                    <a:pt x="0" y="1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4" name="Freeform 183"/>
            <p:cNvSpPr/>
            <p:nvPr userDrawn="1"/>
          </p:nvSpPr>
          <p:spPr bwMode="auto">
            <a:xfrm>
              <a:off x="10541733" y="1801216"/>
              <a:ext cx="622425" cy="1137188"/>
            </a:xfrm>
            <a:custGeom>
              <a:avLst/>
              <a:gdLst>
                <a:gd name="T0" fmla="*/ 41 w 178"/>
                <a:gd name="T1" fmla="*/ 7 h 326"/>
                <a:gd name="T2" fmla="*/ 106 w 178"/>
                <a:gd name="T3" fmla="*/ 0 h 326"/>
                <a:gd name="T4" fmla="*/ 114 w 178"/>
                <a:gd name="T5" fmla="*/ 24 h 326"/>
                <a:gd name="T6" fmla="*/ 150 w 178"/>
                <a:gd name="T7" fmla="*/ 154 h 326"/>
                <a:gd name="T8" fmla="*/ 156 w 178"/>
                <a:gd name="T9" fmla="*/ 291 h 326"/>
                <a:gd name="T10" fmla="*/ 175 w 178"/>
                <a:gd name="T11" fmla="*/ 317 h 326"/>
                <a:gd name="T12" fmla="*/ 137 w 178"/>
                <a:gd name="T13" fmla="*/ 301 h 326"/>
                <a:gd name="T14" fmla="*/ 124 w 178"/>
                <a:gd name="T15" fmla="*/ 160 h 326"/>
                <a:gd name="T16" fmla="*/ 81 w 178"/>
                <a:gd name="T17" fmla="*/ 62 h 326"/>
                <a:gd name="T18" fmla="*/ 75 w 178"/>
                <a:gd name="T19" fmla="*/ 60 h 326"/>
                <a:gd name="T20" fmla="*/ 38 w 178"/>
                <a:gd name="T21" fmla="*/ 174 h 326"/>
                <a:gd name="T22" fmla="*/ 76 w 178"/>
                <a:gd name="T23" fmla="*/ 288 h 326"/>
                <a:gd name="T24" fmla="*/ 30 w 178"/>
                <a:gd name="T25" fmla="*/ 308 h 326"/>
                <a:gd name="T26" fmla="*/ 55 w 178"/>
                <a:gd name="T27" fmla="*/ 283 h 326"/>
                <a:gd name="T28" fmla="*/ 8 w 178"/>
                <a:gd name="T29" fmla="*/ 179 h 326"/>
                <a:gd name="T30" fmla="*/ 41 w 178"/>
                <a:gd name="T31" fmla="*/ 28 h 326"/>
                <a:gd name="T32" fmla="*/ 41 w 178"/>
                <a:gd name="T33" fmla="*/ 7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8" h="326">
                  <a:moveTo>
                    <a:pt x="41" y="7"/>
                  </a:moveTo>
                  <a:cubicBezTo>
                    <a:pt x="41" y="7"/>
                    <a:pt x="78" y="15"/>
                    <a:pt x="106" y="0"/>
                  </a:cubicBezTo>
                  <a:cubicBezTo>
                    <a:pt x="106" y="0"/>
                    <a:pt x="112" y="18"/>
                    <a:pt x="114" y="24"/>
                  </a:cubicBezTo>
                  <a:cubicBezTo>
                    <a:pt x="124" y="59"/>
                    <a:pt x="145" y="117"/>
                    <a:pt x="150" y="154"/>
                  </a:cubicBezTo>
                  <a:cubicBezTo>
                    <a:pt x="156" y="193"/>
                    <a:pt x="156" y="291"/>
                    <a:pt x="156" y="291"/>
                  </a:cubicBezTo>
                  <a:cubicBezTo>
                    <a:pt x="178" y="312"/>
                    <a:pt x="175" y="317"/>
                    <a:pt x="175" y="317"/>
                  </a:cubicBezTo>
                  <a:cubicBezTo>
                    <a:pt x="146" y="326"/>
                    <a:pt x="137" y="301"/>
                    <a:pt x="137" y="301"/>
                  </a:cubicBezTo>
                  <a:cubicBezTo>
                    <a:pt x="137" y="301"/>
                    <a:pt x="134" y="199"/>
                    <a:pt x="124" y="160"/>
                  </a:cubicBezTo>
                  <a:cubicBezTo>
                    <a:pt x="117" y="134"/>
                    <a:pt x="95" y="99"/>
                    <a:pt x="81" y="62"/>
                  </a:cubicBezTo>
                  <a:cubicBezTo>
                    <a:pt x="80" y="59"/>
                    <a:pt x="76" y="58"/>
                    <a:pt x="75" y="60"/>
                  </a:cubicBezTo>
                  <a:cubicBezTo>
                    <a:pt x="65" y="97"/>
                    <a:pt x="41" y="156"/>
                    <a:pt x="38" y="174"/>
                  </a:cubicBezTo>
                  <a:cubicBezTo>
                    <a:pt x="35" y="190"/>
                    <a:pt x="76" y="288"/>
                    <a:pt x="76" y="288"/>
                  </a:cubicBezTo>
                  <a:cubicBezTo>
                    <a:pt x="76" y="288"/>
                    <a:pt x="52" y="316"/>
                    <a:pt x="30" y="308"/>
                  </a:cubicBezTo>
                  <a:cubicBezTo>
                    <a:pt x="30" y="308"/>
                    <a:pt x="27" y="298"/>
                    <a:pt x="55" y="283"/>
                  </a:cubicBezTo>
                  <a:cubicBezTo>
                    <a:pt x="55" y="283"/>
                    <a:pt x="21" y="213"/>
                    <a:pt x="8" y="179"/>
                  </a:cubicBezTo>
                  <a:cubicBezTo>
                    <a:pt x="0" y="159"/>
                    <a:pt x="36" y="66"/>
                    <a:pt x="41" y="28"/>
                  </a:cubicBezTo>
                  <a:cubicBezTo>
                    <a:pt x="41" y="23"/>
                    <a:pt x="41" y="7"/>
                    <a:pt x="41" y="7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5" name="Freeform 184"/>
            <p:cNvSpPr/>
            <p:nvPr userDrawn="1"/>
          </p:nvSpPr>
          <p:spPr bwMode="auto">
            <a:xfrm>
              <a:off x="10745282" y="1844954"/>
              <a:ext cx="65608" cy="35327"/>
            </a:xfrm>
            <a:custGeom>
              <a:avLst/>
              <a:gdLst>
                <a:gd name="T0" fmla="*/ 0 w 19"/>
                <a:gd name="T1" fmla="*/ 0 h 10"/>
                <a:gd name="T2" fmla="*/ 1 w 19"/>
                <a:gd name="T3" fmla="*/ 8 h 10"/>
                <a:gd name="T4" fmla="*/ 19 w 19"/>
                <a:gd name="T5" fmla="*/ 8 h 10"/>
                <a:gd name="T6" fmla="*/ 19 w 19"/>
                <a:gd name="T7" fmla="*/ 0 h 10"/>
                <a:gd name="T8" fmla="*/ 0 w 1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0" y="0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0" y="10"/>
                    <a:pt x="19" y="8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6" name="Freeform 185"/>
            <p:cNvSpPr/>
            <p:nvPr userDrawn="1"/>
          </p:nvSpPr>
          <p:spPr bwMode="auto">
            <a:xfrm>
              <a:off x="10603975" y="2425323"/>
              <a:ext cx="87476" cy="142990"/>
            </a:xfrm>
            <a:custGeom>
              <a:avLst/>
              <a:gdLst>
                <a:gd name="T0" fmla="*/ 8 w 25"/>
                <a:gd name="T1" fmla="*/ 31 h 41"/>
                <a:gd name="T2" fmla="*/ 0 w 25"/>
                <a:gd name="T3" fmla="*/ 20 h 41"/>
                <a:gd name="T4" fmla="*/ 0 w 25"/>
                <a:gd name="T5" fmla="*/ 12 h 41"/>
                <a:gd name="T6" fmla="*/ 2 w 25"/>
                <a:gd name="T7" fmla="*/ 18 h 41"/>
                <a:gd name="T8" fmla="*/ 5 w 25"/>
                <a:gd name="T9" fmla="*/ 22 h 41"/>
                <a:gd name="T10" fmla="*/ 6 w 25"/>
                <a:gd name="T11" fmla="*/ 11 h 41"/>
                <a:gd name="T12" fmla="*/ 10 w 25"/>
                <a:gd name="T13" fmla="*/ 1 h 41"/>
                <a:gd name="T14" fmla="*/ 12 w 25"/>
                <a:gd name="T15" fmla="*/ 2 h 41"/>
                <a:gd name="T16" fmla="*/ 10 w 25"/>
                <a:gd name="T17" fmla="*/ 10 h 41"/>
                <a:gd name="T18" fmla="*/ 10 w 25"/>
                <a:gd name="T19" fmla="*/ 15 h 41"/>
                <a:gd name="T20" fmla="*/ 14 w 25"/>
                <a:gd name="T21" fmla="*/ 10 h 41"/>
                <a:gd name="T22" fmla="*/ 22 w 25"/>
                <a:gd name="T23" fmla="*/ 5 h 41"/>
                <a:gd name="T24" fmla="*/ 18 w 25"/>
                <a:gd name="T25" fmla="*/ 10 h 41"/>
                <a:gd name="T26" fmla="*/ 15 w 25"/>
                <a:gd name="T27" fmla="*/ 15 h 41"/>
                <a:gd name="T28" fmla="*/ 20 w 25"/>
                <a:gd name="T29" fmla="*/ 13 h 41"/>
                <a:gd name="T30" fmla="*/ 25 w 25"/>
                <a:gd name="T31" fmla="*/ 13 h 41"/>
                <a:gd name="T32" fmla="*/ 23 w 25"/>
                <a:gd name="T33" fmla="*/ 15 h 41"/>
                <a:gd name="T34" fmla="*/ 24 w 25"/>
                <a:gd name="T35" fmla="*/ 15 h 41"/>
                <a:gd name="T36" fmla="*/ 22 w 25"/>
                <a:gd name="T37" fmla="*/ 18 h 41"/>
                <a:gd name="T38" fmla="*/ 20 w 25"/>
                <a:gd name="T39" fmla="*/ 22 h 41"/>
                <a:gd name="T40" fmla="*/ 15 w 25"/>
                <a:gd name="T41" fmla="*/ 35 h 41"/>
                <a:gd name="T42" fmla="*/ 12 w 25"/>
                <a:gd name="T43" fmla="*/ 41 h 41"/>
                <a:gd name="T44" fmla="*/ 8 w 25"/>
                <a:gd name="T45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41">
                  <a:moveTo>
                    <a:pt x="8" y="3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2" y="13"/>
                    <a:pt x="2" y="1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2" y="0"/>
                    <a:pt x="12" y="2"/>
                  </a:cubicBezTo>
                  <a:cubicBezTo>
                    <a:pt x="12" y="4"/>
                    <a:pt x="10" y="10"/>
                    <a:pt x="10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3" y="8"/>
                    <a:pt x="18" y="10"/>
                  </a:cubicBezTo>
                  <a:cubicBezTo>
                    <a:pt x="15" y="11"/>
                    <a:pt x="15" y="15"/>
                    <a:pt x="15" y="1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4" y="12"/>
                    <a:pt x="25" y="13"/>
                  </a:cubicBezTo>
                  <a:cubicBezTo>
                    <a:pt x="25" y="14"/>
                    <a:pt x="23" y="15"/>
                    <a:pt x="23" y="15"/>
                  </a:cubicBezTo>
                  <a:cubicBezTo>
                    <a:pt x="23" y="15"/>
                    <a:pt x="24" y="15"/>
                    <a:pt x="24" y="15"/>
                  </a:cubicBezTo>
                  <a:cubicBezTo>
                    <a:pt x="24" y="17"/>
                    <a:pt x="22" y="18"/>
                    <a:pt x="22" y="18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1" y="32"/>
                    <a:pt x="15" y="35"/>
                  </a:cubicBezTo>
                  <a:cubicBezTo>
                    <a:pt x="14" y="35"/>
                    <a:pt x="12" y="41"/>
                    <a:pt x="12" y="41"/>
                  </a:cubicBezTo>
                  <a:lnTo>
                    <a:pt x="8" y="31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7" name="Freeform 186"/>
            <p:cNvSpPr/>
            <p:nvPr userDrawn="1"/>
          </p:nvSpPr>
          <p:spPr bwMode="auto">
            <a:xfrm>
              <a:off x="10460986" y="2536350"/>
              <a:ext cx="227102" cy="496258"/>
            </a:xfrm>
            <a:custGeom>
              <a:avLst/>
              <a:gdLst>
                <a:gd name="T0" fmla="*/ 10 w 65"/>
                <a:gd name="T1" fmla="*/ 110 h 142"/>
                <a:gd name="T2" fmla="*/ 41 w 65"/>
                <a:gd name="T3" fmla="*/ 71 h 142"/>
                <a:gd name="T4" fmla="*/ 48 w 65"/>
                <a:gd name="T5" fmla="*/ 1 h 142"/>
                <a:gd name="T6" fmla="*/ 61 w 65"/>
                <a:gd name="T7" fmla="*/ 0 h 142"/>
                <a:gd name="T8" fmla="*/ 61 w 65"/>
                <a:gd name="T9" fmla="*/ 74 h 142"/>
                <a:gd name="T10" fmla="*/ 23 w 65"/>
                <a:gd name="T11" fmla="*/ 142 h 142"/>
                <a:gd name="T12" fmla="*/ 10 w 65"/>
                <a:gd name="T13" fmla="*/ 11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42">
                  <a:moveTo>
                    <a:pt x="10" y="110"/>
                  </a:moveTo>
                  <a:cubicBezTo>
                    <a:pt x="41" y="71"/>
                    <a:pt x="41" y="71"/>
                    <a:pt x="41" y="7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5" y="56"/>
                    <a:pt x="61" y="74"/>
                  </a:cubicBezTo>
                  <a:cubicBezTo>
                    <a:pt x="56" y="93"/>
                    <a:pt x="23" y="142"/>
                    <a:pt x="23" y="142"/>
                  </a:cubicBezTo>
                  <a:cubicBezTo>
                    <a:pt x="23" y="142"/>
                    <a:pt x="0" y="130"/>
                    <a:pt x="10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8" name="Freeform 187"/>
            <p:cNvSpPr/>
            <p:nvPr userDrawn="1"/>
          </p:nvSpPr>
          <p:spPr bwMode="auto">
            <a:xfrm>
              <a:off x="10570330" y="4191665"/>
              <a:ext cx="90840" cy="129532"/>
            </a:xfrm>
            <a:custGeom>
              <a:avLst/>
              <a:gdLst>
                <a:gd name="T0" fmla="*/ 2 w 26"/>
                <a:gd name="T1" fmla="*/ 26 h 37"/>
                <a:gd name="T2" fmla="*/ 0 w 26"/>
                <a:gd name="T3" fmla="*/ 12 h 37"/>
                <a:gd name="T4" fmla="*/ 4 w 26"/>
                <a:gd name="T5" fmla="*/ 5 h 37"/>
                <a:gd name="T6" fmla="*/ 3 w 26"/>
                <a:gd name="T7" fmla="*/ 11 h 37"/>
                <a:gd name="T8" fmla="*/ 4 w 26"/>
                <a:gd name="T9" fmla="*/ 16 h 37"/>
                <a:gd name="T10" fmla="*/ 10 w 26"/>
                <a:gd name="T11" fmla="*/ 7 h 37"/>
                <a:gd name="T12" fmla="*/ 17 w 26"/>
                <a:gd name="T13" fmla="*/ 0 h 37"/>
                <a:gd name="T14" fmla="*/ 18 w 26"/>
                <a:gd name="T15" fmla="*/ 2 h 37"/>
                <a:gd name="T16" fmla="*/ 13 w 26"/>
                <a:gd name="T17" fmla="*/ 8 h 37"/>
                <a:gd name="T18" fmla="*/ 11 w 26"/>
                <a:gd name="T19" fmla="*/ 12 h 37"/>
                <a:gd name="T20" fmla="*/ 17 w 26"/>
                <a:gd name="T21" fmla="*/ 9 h 37"/>
                <a:gd name="T22" fmla="*/ 26 w 26"/>
                <a:gd name="T23" fmla="*/ 9 h 37"/>
                <a:gd name="T24" fmla="*/ 20 w 26"/>
                <a:gd name="T25" fmla="*/ 11 h 37"/>
                <a:gd name="T26" fmla="*/ 15 w 26"/>
                <a:gd name="T27" fmla="*/ 15 h 37"/>
                <a:gd name="T28" fmla="*/ 21 w 26"/>
                <a:gd name="T29" fmla="*/ 15 h 37"/>
                <a:gd name="T30" fmla="*/ 25 w 26"/>
                <a:gd name="T31" fmla="*/ 17 h 37"/>
                <a:gd name="T32" fmla="*/ 23 w 26"/>
                <a:gd name="T33" fmla="*/ 18 h 37"/>
                <a:gd name="T34" fmla="*/ 24 w 26"/>
                <a:gd name="T35" fmla="*/ 19 h 37"/>
                <a:gd name="T36" fmla="*/ 20 w 26"/>
                <a:gd name="T37" fmla="*/ 20 h 37"/>
                <a:gd name="T38" fmla="*/ 17 w 26"/>
                <a:gd name="T39" fmla="*/ 23 h 37"/>
                <a:gd name="T40" fmla="*/ 7 w 26"/>
                <a:gd name="T41" fmla="*/ 32 h 37"/>
                <a:gd name="T42" fmla="*/ 1 w 26"/>
                <a:gd name="T43" fmla="*/ 37 h 37"/>
                <a:gd name="T44" fmla="*/ 2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" y="2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5" y="7"/>
                    <a:pt x="3" y="11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9" y="0"/>
                    <a:pt x="18" y="2"/>
                  </a:cubicBezTo>
                  <a:cubicBezTo>
                    <a:pt x="18" y="3"/>
                    <a:pt x="13" y="8"/>
                    <a:pt x="13" y="8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12"/>
                    <a:pt x="20" y="11"/>
                  </a:cubicBezTo>
                  <a:cubicBezTo>
                    <a:pt x="18" y="11"/>
                    <a:pt x="15" y="15"/>
                    <a:pt x="15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5" y="16"/>
                    <a:pt x="25" y="17"/>
                  </a:cubicBezTo>
                  <a:cubicBezTo>
                    <a:pt x="25" y="18"/>
                    <a:pt x="23" y="18"/>
                    <a:pt x="23" y="18"/>
                  </a:cubicBezTo>
                  <a:cubicBezTo>
                    <a:pt x="23" y="18"/>
                    <a:pt x="24" y="18"/>
                    <a:pt x="24" y="19"/>
                  </a:cubicBezTo>
                  <a:cubicBezTo>
                    <a:pt x="23" y="20"/>
                    <a:pt x="20" y="20"/>
                    <a:pt x="20" y="20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3" y="33"/>
                    <a:pt x="7" y="32"/>
                  </a:cubicBezTo>
                  <a:cubicBezTo>
                    <a:pt x="5" y="32"/>
                    <a:pt x="1" y="37"/>
                    <a:pt x="1" y="37"/>
                  </a:cubicBezTo>
                  <a:lnTo>
                    <a:pt x="2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59" name="Freeform 188"/>
            <p:cNvSpPr/>
            <p:nvPr userDrawn="1"/>
          </p:nvSpPr>
          <p:spPr bwMode="auto">
            <a:xfrm>
              <a:off x="10852945" y="4191665"/>
              <a:ext cx="90840" cy="129532"/>
            </a:xfrm>
            <a:custGeom>
              <a:avLst/>
              <a:gdLst>
                <a:gd name="T0" fmla="*/ 24 w 26"/>
                <a:gd name="T1" fmla="*/ 26 h 37"/>
                <a:gd name="T2" fmla="*/ 26 w 26"/>
                <a:gd name="T3" fmla="*/ 12 h 37"/>
                <a:gd name="T4" fmla="*/ 22 w 26"/>
                <a:gd name="T5" fmla="*/ 5 h 37"/>
                <a:gd name="T6" fmla="*/ 23 w 26"/>
                <a:gd name="T7" fmla="*/ 11 h 37"/>
                <a:gd name="T8" fmla="*/ 22 w 26"/>
                <a:gd name="T9" fmla="*/ 16 h 37"/>
                <a:gd name="T10" fmla="*/ 16 w 26"/>
                <a:gd name="T11" fmla="*/ 7 h 37"/>
                <a:gd name="T12" fmla="*/ 9 w 26"/>
                <a:gd name="T13" fmla="*/ 0 h 37"/>
                <a:gd name="T14" fmla="*/ 7 w 26"/>
                <a:gd name="T15" fmla="*/ 2 h 37"/>
                <a:gd name="T16" fmla="*/ 12 w 26"/>
                <a:gd name="T17" fmla="*/ 8 h 37"/>
                <a:gd name="T18" fmla="*/ 15 w 26"/>
                <a:gd name="T19" fmla="*/ 12 h 37"/>
                <a:gd name="T20" fmla="*/ 9 w 26"/>
                <a:gd name="T21" fmla="*/ 9 h 37"/>
                <a:gd name="T22" fmla="*/ 0 w 26"/>
                <a:gd name="T23" fmla="*/ 9 h 37"/>
                <a:gd name="T24" fmla="*/ 5 w 26"/>
                <a:gd name="T25" fmla="*/ 11 h 37"/>
                <a:gd name="T26" fmla="*/ 10 w 26"/>
                <a:gd name="T27" fmla="*/ 15 h 37"/>
                <a:gd name="T28" fmla="*/ 5 w 26"/>
                <a:gd name="T29" fmla="*/ 15 h 37"/>
                <a:gd name="T30" fmla="*/ 1 w 26"/>
                <a:gd name="T31" fmla="*/ 17 h 37"/>
                <a:gd name="T32" fmla="*/ 3 w 26"/>
                <a:gd name="T33" fmla="*/ 18 h 37"/>
                <a:gd name="T34" fmla="*/ 2 w 26"/>
                <a:gd name="T35" fmla="*/ 19 h 37"/>
                <a:gd name="T36" fmla="*/ 5 w 26"/>
                <a:gd name="T37" fmla="*/ 20 h 37"/>
                <a:gd name="T38" fmla="*/ 9 w 26"/>
                <a:gd name="T39" fmla="*/ 23 h 37"/>
                <a:gd name="T40" fmla="*/ 19 w 26"/>
                <a:gd name="T41" fmla="*/ 32 h 37"/>
                <a:gd name="T42" fmla="*/ 24 w 26"/>
                <a:gd name="T43" fmla="*/ 37 h 37"/>
                <a:gd name="T44" fmla="*/ 24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4" y="26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1" y="7"/>
                    <a:pt x="23" y="11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7" y="0"/>
                    <a:pt x="7" y="2"/>
                  </a:cubicBezTo>
                  <a:cubicBezTo>
                    <a:pt x="8" y="3"/>
                    <a:pt x="12" y="8"/>
                    <a:pt x="12" y="8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2"/>
                    <a:pt x="5" y="11"/>
                  </a:cubicBezTo>
                  <a:cubicBezTo>
                    <a:pt x="8" y="11"/>
                    <a:pt x="10" y="15"/>
                    <a:pt x="1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1" y="16"/>
                    <a:pt x="1" y="17"/>
                  </a:cubicBezTo>
                  <a:cubicBezTo>
                    <a:pt x="1" y="18"/>
                    <a:pt x="3" y="18"/>
                    <a:pt x="3" y="18"/>
                  </a:cubicBezTo>
                  <a:cubicBezTo>
                    <a:pt x="3" y="18"/>
                    <a:pt x="2" y="18"/>
                    <a:pt x="2" y="19"/>
                  </a:cubicBezTo>
                  <a:cubicBezTo>
                    <a:pt x="3" y="20"/>
                    <a:pt x="5" y="20"/>
                    <a:pt x="5" y="2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2" y="33"/>
                    <a:pt x="19" y="32"/>
                  </a:cubicBezTo>
                  <a:cubicBezTo>
                    <a:pt x="20" y="32"/>
                    <a:pt x="24" y="37"/>
                    <a:pt x="24" y="37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0" name="Freeform 189"/>
            <p:cNvSpPr/>
            <p:nvPr userDrawn="1"/>
          </p:nvSpPr>
          <p:spPr bwMode="auto">
            <a:xfrm>
              <a:off x="10915188" y="4267366"/>
              <a:ext cx="60560" cy="97569"/>
            </a:xfrm>
            <a:custGeom>
              <a:avLst/>
              <a:gdLst>
                <a:gd name="T0" fmla="*/ 8 w 17"/>
                <a:gd name="T1" fmla="*/ 28 h 28"/>
                <a:gd name="T2" fmla="*/ 0 w 17"/>
                <a:gd name="T3" fmla="*/ 15 h 28"/>
                <a:gd name="T4" fmla="*/ 6 w 17"/>
                <a:gd name="T5" fmla="*/ 2 h 28"/>
                <a:gd name="T6" fmla="*/ 17 w 17"/>
                <a:gd name="T7" fmla="*/ 10 h 28"/>
                <a:gd name="T8" fmla="*/ 8 w 17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8" y="28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0"/>
                    <a:pt x="6" y="2"/>
                  </a:cubicBezTo>
                  <a:cubicBezTo>
                    <a:pt x="17" y="10"/>
                    <a:pt x="17" y="10"/>
                    <a:pt x="17" y="10"/>
                  </a:cubicBezTo>
                  <a:lnTo>
                    <a:pt x="8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1" name="Freeform 190"/>
            <p:cNvSpPr/>
            <p:nvPr userDrawn="1"/>
          </p:nvSpPr>
          <p:spPr bwMode="auto">
            <a:xfrm>
              <a:off x="10518181" y="4264001"/>
              <a:ext cx="82430" cy="112710"/>
            </a:xfrm>
            <a:custGeom>
              <a:avLst/>
              <a:gdLst>
                <a:gd name="T0" fmla="*/ 16 w 24"/>
                <a:gd name="T1" fmla="*/ 0 h 32"/>
                <a:gd name="T2" fmla="*/ 22 w 24"/>
                <a:gd name="T3" fmla="*/ 7 h 32"/>
                <a:gd name="T4" fmla="*/ 22 w 24"/>
                <a:gd name="T5" fmla="*/ 19 h 32"/>
                <a:gd name="T6" fmla="*/ 0 w 24"/>
                <a:gd name="T7" fmla="*/ 32 h 32"/>
                <a:gd name="T8" fmla="*/ 16 w 24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2">
                  <a:moveTo>
                    <a:pt x="16" y="0"/>
                  </a:moveTo>
                  <a:cubicBezTo>
                    <a:pt x="16" y="0"/>
                    <a:pt x="20" y="1"/>
                    <a:pt x="22" y="7"/>
                  </a:cubicBezTo>
                  <a:cubicBezTo>
                    <a:pt x="24" y="13"/>
                    <a:pt x="22" y="19"/>
                    <a:pt x="22" y="19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2" name="Freeform 191"/>
            <p:cNvSpPr/>
            <p:nvPr userDrawn="1"/>
          </p:nvSpPr>
          <p:spPr bwMode="auto">
            <a:xfrm>
              <a:off x="11280231" y="4048676"/>
              <a:ext cx="85794" cy="142990"/>
            </a:xfrm>
            <a:custGeom>
              <a:avLst/>
              <a:gdLst>
                <a:gd name="T0" fmla="*/ 8 w 25"/>
                <a:gd name="T1" fmla="*/ 31 h 41"/>
                <a:gd name="T2" fmla="*/ 0 w 25"/>
                <a:gd name="T3" fmla="*/ 20 h 41"/>
                <a:gd name="T4" fmla="*/ 1 w 25"/>
                <a:gd name="T5" fmla="*/ 12 h 41"/>
                <a:gd name="T6" fmla="*/ 2 w 25"/>
                <a:gd name="T7" fmla="*/ 18 h 41"/>
                <a:gd name="T8" fmla="*/ 6 w 25"/>
                <a:gd name="T9" fmla="*/ 21 h 41"/>
                <a:gd name="T10" fmla="*/ 6 w 25"/>
                <a:gd name="T11" fmla="*/ 11 h 41"/>
                <a:gd name="T12" fmla="*/ 10 w 25"/>
                <a:gd name="T13" fmla="*/ 1 h 41"/>
                <a:gd name="T14" fmla="*/ 12 w 25"/>
                <a:gd name="T15" fmla="*/ 2 h 41"/>
                <a:gd name="T16" fmla="*/ 10 w 25"/>
                <a:gd name="T17" fmla="*/ 10 h 41"/>
                <a:gd name="T18" fmla="*/ 10 w 25"/>
                <a:gd name="T19" fmla="*/ 14 h 41"/>
                <a:gd name="T20" fmla="*/ 14 w 25"/>
                <a:gd name="T21" fmla="*/ 9 h 41"/>
                <a:gd name="T22" fmla="*/ 22 w 25"/>
                <a:gd name="T23" fmla="*/ 5 h 41"/>
                <a:gd name="T24" fmla="*/ 18 w 25"/>
                <a:gd name="T25" fmla="*/ 10 h 41"/>
                <a:gd name="T26" fmla="*/ 15 w 25"/>
                <a:gd name="T27" fmla="*/ 15 h 41"/>
                <a:gd name="T28" fmla="*/ 20 w 25"/>
                <a:gd name="T29" fmla="*/ 12 h 41"/>
                <a:gd name="T30" fmla="*/ 25 w 25"/>
                <a:gd name="T31" fmla="*/ 12 h 41"/>
                <a:gd name="T32" fmla="*/ 23 w 25"/>
                <a:gd name="T33" fmla="*/ 14 h 41"/>
                <a:gd name="T34" fmla="*/ 24 w 25"/>
                <a:gd name="T35" fmla="*/ 15 h 41"/>
                <a:gd name="T36" fmla="*/ 22 w 25"/>
                <a:gd name="T37" fmla="*/ 17 h 41"/>
                <a:gd name="T38" fmla="*/ 20 w 25"/>
                <a:gd name="T39" fmla="*/ 21 h 41"/>
                <a:gd name="T40" fmla="*/ 16 w 25"/>
                <a:gd name="T41" fmla="*/ 34 h 41"/>
                <a:gd name="T42" fmla="*/ 13 w 25"/>
                <a:gd name="T43" fmla="*/ 41 h 41"/>
                <a:gd name="T44" fmla="*/ 8 w 25"/>
                <a:gd name="T45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41">
                  <a:moveTo>
                    <a:pt x="8" y="3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2" y="13"/>
                    <a:pt x="2" y="18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1" y="0"/>
                    <a:pt x="12" y="2"/>
                  </a:cubicBezTo>
                  <a:cubicBezTo>
                    <a:pt x="12" y="4"/>
                    <a:pt x="10" y="10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3" y="7"/>
                    <a:pt x="18" y="10"/>
                  </a:cubicBezTo>
                  <a:cubicBezTo>
                    <a:pt x="16" y="11"/>
                    <a:pt x="15" y="15"/>
                    <a:pt x="15" y="15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4" y="11"/>
                    <a:pt x="25" y="12"/>
                  </a:cubicBezTo>
                  <a:cubicBezTo>
                    <a:pt x="25" y="13"/>
                    <a:pt x="23" y="14"/>
                    <a:pt x="23" y="14"/>
                  </a:cubicBezTo>
                  <a:cubicBezTo>
                    <a:pt x="23" y="14"/>
                    <a:pt x="25" y="14"/>
                    <a:pt x="24" y="15"/>
                  </a:cubicBezTo>
                  <a:cubicBezTo>
                    <a:pt x="24" y="16"/>
                    <a:pt x="22" y="17"/>
                    <a:pt x="22" y="17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1"/>
                    <a:pt x="22" y="32"/>
                    <a:pt x="16" y="34"/>
                  </a:cubicBezTo>
                  <a:cubicBezTo>
                    <a:pt x="14" y="35"/>
                    <a:pt x="13" y="41"/>
                    <a:pt x="13" y="41"/>
                  </a:cubicBezTo>
                  <a:lnTo>
                    <a:pt x="8" y="31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3" name="Freeform 192"/>
            <p:cNvSpPr/>
            <p:nvPr userDrawn="1"/>
          </p:nvSpPr>
          <p:spPr bwMode="auto">
            <a:xfrm>
              <a:off x="11290325" y="4159703"/>
              <a:ext cx="171587" cy="484482"/>
            </a:xfrm>
            <a:custGeom>
              <a:avLst/>
              <a:gdLst>
                <a:gd name="T0" fmla="*/ 10 w 49"/>
                <a:gd name="T1" fmla="*/ 139 h 139"/>
                <a:gd name="T2" fmla="*/ 2 w 49"/>
                <a:gd name="T3" fmla="*/ 117 h 139"/>
                <a:gd name="T4" fmla="*/ 24 w 49"/>
                <a:gd name="T5" fmla="*/ 62 h 139"/>
                <a:gd name="T6" fmla="*/ 4 w 49"/>
                <a:gd name="T7" fmla="*/ 2 h 139"/>
                <a:gd name="T8" fmla="*/ 17 w 49"/>
                <a:gd name="T9" fmla="*/ 2 h 139"/>
                <a:gd name="T10" fmla="*/ 44 w 49"/>
                <a:gd name="T11" fmla="*/ 57 h 139"/>
                <a:gd name="T12" fmla="*/ 10 w 49"/>
                <a:gd name="T13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39">
                  <a:moveTo>
                    <a:pt x="10" y="139"/>
                  </a:moveTo>
                  <a:cubicBezTo>
                    <a:pt x="10" y="139"/>
                    <a:pt x="3" y="135"/>
                    <a:pt x="2" y="117"/>
                  </a:cubicBezTo>
                  <a:cubicBezTo>
                    <a:pt x="0" y="100"/>
                    <a:pt x="24" y="62"/>
                    <a:pt x="24" y="6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6" y="0"/>
                    <a:pt x="17" y="2"/>
                    <a:pt x="17" y="2"/>
                  </a:cubicBezTo>
                  <a:cubicBezTo>
                    <a:pt x="17" y="2"/>
                    <a:pt x="40" y="35"/>
                    <a:pt x="44" y="57"/>
                  </a:cubicBezTo>
                  <a:cubicBezTo>
                    <a:pt x="49" y="79"/>
                    <a:pt x="26" y="128"/>
                    <a:pt x="10" y="1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4" name="Freeform 193"/>
            <p:cNvSpPr/>
            <p:nvPr userDrawn="1"/>
          </p:nvSpPr>
          <p:spPr bwMode="auto">
            <a:xfrm>
              <a:off x="10185100" y="-453"/>
              <a:ext cx="1014385" cy="454202"/>
            </a:xfrm>
            <a:custGeom>
              <a:avLst/>
              <a:gdLst>
                <a:gd name="T0" fmla="*/ 170 w 290"/>
                <a:gd name="T1" fmla="*/ 0 h 130"/>
                <a:gd name="T2" fmla="*/ 120 w 290"/>
                <a:gd name="T3" fmla="*/ 0 h 130"/>
                <a:gd name="T4" fmla="*/ 0 w 290"/>
                <a:gd name="T5" fmla="*/ 0 h 130"/>
                <a:gd name="T6" fmla="*/ 14 w 290"/>
                <a:gd name="T7" fmla="*/ 24 h 130"/>
                <a:gd name="T8" fmla="*/ 95 w 290"/>
                <a:gd name="T9" fmla="*/ 130 h 130"/>
                <a:gd name="T10" fmla="*/ 144 w 290"/>
                <a:gd name="T11" fmla="*/ 130 h 130"/>
                <a:gd name="T12" fmla="*/ 146 w 290"/>
                <a:gd name="T13" fmla="*/ 130 h 130"/>
                <a:gd name="T14" fmla="*/ 195 w 290"/>
                <a:gd name="T15" fmla="*/ 130 h 130"/>
                <a:gd name="T16" fmla="*/ 276 w 290"/>
                <a:gd name="T17" fmla="*/ 24 h 130"/>
                <a:gd name="T18" fmla="*/ 290 w 290"/>
                <a:gd name="T19" fmla="*/ 0 h 130"/>
                <a:gd name="T20" fmla="*/ 170 w 290"/>
                <a:gd name="T2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0" h="130">
                  <a:moveTo>
                    <a:pt x="170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99" y="64"/>
                    <a:pt x="95" y="130"/>
                    <a:pt x="95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1" y="64"/>
                    <a:pt x="276" y="24"/>
                  </a:cubicBezTo>
                  <a:cubicBezTo>
                    <a:pt x="290" y="0"/>
                    <a:pt x="290" y="0"/>
                    <a:pt x="290" y="0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5" name="Freeform 194"/>
            <p:cNvSpPr/>
            <p:nvPr userDrawn="1"/>
          </p:nvSpPr>
          <p:spPr bwMode="auto">
            <a:xfrm>
              <a:off x="10185100" y="-453"/>
              <a:ext cx="1014385" cy="84112"/>
            </a:xfrm>
            <a:custGeom>
              <a:avLst/>
              <a:gdLst>
                <a:gd name="T0" fmla="*/ 0 w 603"/>
                <a:gd name="T1" fmla="*/ 0 h 50"/>
                <a:gd name="T2" fmla="*/ 29 w 603"/>
                <a:gd name="T3" fmla="*/ 50 h 50"/>
                <a:gd name="T4" fmla="*/ 574 w 603"/>
                <a:gd name="T5" fmla="*/ 50 h 50"/>
                <a:gd name="T6" fmla="*/ 603 w 603"/>
                <a:gd name="T7" fmla="*/ 0 h 50"/>
                <a:gd name="T8" fmla="*/ 0 w 60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3" h="50">
                  <a:moveTo>
                    <a:pt x="0" y="0"/>
                  </a:moveTo>
                  <a:lnTo>
                    <a:pt x="29" y="50"/>
                  </a:lnTo>
                  <a:lnTo>
                    <a:pt x="574" y="50"/>
                  </a:lnTo>
                  <a:lnTo>
                    <a:pt x="6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6" name="Freeform 195"/>
            <p:cNvSpPr/>
            <p:nvPr userDrawn="1"/>
          </p:nvSpPr>
          <p:spPr bwMode="auto">
            <a:xfrm>
              <a:off x="5710367" y="2506070"/>
              <a:ext cx="553454" cy="550090"/>
            </a:xfrm>
            <a:custGeom>
              <a:avLst/>
              <a:gdLst>
                <a:gd name="T0" fmla="*/ 158 w 158"/>
                <a:gd name="T1" fmla="*/ 150 h 158"/>
                <a:gd name="T2" fmla="*/ 150 w 158"/>
                <a:gd name="T3" fmla="*/ 158 h 158"/>
                <a:gd name="T4" fmla="*/ 8 w 158"/>
                <a:gd name="T5" fmla="*/ 158 h 158"/>
                <a:gd name="T6" fmla="*/ 0 w 158"/>
                <a:gd name="T7" fmla="*/ 150 h 158"/>
                <a:gd name="T8" fmla="*/ 0 w 158"/>
                <a:gd name="T9" fmla="*/ 8 h 158"/>
                <a:gd name="T10" fmla="*/ 8 w 158"/>
                <a:gd name="T11" fmla="*/ 0 h 158"/>
                <a:gd name="T12" fmla="*/ 150 w 158"/>
                <a:gd name="T13" fmla="*/ 0 h 158"/>
                <a:gd name="T14" fmla="*/ 158 w 158"/>
                <a:gd name="T15" fmla="*/ 8 h 158"/>
                <a:gd name="T16" fmla="*/ 158 w 158"/>
                <a:gd name="T17" fmla="*/ 15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" h="158">
                  <a:moveTo>
                    <a:pt x="158" y="150"/>
                  </a:moveTo>
                  <a:cubicBezTo>
                    <a:pt x="158" y="155"/>
                    <a:pt x="155" y="158"/>
                    <a:pt x="150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4" y="158"/>
                    <a:pt x="0" y="155"/>
                    <a:pt x="0" y="15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5" y="0"/>
                    <a:pt x="158" y="4"/>
                    <a:pt x="158" y="8"/>
                  </a:cubicBezTo>
                  <a:lnTo>
                    <a:pt x="158" y="15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7" name="Freeform 196"/>
            <p:cNvSpPr/>
            <p:nvPr userDrawn="1"/>
          </p:nvSpPr>
          <p:spPr bwMode="auto">
            <a:xfrm>
              <a:off x="5722142" y="2506070"/>
              <a:ext cx="529903" cy="529903"/>
            </a:xfrm>
            <a:custGeom>
              <a:avLst/>
              <a:gdLst>
                <a:gd name="T0" fmla="*/ 152 w 152"/>
                <a:gd name="T1" fmla="*/ 145 h 152"/>
                <a:gd name="T2" fmla="*/ 145 w 152"/>
                <a:gd name="T3" fmla="*/ 152 h 152"/>
                <a:gd name="T4" fmla="*/ 8 w 152"/>
                <a:gd name="T5" fmla="*/ 152 h 152"/>
                <a:gd name="T6" fmla="*/ 0 w 152"/>
                <a:gd name="T7" fmla="*/ 145 h 152"/>
                <a:gd name="T8" fmla="*/ 0 w 152"/>
                <a:gd name="T9" fmla="*/ 8 h 152"/>
                <a:gd name="T10" fmla="*/ 8 w 152"/>
                <a:gd name="T11" fmla="*/ 0 h 152"/>
                <a:gd name="T12" fmla="*/ 145 w 152"/>
                <a:gd name="T13" fmla="*/ 0 h 152"/>
                <a:gd name="T14" fmla="*/ 152 w 152"/>
                <a:gd name="T15" fmla="*/ 8 h 152"/>
                <a:gd name="T16" fmla="*/ 152 w 152"/>
                <a:gd name="T17" fmla="*/ 14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152">
                  <a:moveTo>
                    <a:pt x="152" y="145"/>
                  </a:moveTo>
                  <a:cubicBezTo>
                    <a:pt x="152" y="149"/>
                    <a:pt x="149" y="152"/>
                    <a:pt x="145" y="152"/>
                  </a:cubicBezTo>
                  <a:cubicBezTo>
                    <a:pt x="8" y="152"/>
                    <a:pt x="8" y="152"/>
                    <a:pt x="8" y="152"/>
                  </a:cubicBezTo>
                  <a:cubicBezTo>
                    <a:pt x="4" y="152"/>
                    <a:pt x="0" y="149"/>
                    <a:pt x="0" y="145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9" y="0"/>
                    <a:pt x="152" y="4"/>
                    <a:pt x="152" y="8"/>
                  </a:cubicBezTo>
                  <a:lnTo>
                    <a:pt x="152" y="14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8" name="Rectangle 197"/>
            <p:cNvSpPr>
              <a:spLocks noChangeArrowheads="1"/>
            </p:cNvSpPr>
            <p:nvPr userDrawn="1"/>
          </p:nvSpPr>
          <p:spPr bwMode="auto">
            <a:xfrm>
              <a:off x="5920646" y="2633919"/>
              <a:ext cx="136261" cy="2943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69" name="Rectangle 198"/>
            <p:cNvSpPr>
              <a:spLocks noChangeArrowheads="1"/>
            </p:cNvSpPr>
            <p:nvPr userDrawn="1"/>
          </p:nvSpPr>
          <p:spPr bwMode="auto">
            <a:xfrm>
              <a:off x="5920646" y="2633919"/>
              <a:ext cx="136261" cy="139626"/>
            </a:xfrm>
            <a:prstGeom prst="rect">
              <a:avLst/>
            </a:pr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70" name="Rectangle 199"/>
            <p:cNvSpPr>
              <a:spLocks noChangeArrowheads="1"/>
            </p:cNvSpPr>
            <p:nvPr userDrawn="1"/>
          </p:nvSpPr>
          <p:spPr bwMode="auto">
            <a:xfrm>
              <a:off x="5920646" y="2928310"/>
              <a:ext cx="136261" cy="20187"/>
            </a:xfrm>
            <a:prstGeom prst="rect">
              <a:avLst/>
            </a:pr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71" name="Freeform 200"/>
            <p:cNvSpPr/>
            <p:nvPr userDrawn="1"/>
          </p:nvSpPr>
          <p:spPr bwMode="auto">
            <a:xfrm>
              <a:off x="6018215" y="2665882"/>
              <a:ext cx="77383" cy="844480"/>
            </a:xfrm>
            <a:custGeom>
              <a:avLst/>
              <a:gdLst>
                <a:gd name="T0" fmla="*/ 18 w 22"/>
                <a:gd name="T1" fmla="*/ 242 h 242"/>
                <a:gd name="T2" fmla="*/ 18 w 22"/>
                <a:gd name="T3" fmla="*/ 242 h 242"/>
                <a:gd name="T4" fmla="*/ 13 w 22"/>
                <a:gd name="T5" fmla="*/ 238 h 242"/>
                <a:gd name="T6" fmla="*/ 0 w 22"/>
                <a:gd name="T7" fmla="*/ 4 h 242"/>
                <a:gd name="T8" fmla="*/ 4 w 22"/>
                <a:gd name="T9" fmla="*/ 0 h 242"/>
                <a:gd name="T10" fmla="*/ 8 w 22"/>
                <a:gd name="T11" fmla="*/ 4 h 242"/>
                <a:gd name="T12" fmla="*/ 21 w 22"/>
                <a:gd name="T13" fmla="*/ 238 h 242"/>
                <a:gd name="T14" fmla="*/ 18 w 22"/>
                <a:gd name="T15" fmla="*/ 24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242">
                  <a:moveTo>
                    <a:pt x="18" y="242"/>
                  </a:moveTo>
                  <a:cubicBezTo>
                    <a:pt x="18" y="242"/>
                    <a:pt x="18" y="242"/>
                    <a:pt x="18" y="242"/>
                  </a:cubicBezTo>
                  <a:cubicBezTo>
                    <a:pt x="15" y="242"/>
                    <a:pt x="14" y="240"/>
                    <a:pt x="13" y="2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ubicBezTo>
                    <a:pt x="21" y="238"/>
                    <a:pt x="21" y="238"/>
                    <a:pt x="21" y="238"/>
                  </a:cubicBezTo>
                  <a:cubicBezTo>
                    <a:pt x="22" y="240"/>
                    <a:pt x="20" y="242"/>
                    <a:pt x="18" y="242"/>
                  </a:cubicBezTo>
                  <a:close/>
                </a:path>
              </a:pathLst>
            </a:custGeom>
            <a:solidFill>
              <a:srgbClr val="936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72" name="Freeform 201"/>
            <p:cNvSpPr/>
            <p:nvPr userDrawn="1"/>
          </p:nvSpPr>
          <p:spPr bwMode="auto">
            <a:xfrm>
              <a:off x="6056907" y="3409428"/>
              <a:ext cx="77383" cy="174952"/>
            </a:xfrm>
            <a:custGeom>
              <a:avLst/>
              <a:gdLst>
                <a:gd name="T0" fmla="*/ 8 w 22"/>
                <a:gd name="T1" fmla="*/ 45 h 50"/>
                <a:gd name="T2" fmla="*/ 0 w 22"/>
                <a:gd name="T3" fmla="*/ 33 h 50"/>
                <a:gd name="T4" fmla="*/ 0 w 22"/>
                <a:gd name="T5" fmla="*/ 13 h 50"/>
                <a:gd name="T6" fmla="*/ 5 w 22"/>
                <a:gd name="T7" fmla="*/ 22 h 50"/>
                <a:gd name="T8" fmla="*/ 8 w 22"/>
                <a:gd name="T9" fmla="*/ 6 h 50"/>
                <a:gd name="T10" fmla="*/ 13 w 22"/>
                <a:gd name="T11" fmla="*/ 6 h 50"/>
                <a:gd name="T12" fmla="*/ 20 w 22"/>
                <a:gd name="T13" fmla="*/ 18 h 50"/>
                <a:gd name="T14" fmla="*/ 20 w 22"/>
                <a:gd name="T15" fmla="*/ 43 h 50"/>
                <a:gd name="T16" fmla="*/ 8 w 22"/>
                <a:gd name="T17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50">
                  <a:moveTo>
                    <a:pt x="8" y="45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2" y="20"/>
                    <a:pt x="0" y="13"/>
                  </a:cubicBezTo>
                  <a:cubicBezTo>
                    <a:pt x="0" y="13"/>
                    <a:pt x="4" y="15"/>
                    <a:pt x="5" y="22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12" y="0"/>
                    <a:pt x="13" y="6"/>
                  </a:cubicBezTo>
                  <a:cubicBezTo>
                    <a:pt x="14" y="12"/>
                    <a:pt x="17" y="15"/>
                    <a:pt x="20" y="18"/>
                  </a:cubicBezTo>
                  <a:cubicBezTo>
                    <a:pt x="22" y="21"/>
                    <a:pt x="18" y="36"/>
                    <a:pt x="20" y="43"/>
                  </a:cubicBezTo>
                  <a:cubicBezTo>
                    <a:pt x="22" y="50"/>
                    <a:pt x="8" y="45"/>
                    <a:pt x="8" y="45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73" name="Freeform 202"/>
            <p:cNvSpPr/>
            <p:nvPr userDrawn="1"/>
          </p:nvSpPr>
          <p:spPr bwMode="auto">
            <a:xfrm>
              <a:off x="5521958" y="4201758"/>
              <a:ext cx="90840" cy="129532"/>
            </a:xfrm>
            <a:custGeom>
              <a:avLst/>
              <a:gdLst>
                <a:gd name="T0" fmla="*/ 24 w 26"/>
                <a:gd name="T1" fmla="*/ 26 h 37"/>
                <a:gd name="T2" fmla="*/ 26 w 26"/>
                <a:gd name="T3" fmla="*/ 12 h 37"/>
                <a:gd name="T4" fmla="*/ 22 w 26"/>
                <a:gd name="T5" fmla="*/ 5 h 37"/>
                <a:gd name="T6" fmla="*/ 23 w 26"/>
                <a:gd name="T7" fmla="*/ 11 h 37"/>
                <a:gd name="T8" fmla="*/ 22 w 26"/>
                <a:gd name="T9" fmla="*/ 16 h 37"/>
                <a:gd name="T10" fmla="*/ 16 w 26"/>
                <a:gd name="T11" fmla="*/ 7 h 37"/>
                <a:gd name="T12" fmla="*/ 9 w 26"/>
                <a:gd name="T13" fmla="*/ 0 h 37"/>
                <a:gd name="T14" fmla="*/ 8 w 26"/>
                <a:gd name="T15" fmla="*/ 2 h 37"/>
                <a:gd name="T16" fmla="*/ 13 w 26"/>
                <a:gd name="T17" fmla="*/ 8 h 37"/>
                <a:gd name="T18" fmla="*/ 15 w 26"/>
                <a:gd name="T19" fmla="*/ 12 h 37"/>
                <a:gd name="T20" fmla="*/ 9 w 26"/>
                <a:gd name="T21" fmla="*/ 9 h 37"/>
                <a:gd name="T22" fmla="*/ 0 w 26"/>
                <a:gd name="T23" fmla="*/ 9 h 37"/>
                <a:gd name="T24" fmla="*/ 6 w 26"/>
                <a:gd name="T25" fmla="*/ 11 h 37"/>
                <a:gd name="T26" fmla="*/ 11 w 26"/>
                <a:gd name="T27" fmla="*/ 15 h 37"/>
                <a:gd name="T28" fmla="*/ 5 w 26"/>
                <a:gd name="T29" fmla="*/ 15 h 37"/>
                <a:gd name="T30" fmla="*/ 1 w 26"/>
                <a:gd name="T31" fmla="*/ 17 h 37"/>
                <a:gd name="T32" fmla="*/ 3 w 26"/>
                <a:gd name="T33" fmla="*/ 18 h 37"/>
                <a:gd name="T34" fmla="*/ 2 w 26"/>
                <a:gd name="T35" fmla="*/ 19 h 37"/>
                <a:gd name="T36" fmla="*/ 6 w 26"/>
                <a:gd name="T37" fmla="*/ 20 h 37"/>
                <a:gd name="T38" fmla="*/ 9 w 26"/>
                <a:gd name="T39" fmla="*/ 23 h 37"/>
                <a:gd name="T40" fmla="*/ 19 w 26"/>
                <a:gd name="T41" fmla="*/ 32 h 37"/>
                <a:gd name="T42" fmla="*/ 25 w 26"/>
                <a:gd name="T43" fmla="*/ 37 h 37"/>
                <a:gd name="T44" fmla="*/ 24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4" y="26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1" y="7"/>
                    <a:pt x="23" y="11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7" y="0"/>
                    <a:pt x="8" y="2"/>
                  </a:cubicBezTo>
                  <a:cubicBezTo>
                    <a:pt x="8" y="4"/>
                    <a:pt x="13" y="8"/>
                    <a:pt x="13" y="8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2"/>
                    <a:pt x="6" y="11"/>
                  </a:cubicBezTo>
                  <a:cubicBezTo>
                    <a:pt x="8" y="11"/>
                    <a:pt x="11" y="15"/>
                    <a:pt x="11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1" y="16"/>
                    <a:pt x="1" y="17"/>
                  </a:cubicBezTo>
                  <a:cubicBezTo>
                    <a:pt x="1" y="18"/>
                    <a:pt x="3" y="18"/>
                    <a:pt x="3" y="18"/>
                  </a:cubicBezTo>
                  <a:cubicBezTo>
                    <a:pt x="3" y="18"/>
                    <a:pt x="2" y="18"/>
                    <a:pt x="2" y="19"/>
                  </a:cubicBezTo>
                  <a:cubicBezTo>
                    <a:pt x="3" y="20"/>
                    <a:pt x="6" y="20"/>
                    <a:pt x="6" y="2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3" y="33"/>
                    <a:pt x="19" y="32"/>
                  </a:cubicBezTo>
                  <a:cubicBezTo>
                    <a:pt x="21" y="32"/>
                    <a:pt x="25" y="37"/>
                    <a:pt x="25" y="37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74" name="Freeform 203"/>
            <p:cNvSpPr/>
            <p:nvPr userDrawn="1"/>
          </p:nvSpPr>
          <p:spPr bwMode="auto">
            <a:xfrm>
              <a:off x="5791114" y="3902321"/>
              <a:ext cx="287662" cy="331400"/>
            </a:xfrm>
            <a:custGeom>
              <a:avLst/>
              <a:gdLst>
                <a:gd name="T0" fmla="*/ 52 w 82"/>
                <a:gd name="T1" fmla="*/ 95 h 95"/>
                <a:gd name="T2" fmla="*/ 39 w 82"/>
                <a:gd name="T3" fmla="*/ 72 h 95"/>
                <a:gd name="T4" fmla="*/ 8 w 82"/>
                <a:gd name="T5" fmla="*/ 46 h 95"/>
                <a:gd name="T6" fmla="*/ 40 w 82"/>
                <a:gd name="T7" fmla="*/ 3 h 95"/>
                <a:gd name="T8" fmla="*/ 70 w 82"/>
                <a:gd name="T9" fmla="*/ 40 h 95"/>
                <a:gd name="T10" fmla="*/ 70 w 82"/>
                <a:gd name="T11" fmla="*/ 59 h 95"/>
                <a:gd name="T12" fmla="*/ 82 w 82"/>
                <a:gd name="T13" fmla="*/ 90 h 95"/>
                <a:gd name="T14" fmla="*/ 52 w 82"/>
                <a:gd name="T1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95">
                  <a:moveTo>
                    <a:pt x="52" y="95"/>
                  </a:moveTo>
                  <a:cubicBezTo>
                    <a:pt x="50" y="91"/>
                    <a:pt x="48" y="75"/>
                    <a:pt x="39" y="72"/>
                  </a:cubicBezTo>
                  <a:cubicBezTo>
                    <a:pt x="29" y="68"/>
                    <a:pt x="16" y="72"/>
                    <a:pt x="8" y="46"/>
                  </a:cubicBezTo>
                  <a:cubicBezTo>
                    <a:pt x="0" y="20"/>
                    <a:pt x="29" y="0"/>
                    <a:pt x="40" y="3"/>
                  </a:cubicBezTo>
                  <a:cubicBezTo>
                    <a:pt x="52" y="7"/>
                    <a:pt x="70" y="28"/>
                    <a:pt x="70" y="40"/>
                  </a:cubicBezTo>
                  <a:cubicBezTo>
                    <a:pt x="70" y="52"/>
                    <a:pt x="70" y="59"/>
                    <a:pt x="70" y="59"/>
                  </a:cubicBezTo>
                  <a:cubicBezTo>
                    <a:pt x="82" y="90"/>
                    <a:pt x="82" y="90"/>
                    <a:pt x="82" y="90"/>
                  </a:cubicBezTo>
                  <a:lnTo>
                    <a:pt x="52" y="95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75" name="Freeform 204"/>
            <p:cNvSpPr/>
            <p:nvPr userDrawn="1"/>
          </p:nvSpPr>
          <p:spPr bwMode="auto">
            <a:xfrm>
              <a:off x="5577471" y="3542324"/>
              <a:ext cx="654388" cy="1179244"/>
            </a:xfrm>
            <a:custGeom>
              <a:avLst/>
              <a:gdLst>
                <a:gd name="T0" fmla="*/ 86 w 187"/>
                <a:gd name="T1" fmla="*/ 205 h 338"/>
                <a:gd name="T2" fmla="*/ 148 w 187"/>
                <a:gd name="T3" fmla="*/ 159 h 338"/>
                <a:gd name="T4" fmla="*/ 158 w 187"/>
                <a:gd name="T5" fmla="*/ 81 h 338"/>
                <a:gd name="T6" fmla="*/ 143 w 187"/>
                <a:gd name="T7" fmla="*/ 6 h 338"/>
                <a:gd name="T8" fmla="*/ 156 w 187"/>
                <a:gd name="T9" fmla="*/ 0 h 338"/>
                <a:gd name="T10" fmla="*/ 180 w 187"/>
                <a:gd name="T11" fmla="*/ 77 h 338"/>
                <a:gd name="T12" fmla="*/ 180 w 187"/>
                <a:gd name="T13" fmla="*/ 181 h 338"/>
                <a:gd name="T14" fmla="*/ 174 w 187"/>
                <a:gd name="T15" fmla="*/ 338 h 338"/>
                <a:gd name="T16" fmla="*/ 108 w 187"/>
                <a:gd name="T17" fmla="*/ 338 h 338"/>
                <a:gd name="T18" fmla="*/ 94 w 187"/>
                <a:gd name="T19" fmla="*/ 257 h 338"/>
                <a:gd name="T20" fmla="*/ 44 w 187"/>
                <a:gd name="T21" fmla="*/ 290 h 338"/>
                <a:gd name="T22" fmla="*/ 0 w 187"/>
                <a:gd name="T23" fmla="*/ 222 h 338"/>
                <a:gd name="T24" fmla="*/ 10 w 187"/>
                <a:gd name="T25" fmla="*/ 215 h 338"/>
                <a:gd name="T26" fmla="*/ 42 w 187"/>
                <a:gd name="T27" fmla="*/ 260 h 338"/>
                <a:gd name="T28" fmla="*/ 86 w 187"/>
                <a:gd name="T29" fmla="*/ 20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338">
                  <a:moveTo>
                    <a:pt x="86" y="205"/>
                  </a:moveTo>
                  <a:cubicBezTo>
                    <a:pt x="86" y="205"/>
                    <a:pt x="142" y="177"/>
                    <a:pt x="148" y="159"/>
                  </a:cubicBezTo>
                  <a:cubicBezTo>
                    <a:pt x="153" y="142"/>
                    <a:pt x="158" y="81"/>
                    <a:pt x="158" y="81"/>
                  </a:cubicBezTo>
                  <a:cubicBezTo>
                    <a:pt x="143" y="6"/>
                    <a:pt x="143" y="6"/>
                    <a:pt x="143" y="6"/>
                  </a:cubicBezTo>
                  <a:cubicBezTo>
                    <a:pt x="145" y="0"/>
                    <a:pt x="156" y="0"/>
                    <a:pt x="156" y="0"/>
                  </a:cubicBezTo>
                  <a:cubicBezTo>
                    <a:pt x="156" y="0"/>
                    <a:pt x="177" y="57"/>
                    <a:pt x="180" y="77"/>
                  </a:cubicBezTo>
                  <a:cubicBezTo>
                    <a:pt x="184" y="102"/>
                    <a:pt x="180" y="181"/>
                    <a:pt x="180" y="181"/>
                  </a:cubicBezTo>
                  <a:cubicBezTo>
                    <a:pt x="180" y="181"/>
                    <a:pt x="187" y="285"/>
                    <a:pt x="174" y="338"/>
                  </a:cubicBezTo>
                  <a:cubicBezTo>
                    <a:pt x="108" y="338"/>
                    <a:pt x="108" y="338"/>
                    <a:pt x="108" y="338"/>
                  </a:cubicBezTo>
                  <a:cubicBezTo>
                    <a:pt x="108" y="338"/>
                    <a:pt x="111" y="277"/>
                    <a:pt x="94" y="257"/>
                  </a:cubicBezTo>
                  <a:cubicBezTo>
                    <a:pt x="94" y="257"/>
                    <a:pt x="61" y="294"/>
                    <a:pt x="44" y="290"/>
                  </a:cubicBezTo>
                  <a:cubicBezTo>
                    <a:pt x="23" y="285"/>
                    <a:pt x="0" y="222"/>
                    <a:pt x="0" y="222"/>
                  </a:cubicBezTo>
                  <a:cubicBezTo>
                    <a:pt x="10" y="215"/>
                    <a:pt x="10" y="215"/>
                    <a:pt x="10" y="215"/>
                  </a:cubicBezTo>
                  <a:cubicBezTo>
                    <a:pt x="42" y="260"/>
                    <a:pt x="42" y="260"/>
                    <a:pt x="42" y="260"/>
                  </a:cubicBezTo>
                  <a:lnTo>
                    <a:pt x="86" y="2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76" name="Freeform 205"/>
            <p:cNvSpPr/>
            <p:nvPr userDrawn="1"/>
          </p:nvSpPr>
          <p:spPr bwMode="auto">
            <a:xfrm>
              <a:off x="5917281" y="4637456"/>
              <a:ext cx="343175" cy="1291953"/>
            </a:xfrm>
            <a:custGeom>
              <a:avLst/>
              <a:gdLst>
                <a:gd name="T0" fmla="*/ 11 w 98"/>
                <a:gd name="T1" fmla="*/ 24 h 370"/>
                <a:gd name="T2" fmla="*/ 21 w 98"/>
                <a:gd name="T3" fmla="*/ 341 h 370"/>
                <a:gd name="T4" fmla="*/ 15 w 98"/>
                <a:gd name="T5" fmla="*/ 370 h 370"/>
                <a:gd name="T6" fmla="*/ 42 w 98"/>
                <a:gd name="T7" fmla="*/ 370 h 370"/>
                <a:gd name="T8" fmla="*/ 44 w 98"/>
                <a:gd name="T9" fmla="*/ 344 h 370"/>
                <a:gd name="T10" fmla="*/ 46 w 98"/>
                <a:gd name="T11" fmla="*/ 96 h 370"/>
                <a:gd name="T12" fmla="*/ 50 w 98"/>
                <a:gd name="T13" fmla="*/ 341 h 370"/>
                <a:gd name="T14" fmla="*/ 56 w 98"/>
                <a:gd name="T15" fmla="*/ 370 h 370"/>
                <a:gd name="T16" fmla="*/ 84 w 98"/>
                <a:gd name="T17" fmla="*/ 370 h 370"/>
                <a:gd name="T18" fmla="*/ 75 w 98"/>
                <a:gd name="T19" fmla="*/ 344 h 370"/>
                <a:gd name="T20" fmla="*/ 77 w 98"/>
                <a:gd name="T21" fmla="*/ 24 h 370"/>
                <a:gd name="T22" fmla="*/ 11 w 98"/>
                <a:gd name="T23" fmla="*/ 24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370">
                  <a:moveTo>
                    <a:pt x="11" y="24"/>
                  </a:moveTo>
                  <a:cubicBezTo>
                    <a:pt x="11" y="24"/>
                    <a:pt x="0" y="161"/>
                    <a:pt x="21" y="341"/>
                  </a:cubicBezTo>
                  <a:cubicBezTo>
                    <a:pt x="15" y="370"/>
                    <a:pt x="15" y="370"/>
                    <a:pt x="15" y="370"/>
                  </a:cubicBezTo>
                  <a:cubicBezTo>
                    <a:pt x="42" y="370"/>
                    <a:pt x="42" y="370"/>
                    <a:pt x="42" y="370"/>
                  </a:cubicBezTo>
                  <a:cubicBezTo>
                    <a:pt x="44" y="344"/>
                    <a:pt x="44" y="344"/>
                    <a:pt x="44" y="344"/>
                  </a:cubicBezTo>
                  <a:cubicBezTo>
                    <a:pt x="44" y="344"/>
                    <a:pt x="30" y="96"/>
                    <a:pt x="46" y="96"/>
                  </a:cubicBezTo>
                  <a:cubicBezTo>
                    <a:pt x="62" y="96"/>
                    <a:pt x="50" y="341"/>
                    <a:pt x="50" y="341"/>
                  </a:cubicBezTo>
                  <a:cubicBezTo>
                    <a:pt x="56" y="370"/>
                    <a:pt x="56" y="370"/>
                    <a:pt x="56" y="370"/>
                  </a:cubicBezTo>
                  <a:cubicBezTo>
                    <a:pt x="84" y="370"/>
                    <a:pt x="84" y="370"/>
                    <a:pt x="84" y="370"/>
                  </a:cubicBezTo>
                  <a:cubicBezTo>
                    <a:pt x="75" y="344"/>
                    <a:pt x="75" y="344"/>
                    <a:pt x="75" y="344"/>
                  </a:cubicBezTo>
                  <a:cubicBezTo>
                    <a:pt x="75" y="344"/>
                    <a:pt x="98" y="150"/>
                    <a:pt x="77" y="24"/>
                  </a:cubicBezTo>
                  <a:cubicBezTo>
                    <a:pt x="77" y="24"/>
                    <a:pt x="43" y="0"/>
                    <a:pt x="11" y="24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77" name="Freeform 206"/>
            <p:cNvSpPr/>
            <p:nvPr userDrawn="1"/>
          </p:nvSpPr>
          <p:spPr bwMode="auto">
            <a:xfrm>
              <a:off x="5945880" y="4131104"/>
              <a:ext cx="107663" cy="90840"/>
            </a:xfrm>
            <a:custGeom>
              <a:avLst/>
              <a:gdLst>
                <a:gd name="T0" fmla="*/ 0 w 31"/>
                <a:gd name="T1" fmla="*/ 26 h 26"/>
                <a:gd name="T2" fmla="*/ 31 w 31"/>
                <a:gd name="T3" fmla="*/ 5 h 26"/>
                <a:gd name="T4" fmla="*/ 0 w 31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6">
                  <a:moveTo>
                    <a:pt x="0" y="26"/>
                  </a:moveTo>
                  <a:cubicBezTo>
                    <a:pt x="0" y="26"/>
                    <a:pt x="5" y="0"/>
                    <a:pt x="31" y="5"/>
                  </a:cubicBezTo>
                  <a:cubicBezTo>
                    <a:pt x="31" y="5"/>
                    <a:pt x="28" y="21"/>
                    <a:pt x="0" y="2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78" name="Freeform 207"/>
            <p:cNvSpPr/>
            <p:nvPr userDrawn="1"/>
          </p:nvSpPr>
          <p:spPr bwMode="auto">
            <a:xfrm>
              <a:off x="5777657" y="3880453"/>
              <a:ext cx="250653" cy="292708"/>
            </a:xfrm>
            <a:custGeom>
              <a:avLst/>
              <a:gdLst>
                <a:gd name="T0" fmla="*/ 59 w 72"/>
                <a:gd name="T1" fmla="*/ 27 h 84"/>
                <a:gd name="T2" fmla="*/ 54 w 72"/>
                <a:gd name="T3" fmla="*/ 27 h 84"/>
                <a:gd name="T4" fmla="*/ 66 w 72"/>
                <a:gd name="T5" fmla="*/ 43 h 84"/>
                <a:gd name="T6" fmla="*/ 66 w 72"/>
                <a:gd name="T7" fmla="*/ 65 h 84"/>
                <a:gd name="T8" fmla="*/ 48 w 72"/>
                <a:gd name="T9" fmla="*/ 82 h 84"/>
                <a:gd name="T10" fmla="*/ 4 w 72"/>
                <a:gd name="T11" fmla="*/ 49 h 84"/>
                <a:gd name="T12" fmla="*/ 48 w 72"/>
                <a:gd name="T13" fmla="*/ 4 h 84"/>
                <a:gd name="T14" fmla="*/ 59 w 72"/>
                <a:gd name="T15" fmla="*/ 2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84">
                  <a:moveTo>
                    <a:pt x="59" y="27"/>
                  </a:moveTo>
                  <a:cubicBezTo>
                    <a:pt x="59" y="27"/>
                    <a:pt x="54" y="23"/>
                    <a:pt x="54" y="27"/>
                  </a:cubicBezTo>
                  <a:cubicBezTo>
                    <a:pt x="54" y="30"/>
                    <a:pt x="59" y="40"/>
                    <a:pt x="66" y="43"/>
                  </a:cubicBezTo>
                  <a:cubicBezTo>
                    <a:pt x="66" y="43"/>
                    <a:pt x="72" y="58"/>
                    <a:pt x="66" y="65"/>
                  </a:cubicBezTo>
                  <a:cubicBezTo>
                    <a:pt x="60" y="71"/>
                    <a:pt x="48" y="82"/>
                    <a:pt x="48" y="82"/>
                  </a:cubicBezTo>
                  <a:cubicBezTo>
                    <a:pt x="48" y="82"/>
                    <a:pt x="9" y="84"/>
                    <a:pt x="4" y="49"/>
                  </a:cubicBezTo>
                  <a:cubicBezTo>
                    <a:pt x="0" y="15"/>
                    <a:pt x="43" y="0"/>
                    <a:pt x="48" y="4"/>
                  </a:cubicBezTo>
                  <a:cubicBezTo>
                    <a:pt x="48" y="4"/>
                    <a:pt x="52" y="10"/>
                    <a:pt x="59" y="27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48" name="副标题 2"/>
          <p:cNvSpPr>
            <a:spLocks noGrp="1"/>
          </p:cNvSpPr>
          <p:nvPr>
            <p:ph type="subTitle" idx="1"/>
          </p:nvPr>
        </p:nvSpPr>
        <p:spPr>
          <a:xfrm>
            <a:off x="707917" y="2913170"/>
            <a:ext cx="5426373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49" name="标题 1"/>
          <p:cNvSpPr>
            <a:spLocks noGrp="1"/>
          </p:cNvSpPr>
          <p:nvPr>
            <p:ph type="ctrTitle"/>
          </p:nvPr>
        </p:nvSpPr>
        <p:spPr>
          <a:xfrm>
            <a:off x="707917" y="1561107"/>
            <a:ext cx="5426373" cy="1352063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50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07917" y="4179941"/>
            <a:ext cx="5426373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51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707917" y="4476212"/>
            <a:ext cx="5426373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矩形 213"/>
          <p:cNvSpPr/>
          <p:nvPr userDrawn="1"/>
        </p:nvSpPr>
        <p:spPr>
          <a:xfrm>
            <a:off x="0" y="2396381"/>
            <a:ext cx="12192000" cy="6727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75698" y="207690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676814" y="319132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5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4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 userDrawn="1"/>
        </p:nvGrpSpPr>
        <p:grpSpPr>
          <a:xfrm flipH="1">
            <a:off x="0" y="-453"/>
            <a:ext cx="12192000" cy="6858453"/>
            <a:chOff x="1" y="-453"/>
            <a:chExt cx="12192000" cy="6858453"/>
          </a:xfrm>
        </p:grpSpPr>
        <p:sp>
          <p:nvSpPr>
            <p:cNvPr id="82" name="Rectangle 67"/>
            <p:cNvSpPr>
              <a:spLocks noChangeArrowheads="1"/>
            </p:cNvSpPr>
            <p:nvPr userDrawn="1"/>
          </p:nvSpPr>
          <p:spPr bwMode="auto">
            <a:xfrm>
              <a:off x="1" y="5922680"/>
              <a:ext cx="12192000" cy="935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 userDrawn="1"/>
          </p:nvSpPr>
          <p:spPr bwMode="auto">
            <a:xfrm>
              <a:off x="4930028" y="5929408"/>
              <a:ext cx="1281644" cy="928592"/>
            </a:xfrm>
            <a:custGeom>
              <a:avLst/>
              <a:gdLst>
                <a:gd name="connsiteX0" fmla="*/ 951375 w 1281644"/>
                <a:gd name="connsiteY0" fmla="*/ 0 h 928592"/>
                <a:gd name="connsiteX1" fmla="*/ 1281644 w 1281644"/>
                <a:gd name="connsiteY1" fmla="*/ 0 h 928592"/>
                <a:gd name="connsiteX2" fmla="*/ 892255 w 1281644"/>
                <a:gd name="connsiteY2" fmla="*/ 928592 h 928592"/>
                <a:gd name="connsiteX3" fmla="*/ 0 w 1281644"/>
                <a:gd name="connsiteY3" fmla="*/ 928592 h 92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1644" h="928592">
                  <a:moveTo>
                    <a:pt x="951375" y="0"/>
                  </a:moveTo>
                  <a:lnTo>
                    <a:pt x="1281644" y="0"/>
                  </a:lnTo>
                  <a:lnTo>
                    <a:pt x="892255" y="928592"/>
                  </a:lnTo>
                  <a:lnTo>
                    <a:pt x="0" y="928592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84" name="Freeform 69"/>
            <p:cNvSpPr/>
            <p:nvPr userDrawn="1"/>
          </p:nvSpPr>
          <p:spPr bwMode="auto">
            <a:xfrm>
              <a:off x="6847555" y="5922680"/>
              <a:ext cx="2124657" cy="935320"/>
            </a:xfrm>
            <a:custGeom>
              <a:avLst/>
              <a:gdLst>
                <a:gd name="T0" fmla="*/ 609 w 1263"/>
                <a:gd name="T1" fmla="*/ 6 h 556"/>
                <a:gd name="T2" fmla="*/ 0 w 1263"/>
                <a:gd name="T3" fmla="*/ 556 h 556"/>
                <a:gd name="T4" fmla="*/ 935 w 1263"/>
                <a:gd name="T5" fmla="*/ 556 h 556"/>
                <a:gd name="T6" fmla="*/ 1263 w 1263"/>
                <a:gd name="T7" fmla="*/ 25 h 556"/>
                <a:gd name="T8" fmla="*/ 1124 w 1263"/>
                <a:gd name="T9" fmla="*/ 0 h 556"/>
                <a:gd name="T10" fmla="*/ 1008 w 1263"/>
                <a:gd name="T11" fmla="*/ 155 h 556"/>
                <a:gd name="T12" fmla="*/ 987 w 1263"/>
                <a:gd name="T13" fmla="*/ 2 h 556"/>
                <a:gd name="T14" fmla="*/ 756 w 1263"/>
                <a:gd name="T15" fmla="*/ 16 h 556"/>
                <a:gd name="T16" fmla="*/ 602 w 1263"/>
                <a:gd name="T17" fmla="*/ 172 h 556"/>
                <a:gd name="T18" fmla="*/ 658 w 1263"/>
                <a:gd name="T19" fmla="*/ 4 h 556"/>
                <a:gd name="T20" fmla="*/ 609 w 1263"/>
                <a:gd name="T21" fmla="*/ 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63" h="556">
                  <a:moveTo>
                    <a:pt x="609" y="6"/>
                  </a:moveTo>
                  <a:lnTo>
                    <a:pt x="0" y="556"/>
                  </a:lnTo>
                  <a:lnTo>
                    <a:pt x="935" y="556"/>
                  </a:lnTo>
                  <a:lnTo>
                    <a:pt x="1263" y="25"/>
                  </a:lnTo>
                  <a:lnTo>
                    <a:pt x="1124" y="0"/>
                  </a:lnTo>
                  <a:lnTo>
                    <a:pt x="1008" y="155"/>
                  </a:lnTo>
                  <a:lnTo>
                    <a:pt x="987" y="2"/>
                  </a:lnTo>
                  <a:lnTo>
                    <a:pt x="756" y="16"/>
                  </a:lnTo>
                  <a:lnTo>
                    <a:pt x="602" y="172"/>
                  </a:lnTo>
                  <a:lnTo>
                    <a:pt x="658" y="4"/>
                  </a:lnTo>
                  <a:lnTo>
                    <a:pt x="609" y="6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70"/>
            <p:cNvSpPr/>
            <p:nvPr userDrawn="1"/>
          </p:nvSpPr>
          <p:spPr bwMode="auto">
            <a:xfrm>
              <a:off x="8615578" y="5919316"/>
              <a:ext cx="1140552" cy="938684"/>
            </a:xfrm>
            <a:custGeom>
              <a:avLst/>
              <a:gdLst>
                <a:gd name="T0" fmla="*/ 678 w 678"/>
                <a:gd name="T1" fmla="*/ 6 h 558"/>
                <a:gd name="T2" fmla="*/ 553 w 678"/>
                <a:gd name="T3" fmla="*/ 558 h 558"/>
                <a:gd name="T4" fmla="*/ 0 w 678"/>
                <a:gd name="T5" fmla="*/ 558 h 558"/>
                <a:gd name="T6" fmla="*/ 297 w 678"/>
                <a:gd name="T7" fmla="*/ 31 h 558"/>
                <a:gd name="T8" fmla="*/ 434 w 678"/>
                <a:gd name="T9" fmla="*/ 0 h 558"/>
                <a:gd name="T10" fmla="*/ 316 w 678"/>
                <a:gd name="T11" fmla="*/ 438 h 558"/>
                <a:gd name="T12" fmla="*/ 567 w 678"/>
                <a:gd name="T13" fmla="*/ 39 h 558"/>
                <a:gd name="T14" fmla="*/ 678 w 678"/>
                <a:gd name="T15" fmla="*/ 6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8" h="558">
                  <a:moveTo>
                    <a:pt x="678" y="6"/>
                  </a:moveTo>
                  <a:lnTo>
                    <a:pt x="553" y="558"/>
                  </a:lnTo>
                  <a:lnTo>
                    <a:pt x="0" y="558"/>
                  </a:lnTo>
                  <a:lnTo>
                    <a:pt x="297" y="31"/>
                  </a:lnTo>
                  <a:lnTo>
                    <a:pt x="434" y="0"/>
                  </a:lnTo>
                  <a:lnTo>
                    <a:pt x="316" y="438"/>
                  </a:lnTo>
                  <a:lnTo>
                    <a:pt x="567" y="39"/>
                  </a:lnTo>
                  <a:lnTo>
                    <a:pt x="678" y="6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71"/>
            <p:cNvSpPr/>
            <p:nvPr userDrawn="1"/>
          </p:nvSpPr>
          <p:spPr bwMode="auto">
            <a:xfrm>
              <a:off x="9685477" y="5904175"/>
              <a:ext cx="765415" cy="953825"/>
            </a:xfrm>
            <a:custGeom>
              <a:avLst/>
              <a:gdLst>
                <a:gd name="T0" fmla="*/ 108 w 455"/>
                <a:gd name="T1" fmla="*/ 0 h 567"/>
                <a:gd name="T2" fmla="*/ 0 w 455"/>
                <a:gd name="T3" fmla="*/ 567 h 567"/>
                <a:gd name="T4" fmla="*/ 455 w 455"/>
                <a:gd name="T5" fmla="*/ 567 h 567"/>
                <a:gd name="T6" fmla="*/ 401 w 455"/>
                <a:gd name="T7" fmla="*/ 56 h 567"/>
                <a:gd name="T8" fmla="*/ 297 w 455"/>
                <a:gd name="T9" fmla="*/ 11 h 567"/>
                <a:gd name="T10" fmla="*/ 281 w 455"/>
                <a:gd name="T11" fmla="*/ 455 h 567"/>
                <a:gd name="T12" fmla="*/ 193 w 455"/>
                <a:gd name="T13" fmla="*/ 54 h 567"/>
                <a:gd name="T14" fmla="*/ 108 w 455"/>
                <a:gd name="T15" fmla="*/ 0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5" h="567">
                  <a:moveTo>
                    <a:pt x="108" y="0"/>
                  </a:moveTo>
                  <a:lnTo>
                    <a:pt x="0" y="567"/>
                  </a:lnTo>
                  <a:lnTo>
                    <a:pt x="455" y="567"/>
                  </a:lnTo>
                  <a:lnTo>
                    <a:pt x="401" y="56"/>
                  </a:lnTo>
                  <a:lnTo>
                    <a:pt x="297" y="11"/>
                  </a:lnTo>
                  <a:lnTo>
                    <a:pt x="281" y="455"/>
                  </a:lnTo>
                  <a:lnTo>
                    <a:pt x="193" y="5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72"/>
            <p:cNvSpPr/>
            <p:nvPr userDrawn="1"/>
          </p:nvSpPr>
          <p:spPr bwMode="auto">
            <a:xfrm>
              <a:off x="10482854" y="5926044"/>
              <a:ext cx="928591" cy="931956"/>
            </a:xfrm>
            <a:custGeom>
              <a:avLst/>
              <a:gdLst>
                <a:gd name="T0" fmla="*/ 0 w 552"/>
                <a:gd name="T1" fmla="*/ 39 h 554"/>
                <a:gd name="T2" fmla="*/ 52 w 552"/>
                <a:gd name="T3" fmla="*/ 554 h 554"/>
                <a:gd name="T4" fmla="*/ 552 w 552"/>
                <a:gd name="T5" fmla="*/ 554 h 554"/>
                <a:gd name="T6" fmla="*/ 355 w 552"/>
                <a:gd name="T7" fmla="*/ 33 h 554"/>
                <a:gd name="T8" fmla="*/ 255 w 552"/>
                <a:gd name="T9" fmla="*/ 0 h 554"/>
                <a:gd name="T10" fmla="*/ 257 w 552"/>
                <a:gd name="T11" fmla="*/ 492 h 554"/>
                <a:gd name="T12" fmla="*/ 75 w 552"/>
                <a:gd name="T13" fmla="*/ 0 h 554"/>
                <a:gd name="T14" fmla="*/ 0 w 552"/>
                <a:gd name="T15" fmla="*/ 3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2" h="554">
                  <a:moveTo>
                    <a:pt x="0" y="39"/>
                  </a:moveTo>
                  <a:lnTo>
                    <a:pt x="52" y="554"/>
                  </a:lnTo>
                  <a:lnTo>
                    <a:pt x="552" y="554"/>
                  </a:lnTo>
                  <a:lnTo>
                    <a:pt x="355" y="33"/>
                  </a:lnTo>
                  <a:lnTo>
                    <a:pt x="255" y="0"/>
                  </a:lnTo>
                  <a:lnTo>
                    <a:pt x="257" y="492"/>
                  </a:lnTo>
                  <a:lnTo>
                    <a:pt x="75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73"/>
            <p:cNvSpPr/>
            <p:nvPr userDrawn="1"/>
          </p:nvSpPr>
          <p:spPr bwMode="auto">
            <a:xfrm>
              <a:off x="11359296" y="5922680"/>
              <a:ext cx="832705" cy="935320"/>
            </a:xfrm>
            <a:custGeom>
              <a:avLst/>
              <a:gdLst>
                <a:gd name="T0" fmla="*/ 0 w 495"/>
                <a:gd name="T1" fmla="*/ 0 h 556"/>
                <a:gd name="T2" fmla="*/ 214 w 495"/>
                <a:gd name="T3" fmla="*/ 556 h 556"/>
                <a:gd name="T4" fmla="*/ 495 w 495"/>
                <a:gd name="T5" fmla="*/ 556 h 556"/>
                <a:gd name="T6" fmla="*/ 495 w 495"/>
                <a:gd name="T7" fmla="*/ 228 h 556"/>
                <a:gd name="T8" fmla="*/ 445 w 495"/>
                <a:gd name="T9" fmla="*/ 10 h 556"/>
                <a:gd name="T10" fmla="*/ 343 w 495"/>
                <a:gd name="T11" fmla="*/ 4 h 556"/>
                <a:gd name="T12" fmla="*/ 403 w 495"/>
                <a:gd name="T13" fmla="*/ 321 h 556"/>
                <a:gd name="T14" fmla="*/ 343 w 495"/>
                <a:gd name="T15" fmla="*/ 473 h 556"/>
                <a:gd name="T16" fmla="*/ 88 w 495"/>
                <a:gd name="T17" fmla="*/ 4 h 556"/>
                <a:gd name="T18" fmla="*/ 0 w 495"/>
                <a:gd name="T1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5" h="556">
                  <a:moveTo>
                    <a:pt x="0" y="0"/>
                  </a:moveTo>
                  <a:lnTo>
                    <a:pt x="214" y="556"/>
                  </a:lnTo>
                  <a:lnTo>
                    <a:pt x="495" y="556"/>
                  </a:lnTo>
                  <a:lnTo>
                    <a:pt x="495" y="228"/>
                  </a:lnTo>
                  <a:lnTo>
                    <a:pt x="445" y="10"/>
                  </a:lnTo>
                  <a:lnTo>
                    <a:pt x="343" y="4"/>
                  </a:lnTo>
                  <a:lnTo>
                    <a:pt x="403" y="321"/>
                  </a:lnTo>
                  <a:lnTo>
                    <a:pt x="343" y="473"/>
                  </a:lnTo>
                  <a:lnTo>
                    <a:pt x="88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74"/>
            <p:cNvSpPr/>
            <p:nvPr userDrawn="1"/>
          </p:nvSpPr>
          <p:spPr bwMode="auto">
            <a:xfrm>
              <a:off x="9059687" y="4403626"/>
              <a:ext cx="674575" cy="684668"/>
            </a:xfrm>
            <a:custGeom>
              <a:avLst/>
              <a:gdLst>
                <a:gd name="T0" fmla="*/ 62 w 193"/>
                <a:gd name="T1" fmla="*/ 46 h 196"/>
                <a:gd name="T2" fmla="*/ 142 w 193"/>
                <a:gd name="T3" fmla="*/ 10 h 196"/>
                <a:gd name="T4" fmla="*/ 193 w 193"/>
                <a:gd name="T5" fmla="*/ 152 h 196"/>
                <a:gd name="T6" fmla="*/ 154 w 193"/>
                <a:gd name="T7" fmla="*/ 176 h 196"/>
                <a:gd name="T8" fmla="*/ 119 w 193"/>
                <a:gd name="T9" fmla="*/ 172 h 196"/>
                <a:gd name="T10" fmla="*/ 70 w 193"/>
                <a:gd name="T11" fmla="*/ 95 h 196"/>
                <a:gd name="T12" fmla="*/ 60 w 193"/>
                <a:gd name="T13" fmla="*/ 152 h 196"/>
                <a:gd name="T14" fmla="*/ 15 w 193"/>
                <a:gd name="T15" fmla="*/ 196 h 196"/>
                <a:gd name="T16" fmla="*/ 0 w 193"/>
                <a:gd name="T17" fmla="*/ 192 h 196"/>
                <a:gd name="T18" fmla="*/ 38 w 193"/>
                <a:gd name="T19" fmla="*/ 135 h 196"/>
                <a:gd name="T20" fmla="*/ 62 w 193"/>
                <a:gd name="T21" fmla="*/ 4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3" h="196">
                  <a:moveTo>
                    <a:pt x="62" y="46"/>
                  </a:moveTo>
                  <a:cubicBezTo>
                    <a:pt x="62" y="46"/>
                    <a:pt x="122" y="0"/>
                    <a:pt x="142" y="10"/>
                  </a:cubicBezTo>
                  <a:cubicBezTo>
                    <a:pt x="162" y="21"/>
                    <a:pt x="192" y="108"/>
                    <a:pt x="193" y="152"/>
                  </a:cubicBezTo>
                  <a:cubicBezTo>
                    <a:pt x="154" y="176"/>
                    <a:pt x="154" y="176"/>
                    <a:pt x="154" y="176"/>
                  </a:cubicBezTo>
                  <a:cubicBezTo>
                    <a:pt x="119" y="172"/>
                    <a:pt x="119" y="172"/>
                    <a:pt x="119" y="172"/>
                  </a:cubicBezTo>
                  <a:cubicBezTo>
                    <a:pt x="119" y="172"/>
                    <a:pt x="92" y="113"/>
                    <a:pt x="70" y="95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15" y="196"/>
                    <a:pt x="15" y="196"/>
                    <a:pt x="15" y="19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8" y="135"/>
                    <a:pt x="39" y="63"/>
                    <a:pt x="62" y="4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75"/>
            <p:cNvSpPr/>
            <p:nvPr userDrawn="1"/>
          </p:nvSpPr>
          <p:spPr bwMode="auto">
            <a:xfrm>
              <a:off x="9276695" y="4410355"/>
              <a:ext cx="132897" cy="181681"/>
            </a:xfrm>
            <a:custGeom>
              <a:avLst/>
              <a:gdLst>
                <a:gd name="T0" fmla="*/ 37 w 79"/>
                <a:gd name="T1" fmla="*/ 0 h 108"/>
                <a:gd name="T2" fmla="*/ 79 w 79"/>
                <a:gd name="T3" fmla="*/ 46 h 108"/>
                <a:gd name="T4" fmla="*/ 58 w 79"/>
                <a:gd name="T5" fmla="*/ 108 h 108"/>
                <a:gd name="T6" fmla="*/ 0 w 79"/>
                <a:gd name="T7" fmla="*/ 81 h 108"/>
                <a:gd name="T8" fmla="*/ 37 w 79"/>
                <a:gd name="T9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108">
                  <a:moveTo>
                    <a:pt x="37" y="0"/>
                  </a:moveTo>
                  <a:lnTo>
                    <a:pt x="79" y="46"/>
                  </a:lnTo>
                  <a:lnTo>
                    <a:pt x="58" y="108"/>
                  </a:lnTo>
                  <a:lnTo>
                    <a:pt x="0" y="8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76"/>
            <p:cNvSpPr/>
            <p:nvPr userDrawn="1"/>
          </p:nvSpPr>
          <p:spPr bwMode="auto">
            <a:xfrm>
              <a:off x="9335573" y="4585306"/>
              <a:ext cx="109345" cy="425605"/>
            </a:xfrm>
            <a:custGeom>
              <a:avLst/>
              <a:gdLst>
                <a:gd name="T0" fmla="*/ 36 w 65"/>
                <a:gd name="T1" fmla="*/ 0 h 253"/>
                <a:gd name="T2" fmla="*/ 25 w 65"/>
                <a:gd name="T3" fmla="*/ 38 h 253"/>
                <a:gd name="T4" fmla="*/ 65 w 65"/>
                <a:gd name="T5" fmla="*/ 220 h 253"/>
                <a:gd name="T6" fmla="*/ 42 w 65"/>
                <a:gd name="T7" fmla="*/ 253 h 253"/>
                <a:gd name="T8" fmla="*/ 15 w 65"/>
                <a:gd name="T9" fmla="*/ 214 h 253"/>
                <a:gd name="T10" fmla="*/ 11 w 65"/>
                <a:gd name="T11" fmla="*/ 38 h 253"/>
                <a:gd name="T12" fmla="*/ 0 w 65"/>
                <a:gd name="T13" fmla="*/ 13 h 253"/>
                <a:gd name="T14" fmla="*/ 36 w 65"/>
                <a:gd name="T1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253">
                  <a:moveTo>
                    <a:pt x="36" y="0"/>
                  </a:moveTo>
                  <a:lnTo>
                    <a:pt x="25" y="38"/>
                  </a:lnTo>
                  <a:lnTo>
                    <a:pt x="65" y="220"/>
                  </a:lnTo>
                  <a:lnTo>
                    <a:pt x="42" y="253"/>
                  </a:lnTo>
                  <a:lnTo>
                    <a:pt x="15" y="214"/>
                  </a:lnTo>
                  <a:lnTo>
                    <a:pt x="11" y="38"/>
                  </a:lnTo>
                  <a:lnTo>
                    <a:pt x="0" y="1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77"/>
            <p:cNvSpPr/>
            <p:nvPr userDrawn="1"/>
          </p:nvSpPr>
          <p:spPr bwMode="auto">
            <a:xfrm>
              <a:off x="9290153" y="4452411"/>
              <a:ext cx="158130" cy="188410"/>
            </a:xfrm>
            <a:custGeom>
              <a:avLst/>
              <a:gdLst>
                <a:gd name="T0" fmla="*/ 46 w 94"/>
                <a:gd name="T1" fmla="*/ 85 h 112"/>
                <a:gd name="T2" fmla="*/ 73 w 94"/>
                <a:gd name="T3" fmla="*/ 98 h 112"/>
                <a:gd name="T4" fmla="*/ 94 w 94"/>
                <a:gd name="T5" fmla="*/ 5 h 112"/>
                <a:gd name="T6" fmla="*/ 56 w 94"/>
                <a:gd name="T7" fmla="*/ 0 h 112"/>
                <a:gd name="T8" fmla="*/ 44 w 94"/>
                <a:gd name="T9" fmla="*/ 79 h 112"/>
                <a:gd name="T10" fmla="*/ 0 w 94"/>
                <a:gd name="T11" fmla="*/ 44 h 112"/>
                <a:gd name="T12" fmla="*/ 23 w 94"/>
                <a:gd name="T13" fmla="*/ 112 h 112"/>
                <a:gd name="T14" fmla="*/ 46 w 94"/>
                <a:gd name="T15" fmla="*/ 8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112">
                  <a:moveTo>
                    <a:pt x="46" y="85"/>
                  </a:moveTo>
                  <a:lnTo>
                    <a:pt x="73" y="98"/>
                  </a:lnTo>
                  <a:lnTo>
                    <a:pt x="94" y="5"/>
                  </a:lnTo>
                  <a:lnTo>
                    <a:pt x="56" y="0"/>
                  </a:lnTo>
                  <a:lnTo>
                    <a:pt x="44" y="79"/>
                  </a:lnTo>
                  <a:lnTo>
                    <a:pt x="0" y="44"/>
                  </a:lnTo>
                  <a:lnTo>
                    <a:pt x="23" y="112"/>
                  </a:lnTo>
                  <a:lnTo>
                    <a:pt x="46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78"/>
            <p:cNvSpPr/>
            <p:nvPr userDrawn="1"/>
          </p:nvSpPr>
          <p:spPr bwMode="auto">
            <a:xfrm>
              <a:off x="9160621" y="4299327"/>
              <a:ext cx="235512" cy="296073"/>
            </a:xfrm>
            <a:custGeom>
              <a:avLst/>
              <a:gdLst>
                <a:gd name="T0" fmla="*/ 42 w 67"/>
                <a:gd name="T1" fmla="*/ 84 h 85"/>
                <a:gd name="T2" fmla="*/ 62 w 67"/>
                <a:gd name="T3" fmla="*/ 38 h 85"/>
                <a:gd name="T4" fmla="*/ 19 w 67"/>
                <a:gd name="T5" fmla="*/ 14 h 85"/>
                <a:gd name="T6" fmla="*/ 9 w 67"/>
                <a:gd name="T7" fmla="*/ 59 h 85"/>
                <a:gd name="T8" fmla="*/ 42 w 67"/>
                <a:gd name="T9" fmla="*/ 8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5">
                  <a:moveTo>
                    <a:pt x="42" y="84"/>
                  </a:moveTo>
                  <a:cubicBezTo>
                    <a:pt x="53" y="82"/>
                    <a:pt x="67" y="56"/>
                    <a:pt x="62" y="38"/>
                  </a:cubicBezTo>
                  <a:cubicBezTo>
                    <a:pt x="57" y="19"/>
                    <a:pt x="44" y="0"/>
                    <a:pt x="19" y="14"/>
                  </a:cubicBezTo>
                  <a:cubicBezTo>
                    <a:pt x="0" y="24"/>
                    <a:pt x="5" y="48"/>
                    <a:pt x="9" y="59"/>
                  </a:cubicBezTo>
                  <a:cubicBezTo>
                    <a:pt x="14" y="70"/>
                    <a:pt x="28" y="85"/>
                    <a:pt x="42" y="84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79"/>
            <p:cNvSpPr/>
            <p:nvPr userDrawn="1"/>
          </p:nvSpPr>
          <p:spPr bwMode="auto">
            <a:xfrm>
              <a:off x="9143799" y="4312785"/>
              <a:ext cx="247288" cy="191774"/>
            </a:xfrm>
            <a:custGeom>
              <a:avLst/>
              <a:gdLst>
                <a:gd name="T0" fmla="*/ 9 w 71"/>
                <a:gd name="T1" fmla="*/ 41 h 55"/>
                <a:gd name="T2" fmla="*/ 27 w 71"/>
                <a:gd name="T3" fmla="*/ 44 h 55"/>
                <a:gd name="T4" fmla="*/ 46 w 71"/>
                <a:gd name="T5" fmla="*/ 28 h 55"/>
                <a:gd name="T6" fmla="*/ 54 w 71"/>
                <a:gd name="T7" fmla="*/ 46 h 55"/>
                <a:gd name="T8" fmla="*/ 61 w 71"/>
                <a:gd name="T9" fmla="*/ 37 h 55"/>
                <a:gd name="T10" fmla="*/ 66 w 71"/>
                <a:gd name="T11" fmla="*/ 55 h 55"/>
                <a:gd name="T12" fmla="*/ 69 w 71"/>
                <a:gd name="T13" fmla="*/ 40 h 55"/>
                <a:gd name="T14" fmla="*/ 41 w 71"/>
                <a:gd name="T15" fmla="*/ 2 h 55"/>
                <a:gd name="T16" fmla="*/ 9 w 71"/>
                <a:gd name="T17" fmla="*/ 4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55">
                  <a:moveTo>
                    <a:pt x="9" y="41"/>
                  </a:moveTo>
                  <a:cubicBezTo>
                    <a:pt x="9" y="41"/>
                    <a:pt x="17" y="48"/>
                    <a:pt x="27" y="44"/>
                  </a:cubicBezTo>
                  <a:cubicBezTo>
                    <a:pt x="37" y="39"/>
                    <a:pt x="46" y="28"/>
                    <a:pt x="46" y="28"/>
                  </a:cubicBezTo>
                  <a:cubicBezTo>
                    <a:pt x="46" y="28"/>
                    <a:pt x="47" y="40"/>
                    <a:pt x="54" y="46"/>
                  </a:cubicBezTo>
                  <a:cubicBezTo>
                    <a:pt x="54" y="46"/>
                    <a:pt x="56" y="32"/>
                    <a:pt x="61" y="37"/>
                  </a:cubicBezTo>
                  <a:cubicBezTo>
                    <a:pt x="65" y="42"/>
                    <a:pt x="66" y="55"/>
                    <a:pt x="66" y="55"/>
                  </a:cubicBezTo>
                  <a:cubicBezTo>
                    <a:pt x="66" y="55"/>
                    <a:pt x="71" y="47"/>
                    <a:pt x="69" y="40"/>
                  </a:cubicBezTo>
                  <a:cubicBezTo>
                    <a:pt x="67" y="34"/>
                    <a:pt x="69" y="0"/>
                    <a:pt x="41" y="2"/>
                  </a:cubicBezTo>
                  <a:cubicBezTo>
                    <a:pt x="14" y="3"/>
                    <a:pt x="0" y="20"/>
                    <a:pt x="9" y="4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80"/>
            <p:cNvSpPr/>
            <p:nvPr userDrawn="1"/>
          </p:nvSpPr>
          <p:spPr bwMode="auto">
            <a:xfrm>
              <a:off x="9063052" y="4935210"/>
              <a:ext cx="706537" cy="1068217"/>
            </a:xfrm>
            <a:custGeom>
              <a:avLst/>
              <a:gdLst>
                <a:gd name="T0" fmla="*/ 192 w 202"/>
                <a:gd name="T1" fmla="*/ 0 h 306"/>
                <a:gd name="T2" fmla="*/ 180 w 202"/>
                <a:gd name="T3" fmla="*/ 91 h 306"/>
                <a:gd name="T4" fmla="*/ 153 w 202"/>
                <a:gd name="T5" fmla="*/ 156 h 306"/>
                <a:gd name="T6" fmla="*/ 198 w 202"/>
                <a:gd name="T7" fmla="*/ 285 h 306"/>
                <a:gd name="T8" fmla="*/ 145 w 202"/>
                <a:gd name="T9" fmla="*/ 301 h 306"/>
                <a:gd name="T10" fmla="*/ 165 w 202"/>
                <a:gd name="T11" fmla="*/ 275 h 306"/>
                <a:gd name="T12" fmla="*/ 113 w 202"/>
                <a:gd name="T13" fmla="*/ 159 h 306"/>
                <a:gd name="T14" fmla="*/ 124 w 202"/>
                <a:gd name="T15" fmla="*/ 87 h 306"/>
                <a:gd name="T16" fmla="*/ 49 w 202"/>
                <a:gd name="T17" fmla="*/ 139 h 306"/>
                <a:gd name="T18" fmla="*/ 81 w 202"/>
                <a:gd name="T19" fmla="*/ 282 h 306"/>
                <a:gd name="T20" fmla="*/ 15 w 202"/>
                <a:gd name="T21" fmla="*/ 297 h 306"/>
                <a:gd name="T22" fmla="*/ 52 w 202"/>
                <a:gd name="T23" fmla="*/ 268 h 306"/>
                <a:gd name="T24" fmla="*/ 10 w 202"/>
                <a:gd name="T25" fmla="*/ 130 h 306"/>
                <a:gd name="T26" fmla="*/ 118 w 202"/>
                <a:gd name="T27" fmla="*/ 33 h 306"/>
                <a:gd name="T28" fmla="*/ 118 w 202"/>
                <a:gd name="T29" fmla="*/ 20 h 306"/>
                <a:gd name="T30" fmla="*/ 192 w 202"/>
                <a:gd name="T31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2" h="306">
                  <a:moveTo>
                    <a:pt x="192" y="0"/>
                  </a:moveTo>
                  <a:cubicBezTo>
                    <a:pt x="192" y="0"/>
                    <a:pt x="202" y="41"/>
                    <a:pt x="180" y="91"/>
                  </a:cubicBezTo>
                  <a:cubicBezTo>
                    <a:pt x="158" y="141"/>
                    <a:pt x="152" y="139"/>
                    <a:pt x="153" y="156"/>
                  </a:cubicBezTo>
                  <a:cubicBezTo>
                    <a:pt x="153" y="188"/>
                    <a:pt x="198" y="285"/>
                    <a:pt x="198" y="285"/>
                  </a:cubicBezTo>
                  <a:cubicBezTo>
                    <a:pt x="198" y="285"/>
                    <a:pt x="165" y="303"/>
                    <a:pt x="145" y="301"/>
                  </a:cubicBezTo>
                  <a:cubicBezTo>
                    <a:pt x="145" y="301"/>
                    <a:pt x="140" y="295"/>
                    <a:pt x="165" y="275"/>
                  </a:cubicBezTo>
                  <a:cubicBezTo>
                    <a:pt x="165" y="275"/>
                    <a:pt x="116" y="191"/>
                    <a:pt x="113" y="159"/>
                  </a:cubicBezTo>
                  <a:cubicBezTo>
                    <a:pt x="112" y="142"/>
                    <a:pt x="124" y="87"/>
                    <a:pt x="124" y="87"/>
                  </a:cubicBezTo>
                  <a:cubicBezTo>
                    <a:pt x="124" y="87"/>
                    <a:pt x="58" y="117"/>
                    <a:pt x="49" y="139"/>
                  </a:cubicBezTo>
                  <a:cubicBezTo>
                    <a:pt x="34" y="172"/>
                    <a:pt x="81" y="282"/>
                    <a:pt x="81" y="282"/>
                  </a:cubicBezTo>
                  <a:cubicBezTo>
                    <a:pt x="81" y="282"/>
                    <a:pt x="38" y="306"/>
                    <a:pt x="15" y="297"/>
                  </a:cubicBezTo>
                  <a:cubicBezTo>
                    <a:pt x="15" y="297"/>
                    <a:pt x="19" y="285"/>
                    <a:pt x="52" y="268"/>
                  </a:cubicBezTo>
                  <a:cubicBezTo>
                    <a:pt x="52" y="268"/>
                    <a:pt x="0" y="165"/>
                    <a:pt x="10" y="130"/>
                  </a:cubicBezTo>
                  <a:cubicBezTo>
                    <a:pt x="20" y="95"/>
                    <a:pt x="115" y="40"/>
                    <a:pt x="118" y="33"/>
                  </a:cubicBezTo>
                  <a:cubicBezTo>
                    <a:pt x="120" y="29"/>
                    <a:pt x="118" y="20"/>
                    <a:pt x="118" y="20"/>
                  </a:cubicBezTo>
                  <a:cubicBezTo>
                    <a:pt x="118" y="20"/>
                    <a:pt x="166" y="18"/>
                    <a:pt x="192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81"/>
            <p:cNvSpPr/>
            <p:nvPr userDrawn="1"/>
          </p:nvSpPr>
          <p:spPr bwMode="auto">
            <a:xfrm>
              <a:off x="9513889" y="4997453"/>
              <a:ext cx="58879" cy="52150"/>
            </a:xfrm>
            <a:custGeom>
              <a:avLst/>
              <a:gdLst>
                <a:gd name="T0" fmla="*/ 0 w 17"/>
                <a:gd name="T1" fmla="*/ 4 h 15"/>
                <a:gd name="T2" fmla="*/ 1 w 17"/>
                <a:gd name="T3" fmla="*/ 11 h 15"/>
                <a:gd name="T4" fmla="*/ 17 w 17"/>
                <a:gd name="T5" fmla="*/ 10 h 15"/>
                <a:gd name="T6" fmla="*/ 17 w 17"/>
                <a:gd name="T7" fmla="*/ 0 h 15"/>
                <a:gd name="T8" fmla="*/ 0 w 17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4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6" y="15"/>
                    <a:pt x="17" y="1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5" y="2"/>
                    <a:pt x="0" y="4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82"/>
            <p:cNvSpPr/>
            <p:nvPr userDrawn="1"/>
          </p:nvSpPr>
          <p:spPr bwMode="auto">
            <a:xfrm>
              <a:off x="9179126" y="5039509"/>
              <a:ext cx="149719" cy="153083"/>
            </a:xfrm>
            <a:custGeom>
              <a:avLst/>
              <a:gdLst>
                <a:gd name="T0" fmla="*/ 10 w 43"/>
                <a:gd name="T1" fmla="*/ 38 h 44"/>
                <a:gd name="T2" fmla="*/ 6 w 43"/>
                <a:gd name="T3" fmla="*/ 11 h 44"/>
                <a:gd name="T4" fmla="*/ 33 w 43"/>
                <a:gd name="T5" fmla="*/ 6 h 44"/>
                <a:gd name="T6" fmla="*/ 36 w 43"/>
                <a:gd name="T7" fmla="*/ 33 h 44"/>
                <a:gd name="T8" fmla="*/ 10 w 43"/>
                <a:gd name="T9" fmla="*/ 3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4">
                  <a:moveTo>
                    <a:pt x="10" y="38"/>
                  </a:moveTo>
                  <a:cubicBezTo>
                    <a:pt x="2" y="32"/>
                    <a:pt x="0" y="20"/>
                    <a:pt x="6" y="11"/>
                  </a:cubicBezTo>
                  <a:cubicBezTo>
                    <a:pt x="12" y="2"/>
                    <a:pt x="24" y="0"/>
                    <a:pt x="33" y="6"/>
                  </a:cubicBezTo>
                  <a:cubicBezTo>
                    <a:pt x="41" y="12"/>
                    <a:pt x="43" y="24"/>
                    <a:pt x="36" y="33"/>
                  </a:cubicBezTo>
                  <a:cubicBezTo>
                    <a:pt x="30" y="41"/>
                    <a:pt x="18" y="44"/>
                    <a:pt x="10" y="38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83"/>
            <p:cNvSpPr/>
            <p:nvPr userDrawn="1"/>
          </p:nvSpPr>
          <p:spPr bwMode="auto">
            <a:xfrm>
              <a:off x="8709783" y="4666054"/>
              <a:ext cx="472707" cy="439063"/>
            </a:xfrm>
            <a:custGeom>
              <a:avLst/>
              <a:gdLst>
                <a:gd name="T0" fmla="*/ 96 w 135"/>
                <a:gd name="T1" fmla="*/ 18 h 126"/>
                <a:gd name="T2" fmla="*/ 18 w 135"/>
                <a:gd name="T3" fmla="*/ 31 h 126"/>
                <a:gd name="T4" fmla="*/ 31 w 135"/>
                <a:gd name="T5" fmla="*/ 109 h 126"/>
                <a:gd name="T6" fmla="*/ 89 w 135"/>
                <a:gd name="T7" fmla="*/ 121 h 126"/>
                <a:gd name="T8" fmla="*/ 103 w 135"/>
                <a:gd name="T9" fmla="*/ 126 h 126"/>
                <a:gd name="T10" fmla="*/ 135 w 135"/>
                <a:gd name="T11" fmla="*/ 80 h 126"/>
                <a:gd name="T12" fmla="*/ 126 w 135"/>
                <a:gd name="T13" fmla="*/ 69 h 126"/>
                <a:gd name="T14" fmla="*/ 96 w 135"/>
                <a:gd name="T15" fmla="*/ 1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5" h="126">
                  <a:moveTo>
                    <a:pt x="96" y="18"/>
                  </a:moveTo>
                  <a:cubicBezTo>
                    <a:pt x="71" y="0"/>
                    <a:pt x="36" y="6"/>
                    <a:pt x="18" y="31"/>
                  </a:cubicBezTo>
                  <a:cubicBezTo>
                    <a:pt x="0" y="56"/>
                    <a:pt x="6" y="91"/>
                    <a:pt x="31" y="109"/>
                  </a:cubicBezTo>
                  <a:cubicBezTo>
                    <a:pt x="50" y="123"/>
                    <a:pt x="71" y="120"/>
                    <a:pt x="89" y="121"/>
                  </a:cubicBezTo>
                  <a:cubicBezTo>
                    <a:pt x="94" y="121"/>
                    <a:pt x="103" y="126"/>
                    <a:pt x="103" y="126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80"/>
                    <a:pt x="128" y="74"/>
                    <a:pt x="126" y="69"/>
                  </a:cubicBezTo>
                  <a:cubicBezTo>
                    <a:pt x="120" y="52"/>
                    <a:pt x="117" y="32"/>
                    <a:pt x="96" y="18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84"/>
            <p:cNvSpPr/>
            <p:nvPr userDrawn="1"/>
          </p:nvSpPr>
          <p:spPr bwMode="auto">
            <a:xfrm>
              <a:off x="8724924" y="4679511"/>
              <a:ext cx="402054" cy="402054"/>
            </a:xfrm>
            <a:custGeom>
              <a:avLst/>
              <a:gdLst>
                <a:gd name="T0" fmla="*/ 28 w 115"/>
                <a:gd name="T1" fmla="*/ 99 h 115"/>
                <a:gd name="T2" fmla="*/ 16 w 115"/>
                <a:gd name="T3" fmla="*/ 28 h 115"/>
                <a:gd name="T4" fmla="*/ 87 w 115"/>
                <a:gd name="T5" fmla="*/ 16 h 115"/>
                <a:gd name="T6" fmla="*/ 98 w 115"/>
                <a:gd name="T7" fmla="*/ 87 h 115"/>
                <a:gd name="T8" fmla="*/ 28 w 115"/>
                <a:gd name="T9" fmla="*/ 9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5">
                  <a:moveTo>
                    <a:pt x="28" y="99"/>
                  </a:moveTo>
                  <a:cubicBezTo>
                    <a:pt x="5" y="83"/>
                    <a:pt x="0" y="51"/>
                    <a:pt x="16" y="28"/>
                  </a:cubicBezTo>
                  <a:cubicBezTo>
                    <a:pt x="32" y="5"/>
                    <a:pt x="64" y="0"/>
                    <a:pt x="87" y="16"/>
                  </a:cubicBezTo>
                  <a:cubicBezTo>
                    <a:pt x="109" y="33"/>
                    <a:pt x="115" y="64"/>
                    <a:pt x="98" y="87"/>
                  </a:cubicBezTo>
                  <a:cubicBezTo>
                    <a:pt x="82" y="110"/>
                    <a:pt x="50" y="115"/>
                    <a:pt x="28" y="99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85"/>
            <p:cNvSpPr/>
            <p:nvPr userDrawn="1"/>
          </p:nvSpPr>
          <p:spPr bwMode="auto">
            <a:xfrm>
              <a:off x="8952024" y="4805679"/>
              <a:ext cx="211961" cy="208597"/>
            </a:xfrm>
            <a:custGeom>
              <a:avLst/>
              <a:gdLst>
                <a:gd name="T0" fmla="*/ 10 w 61"/>
                <a:gd name="T1" fmla="*/ 28 h 60"/>
                <a:gd name="T2" fmla="*/ 2 w 61"/>
                <a:gd name="T3" fmla="*/ 17 h 60"/>
                <a:gd name="T4" fmla="*/ 0 w 61"/>
                <a:gd name="T5" fmla="*/ 15 h 60"/>
                <a:gd name="T6" fmla="*/ 4 w 61"/>
                <a:gd name="T7" fmla="*/ 14 h 60"/>
                <a:gd name="T8" fmla="*/ 12 w 61"/>
                <a:gd name="T9" fmla="*/ 14 h 60"/>
                <a:gd name="T10" fmla="*/ 10 w 61"/>
                <a:gd name="T11" fmla="*/ 15 h 60"/>
                <a:gd name="T12" fmla="*/ 18 w 61"/>
                <a:gd name="T13" fmla="*/ 5 h 60"/>
                <a:gd name="T14" fmla="*/ 21 w 61"/>
                <a:gd name="T15" fmla="*/ 0 h 60"/>
                <a:gd name="T16" fmla="*/ 21 w 61"/>
                <a:gd name="T17" fmla="*/ 6 h 60"/>
                <a:gd name="T18" fmla="*/ 22 w 61"/>
                <a:gd name="T19" fmla="*/ 10 h 60"/>
                <a:gd name="T20" fmla="*/ 23 w 61"/>
                <a:gd name="T21" fmla="*/ 13 h 60"/>
                <a:gd name="T22" fmla="*/ 25 w 61"/>
                <a:gd name="T23" fmla="*/ 17 h 60"/>
                <a:gd name="T24" fmla="*/ 27 w 61"/>
                <a:gd name="T25" fmla="*/ 21 h 60"/>
                <a:gd name="T26" fmla="*/ 31 w 61"/>
                <a:gd name="T27" fmla="*/ 28 h 60"/>
                <a:gd name="T28" fmla="*/ 37 w 61"/>
                <a:gd name="T29" fmla="*/ 34 h 60"/>
                <a:gd name="T30" fmla="*/ 39 w 61"/>
                <a:gd name="T31" fmla="*/ 37 h 60"/>
                <a:gd name="T32" fmla="*/ 42 w 61"/>
                <a:gd name="T33" fmla="*/ 40 h 60"/>
                <a:gd name="T34" fmla="*/ 48 w 61"/>
                <a:gd name="T35" fmla="*/ 46 h 60"/>
                <a:gd name="T36" fmla="*/ 61 w 61"/>
                <a:gd name="T37" fmla="*/ 56 h 60"/>
                <a:gd name="T38" fmla="*/ 59 w 61"/>
                <a:gd name="T39" fmla="*/ 60 h 60"/>
                <a:gd name="T40" fmla="*/ 46 w 61"/>
                <a:gd name="T41" fmla="*/ 49 h 60"/>
                <a:gd name="T42" fmla="*/ 39 w 61"/>
                <a:gd name="T43" fmla="*/ 43 h 60"/>
                <a:gd name="T44" fmla="*/ 36 w 61"/>
                <a:gd name="T45" fmla="*/ 40 h 60"/>
                <a:gd name="T46" fmla="*/ 33 w 61"/>
                <a:gd name="T47" fmla="*/ 37 h 60"/>
                <a:gd name="T48" fmla="*/ 28 w 61"/>
                <a:gd name="T49" fmla="*/ 30 h 60"/>
                <a:gd name="T50" fmla="*/ 23 w 61"/>
                <a:gd name="T51" fmla="*/ 23 h 60"/>
                <a:gd name="T52" fmla="*/ 21 w 61"/>
                <a:gd name="T53" fmla="*/ 19 h 60"/>
                <a:gd name="T54" fmla="*/ 20 w 61"/>
                <a:gd name="T55" fmla="*/ 15 h 60"/>
                <a:gd name="T56" fmla="*/ 18 w 61"/>
                <a:gd name="T57" fmla="*/ 11 h 60"/>
                <a:gd name="T58" fmla="*/ 17 w 61"/>
                <a:gd name="T59" fmla="*/ 6 h 60"/>
                <a:gd name="T60" fmla="*/ 21 w 61"/>
                <a:gd name="T61" fmla="*/ 7 h 60"/>
                <a:gd name="T62" fmla="*/ 14 w 61"/>
                <a:gd name="T63" fmla="*/ 17 h 60"/>
                <a:gd name="T64" fmla="*/ 13 w 61"/>
                <a:gd name="T65" fmla="*/ 18 h 60"/>
                <a:gd name="T66" fmla="*/ 12 w 61"/>
                <a:gd name="T67" fmla="*/ 18 h 60"/>
                <a:gd name="T68" fmla="*/ 4 w 61"/>
                <a:gd name="T69" fmla="*/ 18 h 60"/>
                <a:gd name="T70" fmla="*/ 6 w 61"/>
                <a:gd name="T71" fmla="*/ 15 h 60"/>
                <a:gd name="T72" fmla="*/ 10 w 61"/>
                <a:gd name="T73" fmla="*/ 2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1" h="60">
                  <a:moveTo>
                    <a:pt x="10" y="2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4" y="15"/>
                    <a:pt x="24" y="16"/>
                    <a:pt x="25" y="17"/>
                  </a:cubicBezTo>
                  <a:cubicBezTo>
                    <a:pt x="26" y="18"/>
                    <a:pt x="26" y="20"/>
                    <a:pt x="27" y="21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8" y="36"/>
                    <a:pt x="39" y="3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8" y="46"/>
                    <a:pt x="48" y="46"/>
                    <a:pt x="48" y="4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39"/>
                    <a:pt x="34" y="38"/>
                    <a:pt x="33" y="37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6" y="28"/>
                    <a:pt x="25" y="25"/>
                    <a:pt x="23" y="23"/>
                  </a:cubicBezTo>
                  <a:cubicBezTo>
                    <a:pt x="23" y="22"/>
                    <a:pt x="22" y="20"/>
                    <a:pt x="21" y="19"/>
                  </a:cubicBezTo>
                  <a:cubicBezTo>
                    <a:pt x="21" y="17"/>
                    <a:pt x="20" y="16"/>
                    <a:pt x="20" y="15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9"/>
                    <a:pt x="17" y="8"/>
                    <a:pt x="17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6" y="15"/>
                    <a:pt x="6" y="15"/>
                    <a:pt x="6" y="15"/>
                  </a:cubicBezTo>
                  <a:lnTo>
                    <a:pt x="10" y="28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86"/>
            <p:cNvSpPr/>
            <p:nvPr userDrawn="1"/>
          </p:nvSpPr>
          <p:spPr bwMode="auto">
            <a:xfrm>
              <a:off x="8888100" y="4899884"/>
              <a:ext cx="238877" cy="171587"/>
            </a:xfrm>
            <a:custGeom>
              <a:avLst/>
              <a:gdLst>
                <a:gd name="T0" fmla="*/ 65 w 68"/>
                <a:gd name="T1" fmla="*/ 49 h 49"/>
                <a:gd name="T2" fmla="*/ 51 w 68"/>
                <a:gd name="T3" fmla="*/ 40 h 49"/>
                <a:gd name="T4" fmla="*/ 44 w 68"/>
                <a:gd name="T5" fmla="*/ 36 h 49"/>
                <a:gd name="T6" fmla="*/ 36 w 68"/>
                <a:gd name="T7" fmla="*/ 33 h 49"/>
                <a:gd name="T8" fmla="*/ 32 w 68"/>
                <a:gd name="T9" fmla="*/ 31 h 49"/>
                <a:gd name="T10" fmla="*/ 29 w 68"/>
                <a:gd name="T11" fmla="*/ 30 h 49"/>
                <a:gd name="T12" fmla="*/ 21 w 68"/>
                <a:gd name="T13" fmla="*/ 28 h 49"/>
                <a:gd name="T14" fmla="*/ 16 w 68"/>
                <a:gd name="T15" fmla="*/ 27 h 49"/>
                <a:gd name="T16" fmla="*/ 12 w 68"/>
                <a:gd name="T17" fmla="*/ 27 h 49"/>
                <a:gd name="T18" fmla="*/ 8 w 68"/>
                <a:gd name="T19" fmla="*/ 27 h 49"/>
                <a:gd name="T20" fmla="*/ 4 w 68"/>
                <a:gd name="T21" fmla="*/ 27 h 49"/>
                <a:gd name="T22" fmla="*/ 0 w 68"/>
                <a:gd name="T23" fmla="*/ 28 h 49"/>
                <a:gd name="T24" fmla="*/ 2 w 68"/>
                <a:gd name="T25" fmla="*/ 24 h 49"/>
                <a:gd name="T26" fmla="*/ 9 w 68"/>
                <a:gd name="T27" fmla="*/ 15 h 49"/>
                <a:gd name="T28" fmla="*/ 9 w 68"/>
                <a:gd name="T29" fmla="*/ 17 h 49"/>
                <a:gd name="T30" fmla="*/ 3 w 68"/>
                <a:gd name="T31" fmla="*/ 5 h 49"/>
                <a:gd name="T32" fmla="*/ 3 w 68"/>
                <a:gd name="T33" fmla="*/ 5 h 49"/>
                <a:gd name="T34" fmla="*/ 1 w 68"/>
                <a:gd name="T35" fmla="*/ 0 h 49"/>
                <a:gd name="T36" fmla="*/ 5 w 68"/>
                <a:gd name="T37" fmla="*/ 2 h 49"/>
                <a:gd name="T38" fmla="*/ 26 w 68"/>
                <a:gd name="T39" fmla="*/ 11 h 49"/>
                <a:gd name="T40" fmla="*/ 4 w 68"/>
                <a:gd name="T41" fmla="*/ 5 h 49"/>
                <a:gd name="T42" fmla="*/ 6 w 68"/>
                <a:gd name="T43" fmla="*/ 3 h 49"/>
                <a:gd name="T44" fmla="*/ 6 w 68"/>
                <a:gd name="T45" fmla="*/ 3 h 49"/>
                <a:gd name="T46" fmla="*/ 13 w 68"/>
                <a:gd name="T47" fmla="*/ 15 h 49"/>
                <a:gd name="T48" fmla="*/ 13 w 68"/>
                <a:gd name="T49" fmla="*/ 16 h 49"/>
                <a:gd name="T50" fmla="*/ 13 w 68"/>
                <a:gd name="T51" fmla="*/ 17 h 49"/>
                <a:gd name="T52" fmla="*/ 6 w 68"/>
                <a:gd name="T53" fmla="*/ 27 h 49"/>
                <a:gd name="T54" fmla="*/ 4 w 68"/>
                <a:gd name="T55" fmla="*/ 23 h 49"/>
                <a:gd name="T56" fmla="*/ 8 w 68"/>
                <a:gd name="T57" fmla="*/ 23 h 49"/>
                <a:gd name="T58" fmla="*/ 13 w 68"/>
                <a:gd name="T59" fmla="*/ 23 h 49"/>
                <a:gd name="T60" fmla="*/ 17 w 68"/>
                <a:gd name="T61" fmla="*/ 23 h 49"/>
                <a:gd name="T62" fmla="*/ 21 w 68"/>
                <a:gd name="T63" fmla="*/ 24 h 49"/>
                <a:gd name="T64" fmla="*/ 30 w 68"/>
                <a:gd name="T65" fmla="*/ 26 h 49"/>
                <a:gd name="T66" fmla="*/ 34 w 68"/>
                <a:gd name="T67" fmla="*/ 27 h 49"/>
                <a:gd name="T68" fmla="*/ 38 w 68"/>
                <a:gd name="T69" fmla="*/ 29 h 49"/>
                <a:gd name="T70" fmla="*/ 46 w 68"/>
                <a:gd name="T71" fmla="*/ 33 h 49"/>
                <a:gd name="T72" fmla="*/ 53 w 68"/>
                <a:gd name="T73" fmla="*/ 37 h 49"/>
                <a:gd name="T74" fmla="*/ 68 w 68"/>
                <a:gd name="T75" fmla="*/ 46 h 49"/>
                <a:gd name="T76" fmla="*/ 65 w 68"/>
                <a:gd name="T7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8" h="49">
                  <a:moveTo>
                    <a:pt x="65" y="49"/>
                  </a:moveTo>
                  <a:cubicBezTo>
                    <a:pt x="61" y="46"/>
                    <a:pt x="56" y="43"/>
                    <a:pt x="51" y="40"/>
                  </a:cubicBezTo>
                  <a:cubicBezTo>
                    <a:pt x="49" y="39"/>
                    <a:pt x="46" y="37"/>
                    <a:pt x="44" y="36"/>
                  </a:cubicBezTo>
                  <a:cubicBezTo>
                    <a:pt x="41" y="35"/>
                    <a:pt x="39" y="34"/>
                    <a:pt x="36" y="33"/>
                  </a:cubicBezTo>
                  <a:cubicBezTo>
                    <a:pt x="35" y="32"/>
                    <a:pt x="34" y="32"/>
                    <a:pt x="32" y="31"/>
                  </a:cubicBezTo>
                  <a:cubicBezTo>
                    <a:pt x="31" y="31"/>
                    <a:pt x="30" y="30"/>
                    <a:pt x="29" y="30"/>
                  </a:cubicBezTo>
                  <a:cubicBezTo>
                    <a:pt x="26" y="29"/>
                    <a:pt x="23" y="28"/>
                    <a:pt x="21" y="28"/>
                  </a:cubicBezTo>
                  <a:cubicBezTo>
                    <a:pt x="19" y="28"/>
                    <a:pt x="18" y="28"/>
                    <a:pt x="16" y="27"/>
                  </a:cubicBezTo>
                  <a:cubicBezTo>
                    <a:pt x="15" y="27"/>
                    <a:pt x="14" y="27"/>
                    <a:pt x="12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1" y="23"/>
                    <a:pt x="13" y="23"/>
                  </a:cubicBezTo>
                  <a:cubicBezTo>
                    <a:pt x="14" y="23"/>
                    <a:pt x="15" y="23"/>
                    <a:pt x="17" y="23"/>
                  </a:cubicBezTo>
                  <a:cubicBezTo>
                    <a:pt x="18" y="24"/>
                    <a:pt x="20" y="24"/>
                    <a:pt x="21" y="24"/>
                  </a:cubicBezTo>
                  <a:cubicBezTo>
                    <a:pt x="24" y="25"/>
                    <a:pt x="27" y="25"/>
                    <a:pt x="30" y="26"/>
                  </a:cubicBezTo>
                  <a:cubicBezTo>
                    <a:pt x="31" y="26"/>
                    <a:pt x="32" y="27"/>
                    <a:pt x="34" y="27"/>
                  </a:cubicBezTo>
                  <a:cubicBezTo>
                    <a:pt x="35" y="28"/>
                    <a:pt x="37" y="28"/>
                    <a:pt x="38" y="29"/>
                  </a:cubicBezTo>
                  <a:cubicBezTo>
                    <a:pt x="40" y="30"/>
                    <a:pt x="43" y="31"/>
                    <a:pt x="46" y="33"/>
                  </a:cubicBezTo>
                  <a:cubicBezTo>
                    <a:pt x="48" y="34"/>
                    <a:pt x="51" y="35"/>
                    <a:pt x="53" y="37"/>
                  </a:cubicBezTo>
                  <a:cubicBezTo>
                    <a:pt x="58" y="40"/>
                    <a:pt x="63" y="43"/>
                    <a:pt x="68" y="46"/>
                  </a:cubicBezTo>
                  <a:lnTo>
                    <a:pt x="65" y="49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87"/>
            <p:cNvSpPr/>
            <p:nvPr userDrawn="1"/>
          </p:nvSpPr>
          <p:spPr bwMode="auto">
            <a:xfrm>
              <a:off x="8755204" y="4721568"/>
              <a:ext cx="171587" cy="201868"/>
            </a:xfrm>
            <a:custGeom>
              <a:avLst/>
              <a:gdLst>
                <a:gd name="T0" fmla="*/ 8 w 49"/>
                <a:gd name="T1" fmla="*/ 52 h 58"/>
                <a:gd name="T2" fmla="*/ 10 w 49"/>
                <a:gd name="T3" fmla="*/ 18 h 58"/>
                <a:gd name="T4" fmla="*/ 41 w 49"/>
                <a:gd name="T5" fmla="*/ 5 h 58"/>
                <a:gd name="T6" fmla="*/ 39 w 49"/>
                <a:gd name="T7" fmla="*/ 39 h 58"/>
                <a:gd name="T8" fmla="*/ 8 w 49"/>
                <a:gd name="T9" fmla="*/ 5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58">
                  <a:moveTo>
                    <a:pt x="8" y="52"/>
                  </a:moveTo>
                  <a:cubicBezTo>
                    <a:pt x="0" y="46"/>
                    <a:pt x="1" y="31"/>
                    <a:pt x="10" y="18"/>
                  </a:cubicBezTo>
                  <a:cubicBezTo>
                    <a:pt x="19" y="6"/>
                    <a:pt x="33" y="0"/>
                    <a:pt x="41" y="5"/>
                  </a:cubicBezTo>
                  <a:cubicBezTo>
                    <a:pt x="49" y="11"/>
                    <a:pt x="48" y="26"/>
                    <a:pt x="39" y="39"/>
                  </a:cubicBezTo>
                  <a:cubicBezTo>
                    <a:pt x="29" y="52"/>
                    <a:pt x="16" y="58"/>
                    <a:pt x="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88"/>
            <p:cNvSpPr/>
            <p:nvPr userDrawn="1"/>
          </p:nvSpPr>
          <p:spPr bwMode="auto">
            <a:xfrm>
              <a:off x="8997445" y="4906613"/>
              <a:ext cx="87476" cy="111027"/>
            </a:xfrm>
            <a:custGeom>
              <a:avLst/>
              <a:gdLst>
                <a:gd name="T0" fmla="*/ 2 w 25"/>
                <a:gd name="T1" fmla="*/ 30 h 32"/>
                <a:gd name="T2" fmla="*/ 7 w 25"/>
                <a:gd name="T3" fmla="*/ 13 h 32"/>
                <a:gd name="T4" fmla="*/ 22 w 25"/>
                <a:gd name="T5" fmla="*/ 2 h 32"/>
                <a:gd name="T6" fmla="*/ 17 w 25"/>
                <a:gd name="T7" fmla="*/ 20 h 32"/>
                <a:gd name="T8" fmla="*/ 2 w 25"/>
                <a:gd name="T9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2">
                  <a:moveTo>
                    <a:pt x="2" y="30"/>
                  </a:moveTo>
                  <a:cubicBezTo>
                    <a:pt x="0" y="28"/>
                    <a:pt x="2" y="20"/>
                    <a:pt x="7" y="13"/>
                  </a:cubicBezTo>
                  <a:cubicBezTo>
                    <a:pt x="13" y="5"/>
                    <a:pt x="19" y="0"/>
                    <a:pt x="22" y="2"/>
                  </a:cubicBezTo>
                  <a:cubicBezTo>
                    <a:pt x="25" y="4"/>
                    <a:pt x="23" y="12"/>
                    <a:pt x="17" y="20"/>
                  </a:cubicBezTo>
                  <a:cubicBezTo>
                    <a:pt x="12" y="27"/>
                    <a:pt x="5" y="32"/>
                    <a:pt x="2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89"/>
            <p:cNvSpPr/>
            <p:nvPr userDrawn="1"/>
          </p:nvSpPr>
          <p:spPr bwMode="auto">
            <a:xfrm>
              <a:off x="9049594" y="4928481"/>
              <a:ext cx="282615" cy="285979"/>
            </a:xfrm>
            <a:custGeom>
              <a:avLst/>
              <a:gdLst>
                <a:gd name="T0" fmla="*/ 76 w 81"/>
                <a:gd name="T1" fmla="*/ 27 h 82"/>
                <a:gd name="T2" fmla="*/ 78 w 81"/>
                <a:gd name="T3" fmla="*/ 40 h 82"/>
                <a:gd name="T4" fmla="*/ 52 w 81"/>
                <a:gd name="T5" fmla="*/ 77 h 82"/>
                <a:gd name="T6" fmla="*/ 39 w 81"/>
                <a:gd name="T7" fmla="*/ 79 h 82"/>
                <a:gd name="T8" fmla="*/ 5 w 81"/>
                <a:gd name="T9" fmla="*/ 55 h 82"/>
                <a:gd name="T10" fmla="*/ 3 w 81"/>
                <a:gd name="T11" fmla="*/ 42 h 82"/>
                <a:gd name="T12" fmla="*/ 29 w 81"/>
                <a:gd name="T13" fmla="*/ 5 h 82"/>
                <a:gd name="T14" fmla="*/ 42 w 81"/>
                <a:gd name="T15" fmla="*/ 3 h 82"/>
                <a:gd name="T16" fmla="*/ 76 w 81"/>
                <a:gd name="T17" fmla="*/ 2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82">
                  <a:moveTo>
                    <a:pt x="76" y="27"/>
                  </a:moveTo>
                  <a:cubicBezTo>
                    <a:pt x="80" y="30"/>
                    <a:pt x="81" y="36"/>
                    <a:pt x="78" y="40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49" y="81"/>
                    <a:pt x="43" y="82"/>
                    <a:pt x="39" y="79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1" y="52"/>
                    <a:pt x="0" y="47"/>
                    <a:pt x="3" y="42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2" y="1"/>
                    <a:pt x="38" y="0"/>
                    <a:pt x="42" y="3"/>
                  </a:cubicBezTo>
                  <a:lnTo>
                    <a:pt x="76" y="27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90"/>
            <p:cNvSpPr/>
            <p:nvPr userDrawn="1"/>
          </p:nvSpPr>
          <p:spPr bwMode="auto">
            <a:xfrm>
              <a:off x="9081557" y="4965491"/>
              <a:ext cx="104298" cy="132897"/>
            </a:xfrm>
            <a:custGeom>
              <a:avLst/>
              <a:gdLst>
                <a:gd name="T0" fmla="*/ 3 w 30"/>
                <a:gd name="T1" fmla="*/ 36 h 38"/>
                <a:gd name="T2" fmla="*/ 2 w 30"/>
                <a:gd name="T3" fmla="*/ 30 h 38"/>
                <a:gd name="T4" fmla="*/ 22 w 30"/>
                <a:gd name="T5" fmla="*/ 2 h 38"/>
                <a:gd name="T6" fmla="*/ 28 w 30"/>
                <a:gd name="T7" fmla="*/ 1 h 38"/>
                <a:gd name="T8" fmla="*/ 28 w 30"/>
                <a:gd name="T9" fmla="*/ 1 h 38"/>
                <a:gd name="T10" fmla="*/ 29 w 30"/>
                <a:gd name="T11" fmla="*/ 7 h 38"/>
                <a:gd name="T12" fmla="*/ 9 w 30"/>
                <a:gd name="T13" fmla="*/ 35 h 38"/>
                <a:gd name="T14" fmla="*/ 3 w 30"/>
                <a:gd name="T15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8">
                  <a:moveTo>
                    <a:pt x="3" y="36"/>
                  </a:moveTo>
                  <a:cubicBezTo>
                    <a:pt x="1" y="35"/>
                    <a:pt x="0" y="32"/>
                    <a:pt x="2" y="3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3" y="0"/>
                    <a:pt x="26" y="0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2"/>
                    <a:pt x="30" y="5"/>
                    <a:pt x="29" y="7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7" y="37"/>
                    <a:pt x="5" y="38"/>
                    <a:pt x="3" y="36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91"/>
            <p:cNvSpPr/>
            <p:nvPr userDrawn="1"/>
          </p:nvSpPr>
          <p:spPr bwMode="auto">
            <a:xfrm>
              <a:off x="9133705" y="5000818"/>
              <a:ext cx="114392" cy="104298"/>
            </a:xfrm>
            <a:custGeom>
              <a:avLst/>
              <a:gdLst>
                <a:gd name="T0" fmla="*/ 22 w 33"/>
                <a:gd name="T1" fmla="*/ 3 h 30"/>
                <a:gd name="T2" fmla="*/ 8 w 33"/>
                <a:gd name="T3" fmla="*/ 3 h 30"/>
                <a:gd name="T4" fmla="*/ 3 w 33"/>
                <a:gd name="T5" fmla="*/ 9 h 30"/>
                <a:gd name="T6" fmla="*/ 8 w 33"/>
                <a:gd name="T7" fmla="*/ 6 h 30"/>
                <a:gd name="T8" fmla="*/ 13 w 33"/>
                <a:gd name="T9" fmla="*/ 7 h 30"/>
                <a:gd name="T10" fmla="*/ 5 w 33"/>
                <a:gd name="T11" fmla="*/ 14 h 30"/>
                <a:gd name="T12" fmla="*/ 0 w 33"/>
                <a:gd name="T13" fmla="*/ 23 h 30"/>
                <a:gd name="T14" fmla="*/ 2 w 33"/>
                <a:gd name="T15" fmla="*/ 24 h 30"/>
                <a:gd name="T16" fmla="*/ 7 w 33"/>
                <a:gd name="T17" fmla="*/ 17 h 30"/>
                <a:gd name="T18" fmla="*/ 10 w 33"/>
                <a:gd name="T19" fmla="*/ 14 h 30"/>
                <a:gd name="T20" fmla="*/ 9 w 33"/>
                <a:gd name="T21" fmla="*/ 21 h 30"/>
                <a:gd name="T22" fmla="*/ 11 w 33"/>
                <a:gd name="T23" fmla="*/ 30 h 30"/>
                <a:gd name="T24" fmla="*/ 12 w 33"/>
                <a:gd name="T25" fmla="*/ 24 h 30"/>
                <a:gd name="T26" fmla="*/ 14 w 33"/>
                <a:gd name="T27" fmla="*/ 18 h 30"/>
                <a:gd name="T28" fmla="*/ 15 w 33"/>
                <a:gd name="T29" fmla="*/ 23 h 30"/>
                <a:gd name="T30" fmla="*/ 18 w 33"/>
                <a:gd name="T31" fmla="*/ 27 h 30"/>
                <a:gd name="T32" fmla="*/ 19 w 33"/>
                <a:gd name="T33" fmla="*/ 25 h 30"/>
                <a:gd name="T34" fmla="*/ 20 w 33"/>
                <a:gd name="T35" fmla="*/ 25 h 30"/>
                <a:gd name="T36" fmla="*/ 20 w 33"/>
                <a:gd name="T37" fmla="*/ 22 h 30"/>
                <a:gd name="T38" fmla="*/ 22 w 33"/>
                <a:gd name="T39" fmla="*/ 18 h 30"/>
                <a:gd name="T40" fmla="*/ 29 w 33"/>
                <a:gd name="T41" fmla="*/ 6 h 30"/>
                <a:gd name="T42" fmla="*/ 33 w 33"/>
                <a:gd name="T43" fmla="*/ 0 h 30"/>
                <a:gd name="T44" fmla="*/ 22 w 33"/>
                <a:gd name="T45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30">
                  <a:moveTo>
                    <a:pt x="22" y="3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4" y="9"/>
                    <a:pt x="8" y="6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5"/>
                    <a:pt x="2" y="24"/>
                  </a:cubicBezTo>
                  <a:cubicBezTo>
                    <a:pt x="4" y="23"/>
                    <a:pt x="7" y="17"/>
                    <a:pt x="7" y="17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0"/>
                    <a:pt x="13" y="29"/>
                    <a:pt x="12" y="24"/>
                  </a:cubicBezTo>
                  <a:cubicBezTo>
                    <a:pt x="11" y="21"/>
                    <a:pt x="14" y="18"/>
                    <a:pt x="14" y="18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7" y="27"/>
                    <a:pt x="18" y="27"/>
                  </a:cubicBezTo>
                  <a:cubicBezTo>
                    <a:pt x="19" y="27"/>
                    <a:pt x="19" y="25"/>
                    <a:pt x="19" y="25"/>
                  </a:cubicBezTo>
                  <a:cubicBezTo>
                    <a:pt x="19" y="25"/>
                    <a:pt x="20" y="26"/>
                    <a:pt x="20" y="25"/>
                  </a:cubicBezTo>
                  <a:cubicBezTo>
                    <a:pt x="21" y="24"/>
                    <a:pt x="20" y="22"/>
                    <a:pt x="20" y="22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31" y="12"/>
                    <a:pt x="29" y="6"/>
                  </a:cubicBezTo>
                  <a:cubicBezTo>
                    <a:pt x="29" y="5"/>
                    <a:pt x="33" y="0"/>
                    <a:pt x="33" y="0"/>
                  </a:cubicBezTo>
                  <a:lnTo>
                    <a:pt x="22" y="3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92"/>
            <p:cNvSpPr/>
            <p:nvPr userDrawn="1"/>
          </p:nvSpPr>
          <p:spPr bwMode="auto">
            <a:xfrm>
              <a:off x="9202677" y="4406990"/>
              <a:ext cx="388596" cy="639247"/>
            </a:xfrm>
            <a:custGeom>
              <a:avLst/>
              <a:gdLst>
                <a:gd name="T0" fmla="*/ 0 w 111"/>
                <a:gd name="T1" fmla="*/ 172 h 183"/>
                <a:gd name="T2" fmla="*/ 61 w 111"/>
                <a:gd name="T3" fmla="*/ 106 h 183"/>
                <a:gd name="T4" fmla="*/ 75 w 111"/>
                <a:gd name="T5" fmla="*/ 23 h 183"/>
                <a:gd name="T6" fmla="*/ 109 w 111"/>
                <a:gd name="T7" fmla="*/ 24 h 183"/>
                <a:gd name="T8" fmla="*/ 84 w 111"/>
                <a:gd name="T9" fmla="*/ 122 h 183"/>
                <a:gd name="T10" fmla="*/ 11 w 111"/>
                <a:gd name="T11" fmla="*/ 183 h 183"/>
                <a:gd name="T12" fmla="*/ 0 w 111"/>
                <a:gd name="T13" fmla="*/ 17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83">
                  <a:moveTo>
                    <a:pt x="0" y="172"/>
                  </a:moveTo>
                  <a:cubicBezTo>
                    <a:pt x="61" y="106"/>
                    <a:pt x="61" y="106"/>
                    <a:pt x="61" y="106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107" y="0"/>
                    <a:pt x="109" y="24"/>
                  </a:cubicBezTo>
                  <a:cubicBezTo>
                    <a:pt x="111" y="48"/>
                    <a:pt x="84" y="122"/>
                    <a:pt x="84" y="122"/>
                  </a:cubicBezTo>
                  <a:cubicBezTo>
                    <a:pt x="11" y="183"/>
                    <a:pt x="11" y="183"/>
                    <a:pt x="11" y="183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93"/>
            <p:cNvSpPr/>
            <p:nvPr userDrawn="1"/>
          </p:nvSpPr>
          <p:spPr bwMode="auto">
            <a:xfrm>
              <a:off x="8807353" y="5175770"/>
              <a:ext cx="119439" cy="100934"/>
            </a:xfrm>
            <a:custGeom>
              <a:avLst/>
              <a:gdLst>
                <a:gd name="T0" fmla="*/ 11 w 34"/>
                <a:gd name="T1" fmla="*/ 2 h 29"/>
                <a:gd name="T2" fmla="*/ 24 w 34"/>
                <a:gd name="T3" fmla="*/ 2 h 29"/>
                <a:gd name="T4" fmla="*/ 30 w 34"/>
                <a:gd name="T5" fmla="*/ 7 h 29"/>
                <a:gd name="T6" fmla="*/ 25 w 34"/>
                <a:gd name="T7" fmla="*/ 5 h 29"/>
                <a:gd name="T8" fmla="*/ 20 w 34"/>
                <a:gd name="T9" fmla="*/ 6 h 29"/>
                <a:gd name="T10" fmla="*/ 28 w 34"/>
                <a:gd name="T11" fmla="*/ 13 h 29"/>
                <a:gd name="T12" fmla="*/ 34 w 34"/>
                <a:gd name="T13" fmla="*/ 21 h 29"/>
                <a:gd name="T14" fmla="*/ 32 w 34"/>
                <a:gd name="T15" fmla="*/ 22 h 29"/>
                <a:gd name="T16" fmla="*/ 27 w 34"/>
                <a:gd name="T17" fmla="*/ 16 h 29"/>
                <a:gd name="T18" fmla="*/ 23 w 34"/>
                <a:gd name="T19" fmla="*/ 13 h 29"/>
                <a:gd name="T20" fmla="*/ 25 w 34"/>
                <a:gd name="T21" fmla="*/ 19 h 29"/>
                <a:gd name="T22" fmla="*/ 24 w 34"/>
                <a:gd name="T23" fmla="*/ 29 h 29"/>
                <a:gd name="T24" fmla="*/ 22 w 34"/>
                <a:gd name="T25" fmla="*/ 23 h 29"/>
                <a:gd name="T26" fmla="*/ 19 w 34"/>
                <a:gd name="T27" fmla="*/ 17 h 29"/>
                <a:gd name="T28" fmla="*/ 19 w 34"/>
                <a:gd name="T29" fmla="*/ 23 h 29"/>
                <a:gd name="T30" fmla="*/ 16 w 34"/>
                <a:gd name="T31" fmla="*/ 26 h 29"/>
                <a:gd name="T32" fmla="*/ 15 w 34"/>
                <a:gd name="T33" fmla="*/ 24 h 29"/>
                <a:gd name="T34" fmla="*/ 14 w 34"/>
                <a:gd name="T35" fmla="*/ 25 h 29"/>
                <a:gd name="T36" fmla="*/ 14 w 34"/>
                <a:gd name="T37" fmla="*/ 21 h 29"/>
                <a:gd name="T38" fmla="*/ 11 w 34"/>
                <a:gd name="T39" fmla="*/ 18 h 29"/>
                <a:gd name="T40" fmla="*/ 4 w 34"/>
                <a:gd name="T41" fmla="*/ 7 h 29"/>
                <a:gd name="T42" fmla="*/ 0 w 34"/>
                <a:gd name="T43" fmla="*/ 0 h 29"/>
                <a:gd name="T44" fmla="*/ 11 w 34"/>
                <a:gd name="T45" fmla="*/ 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29">
                  <a:moveTo>
                    <a:pt x="11" y="2"/>
                  </a:moveTo>
                  <a:cubicBezTo>
                    <a:pt x="24" y="2"/>
                    <a:pt x="24" y="2"/>
                    <a:pt x="24" y="2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29" y="8"/>
                    <a:pt x="25" y="5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1"/>
                    <a:pt x="34" y="23"/>
                    <a:pt x="32" y="22"/>
                  </a:cubicBezTo>
                  <a:cubicBezTo>
                    <a:pt x="30" y="21"/>
                    <a:pt x="27" y="16"/>
                    <a:pt x="27" y="16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1" y="28"/>
                    <a:pt x="22" y="23"/>
                  </a:cubicBezTo>
                  <a:cubicBezTo>
                    <a:pt x="23" y="20"/>
                    <a:pt x="19" y="17"/>
                    <a:pt x="19" y="17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7" y="27"/>
                    <a:pt x="16" y="26"/>
                  </a:cubicBezTo>
                  <a:cubicBezTo>
                    <a:pt x="15" y="26"/>
                    <a:pt x="15" y="24"/>
                    <a:pt x="15" y="24"/>
                  </a:cubicBezTo>
                  <a:cubicBezTo>
                    <a:pt x="15" y="24"/>
                    <a:pt x="15" y="25"/>
                    <a:pt x="14" y="25"/>
                  </a:cubicBezTo>
                  <a:cubicBezTo>
                    <a:pt x="13" y="24"/>
                    <a:pt x="14" y="21"/>
                    <a:pt x="14" y="2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2" y="13"/>
                    <a:pt x="4" y="7"/>
                  </a:cubicBezTo>
                  <a:cubicBezTo>
                    <a:pt x="4" y="5"/>
                    <a:pt x="0" y="0"/>
                    <a:pt x="0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94"/>
            <p:cNvSpPr/>
            <p:nvPr userDrawn="1"/>
          </p:nvSpPr>
          <p:spPr bwMode="auto">
            <a:xfrm>
              <a:off x="7872033" y="5088294"/>
              <a:ext cx="1117001" cy="945413"/>
            </a:xfrm>
            <a:custGeom>
              <a:avLst/>
              <a:gdLst>
                <a:gd name="T0" fmla="*/ 182 w 320"/>
                <a:gd name="T1" fmla="*/ 0 h 271"/>
                <a:gd name="T2" fmla="*/ 229 w 320"/>
                <a:gd name="T3" fmla="*/ 62 h 271"/>
                <a:gd name="T4" fmla="*/ 277 w 320"/>
                <a:gd name="T5" fmla="*/ 220 h 271"/>
                <a:gd name="T6" fmla="*/ 315 w 320"/>
                <a:gd name="T7" fmla="*/ 251 h 271"/>
                <a:gd name="T8" fmla="*/ 248 w 320"/>
                <a:gd name="T9" fmla="*/ 239 h 271"/>
                <a:gd name="T10" fmla="*/ 213 w 320"/>
                <a:gd name="T11" fmla="*/ 105 h 271"/>
                <a:gd name="T12" fmla="*/ 149 w 320"/>
                <a:gd name="T13" fmla="*/ 62 h 271"/>
                <a:gd name="T14" fmla="*/ 110 w 320"/>
                <a:gd name="T15" fmla="*/ 170 h 271"/>
                <a:gd name="T16" fmla="*/ 33 w 320"/>
                <a:gd name="T17" fmla="*/ 236 h 271"/>
                <a:gd name="T18" fmla="*/ 44 w 320"/>
                <a:gd name="T19" fmla="*/ 271 h 271"/>
                <a:gd name="T20" fmla="*/ 0 w 320"/>
                <a:gd name="T21" fmla="*/ 242 h 271"/>
                <a:gd name="T22" fmla="*/ 73 w 320"/>
                <a:gd name="T23" fmla="*/ 158 h 271"/>
                <a:gd name="T24" fmla="*/ 99 w 320"/>
                <a:gd name="T25" fmla="*/ 8 h 271"/>
                <a:gd name="T26" fmla="*/ 182 w 320"/>
                <a:gd name="T2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0" h="271">
                  <a:moveTo>
                    <a:pt x="182" y="0"/>
                  </a:moveTo>
                  <a:cubicBezTo>
                    <a:pt x="182" y="0"/>
                    <a:pt x="203" y="41"/>
                    <a:pt x="229" y="62"/>
                  </a:cubicBezTo>
                  <a:cubicBezTo>
                    <a:pt x="256" y="84"/>
                    <a:pt x="277" y="220"/>
                    <a:pt x="277" y="220"/>
                  </a:cubicBezTo>
                  <a:cubicBezTo>
                    <a:pt x="277" y="220"/>
                    <a:pt x="320" y="233"/>
                    <a:pt x="315" y="251"/>
                  </a:cubicBezTo>
                  <a:cubicBezTo>
                    <a:pt x="315" y="251"/>
                    <a:pt x="293" y="263"/>
                    <a:pt x="248" y="239"/>
                  </a:cubicBezTo>
                  <a:cubicBezTo>
                    <a:pt x="248" y="239"/>
                    <a:pt x="238" y="125"/>
                    <a:pt x="213" y="105"/>
                  </a:cubicBezTo>
                  <a:cubicBezTo>
                    <a:pt x="189" y="84"/>
                    <a:pt x="149" y="62"/>
                    <a:pt x="149" y="62"/>
                  </a:cubicBezTo>
                  <a:cubicBezTo>
                    <a:pt x="110" y="170"/>
                    <a:pt x="110" y="170"/>
                    <a:pt x="110" y="170"/>
                  </a:cubicBezTo>
                  <a:cubicBezTo>
                    <a:pt x="33" y="236"/>
                    <a:pt x="33" y="236"/>
                    <a:pt x="33" y="236"/>
                  </a:cubicBezTo>
                  <a:cubicBezTo>
                    <a:pt x="33" y="236"/>
                    <a:pt x="73" y="263"/>
                    <a:pt x="44" y="271"/>
                  </a:cubicBezTo>
                  <a:cubicBezTo>
                    <a:pt x="44" y="271"/>
                    <a:pt x="3" y="262"/>
                    <a:pt x="0" y="242"/>
                  </a:cubicBezTo>
                  <a:cubicBezTo>
                    <a:pt x="73" y="158"/>
                    <a:pt x="73" y="158"/>
                    <a:pt x="73" y="158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95"/>
            <p:cNvSpPr/>
            <p:nvPr userDrawn="1"/>
          </p:nvSpPr>
          <p:spPr bwMode="auto">
            <a:xfrm>
              <a:off x="8105863" y="4565120"/>
              <a:ext cx="762051" cy="669528"/>
            </a:xfrm>
            <a:custGeom>
              <a:avLst/>
              <a:gdLst>
                <a:gd name="T0" fmla="*/ 17 w 218"/>
                <a:gd name="T1" fmla="*/ 19 h 192"/>
                <a:gd name="T2" fmla="*/ 43 w 218"/>
                <a:gd name="T3" fmla="*/ 5 h 192"/>
                <a:gd name="T4" fmla="*/ 122 w 218"/>
                <a:gd name="T5" fmla="*/ 14 h 192"/>
                <a:gd name="T6" fmla="*/ 169 w 218"/>
                <a:gd name="T7" fmla="*/ 115 h 192"/>
                <a:gd name="T8" fmla="*/ 218 w 218"/>
                <a:gd name="T9" fmla="*/ 177 h 192"/>
                <a:gd name="T10" fmla="*/ 205 w 218"/>
                <a:gd name="T11" fmla="*/ 192 h 192"/>
                <a:gd name="T12" fmla="*/ 146 w 218"/>
                <a:gd name="T13" fmla="*/ 130 h 192"/>
                <a:gd name="T14" fmla="*/ 117 w 218"/>
                <a:gd name="T15" fmla="*/ 67 h 192"/>
                <a:gd name="T16" fmla="*/ 115 w 218"/>
                <a:gd name="T17" fmla="*/ 150 h 192"/>
                <a:gd name="T18" fmla="*/ 32 w 218"/>
                <a:gd name="T19" fmla="*/ 158 h 192"/>
                <a:gd name="T20" fmla="*/ 17 w 218"/>
                <a:gd name="T21" fmla="*/ 19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8" h="192">
                  <a:moveTo>
                    <a:pt x="17" y="19"/>
                  </a:moveTo>
                  <a:cubicBezTo>
                    <a:pt x="17" y="19"/>
                    <a:pt x="26" y="5"/>
                    <a:pt x="43" y="5"/>
                  </a:cubicBezTo>
                  <a:cubicBezTo>
                    <a:pt x="61" y="5"/>
                    <a:pt x="105" y="0"/>
                    <a:pt x="122" y="14"/>
                  </a:cubicBezTo>
                  <a:cubicBezTo>
                    <a:pt x="142" y="31"/>
                    <a:pt x="169" y="115"/>
                    <a:pt x="169" y="115"/>
                  </a:cubicBezTo>
                  <a:cubicBezTo>
                    <a:pt x="218" y="177"/>
                    <a:pt x="218" y="177"/>
                    <a:pt x="218" y="177"/>
                  </a:cubicBezTo>
                  <a:cubicBezTo>
                    <a:pt x="205" y="192"/>
                    <a:pt x="205" y="192"/>
                    <a:pt x="205" y="192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17" y="67"/>
                    <a:pt x="117" y="67"/>
                    <a:pt x="117" y="67"/>
                  </a:cubicBezTo>
                  <a:cubicBezTo>
                    <a:pt x="117" y="67"/>
                    <a:pt x="109" y="108"/>
                    <a:pt x="115" y="150"/>
                  </a:cubicBezTo>
                  <a:cubicBezTo>
                    <a:pt x="115" y="150"/>
                    <a:pt x="69" y="173"/>
                    <a:pt x="32" y="158"/>
                  </a:cubicBezTo>
                  <a:cubicBezTo>
                    <a:pt x="32" y="158"/>
                    <a:pt x="0" y="43"/>
                    <a:pt x="17" y="19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96"/>
            <p:cNvSpPr/>
            <p:nvPr userDrawn="1"/>
          </p:nvSpPr>
          <p:spPr bwMode="auto">
            <a:xfrm>
              <a:off x="8319506" y="4516336"/>
              <a:ext cx="142990" cy="185045"/>
            </a:xfrm>
            <a:custGeom>
              <a:avLst/>
              <a:gdLst>
                <a:gd name="T0" fmla="*/ 35 w 85"/>
                <a:gd name="T1" fmla="*/ 0 h 110"/>
                <a:gd name="T2" fmla="*/ 0 w 85"/>
                <a:gd name="T3" fmla="*/ 52 h 110"/>
                <a:gd name="T4" fmla="*/ 31 w 85"/>
                <a:gd name="T5" fmla="*/ 110 h 110"/>
                <a:gd name="T6" fmla="*/ 85 w 85"/>
                <a:gd name="T7" fmla="*/ 74 h 110"/>
                <a:gd name="T8" fmla="*/ 35 w 85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10">
                  <a:moveTo>
                    <a:pt x="35" y="0"/>
                  </a:moveTo>
                  <a:lnTo>
                    <a:pt x="0" y="52"/>
                  </a:lnTo>
                  <a:lnTo>
                    <a:pt x="31" y="110"/>
                  </a:lnTo>
                  <a:lnTo>
                    <a:pt x="85" y="74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97"/>
            <p:cNvSpPr/>
            <p:nvPr userDrawn="1"/>
          </p:nvSpPr>
          <p:spPr bwMode="auto">
            <a:xfrm>
              <a:off x="8349786" y="4698016"/>
              <a:ext cx="87476" cy="422240"/>
            </a:xfrm>
            <a:custGeom>
              <a:avLst/>
              <a:gdLst>
                <a:gd name="T0" fmla="*/ 0 w 52"/>
                <a:gd name="T1" fmla="*/ 0 h 251"/>
                <a:gd name="T2" fmla="*/ 15 w 52"/>
                <a:gd name="T3" fmla="*/ 35 h 251"/>
                <a:gd name="T4" fmla="*/ 2 w 52"/>
                <a:gd name="T5" fmla="*/ 222 h 251"/>
                <a:gd name="T6" fmla="*/ 29 w 52"/>
                <a:gd name="T7" fmla="*/ 251 h 251"/>
                <a:gd name="T8" fmla="*/ 52 w 52"/>
                <a:gd name="T9" fmla="*/ 209 h 251"/>
                <a:gd name="T10" fmla="*/ 29 w 52"/>
                <a:gd name="T11" fmla="*/ 33 h 251"/>
                <a:gd name="T12" fmla="*/ 38 w 52"/>
                <a:gd name="T13" fmla="*/ 6 h 251"/>
                <a:gd name="T14" fmla="*/ 0 w 52"/>
                <a:gd name="T15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51">
                  <a:moveTo>
                    <a:pt x="0" y="0"/>
                  </a:moveTo>
                  <a:lnTo>
                    <a:pt x="15" y="35"/>
                  </a:lnTo>
                  <a:lnTo>
                    <a:pt x="2" y="222"/>
                  </a:lnTo>
                  <a:lnTo>
                    <a:pt x="29" y="251"/>
                  </a:lnTo>
                  <a:lnTo>
                    <a:pt x="52" y="209"/>
                  </a:lnTo>
                  <a:lnTo>
                    <a:pt x="29" y="33"/>
                  </a:lnTo>
                  <a:lnTo>
                    <a:pt x="3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98"/>
            <p:cNvSpPr/>
            <p:nvPr userDrawn="1"/>
          </p:nvSpPr>
          <p:spPr bwMode="auto">
            <a:xfrm>
              <a:off x="8280815" y="4565120"/>
              <a:ext cx="163177" cy="178316"/>
            </a:xfrm>
            <a:custGeom>
              <a:avLst/>
              <a:gdLst>
                <a:gd name="T0" fmla="*/ 58 w 97"/>
                <a:gd name="T1" fmla="*/ 83 h 106"/>
                <a:gd name="T2" fmla="*/ 33 w 97"/>
                <a:gd name="T3" fmla="*/ 99 h 106"/>
                <a:gd name="T4" fmla="*/ 0 w 97"/>
                <a:gd name="T5" fmla="*/ 8 h 106"/>
                <a:gd name="T6" fmla="*/ 35 w 97"/>
                <a:gd name="T7" fmla="*/ 0 h 106"/>
                <a:gd name="T8" fmla="*/ 58 w 97"/>
                <a:gd name="T9" fmla="*/ 77 h 106"/>
                <a:gd name="T10" fmla="*/ 97 w 97"/>
                <a:gd name="T11" fmla="*/ 35 h 106"/>
                <a:gd name="T12" fmla="*/ 83 w 97"/>
                <a:gd name="T13" fmla="*/ 106 h 106"/>
                <a:gd name="T14" fmla="*/ 58 w 97"/>
                <a:gd name="T15" fmla="*/ 8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" h="106">
                  <a:moveTo>
                    <a:pt x="58" y="83"/>
                  </a:moveTo>
                  <a:lnTo>
                    <a:pt x="33" y="99"/>
                  </a:lnTo>
                  <a:lnTo>
                    <a:pt x="0" y="8"/>
                  </a:lnTo>
                  <a:lnTo>
                    <a:pt x="35" y="0"/>
                  </a:lnTo>
                  <a:lnTo>
                    <a:pt x="58" y="77"/>
                  </a:lnTo>
                  <a:lnTo>
                    <a:pt x="97" y="35"/>
                  </a:lnTo>
                  <a:lnTo>
                    <a:pt x="83" y="106"/>
                  </a:lnTo>
                  <a:lnTo>
                    <a:pt x="58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99"/>
            <p:cNvSpPr/>
            <p:nvPr userDrawn="1"/>
          </p:nvSpPr>
          <p:spPr bwMode="auto">
            <a:xfrm>
              <a:off x="8336328" y="4400261"/>
              <a:ext cx="213644" cy="289344"/>
            </a:xfrm>
            <a:custGeom>
              <a:avLst/>
              <a:gdLst>
                <a:gd name="T0" fmla="*/ 29 w 61"/>
                <a:gd name="T1" fmla="*/ 83 h 83"/>
                <a:gd name="T2" fmla="*/ 2 w 61"/>
                <a:gd name="T3" fmla="*/ 40 h 83"/>
                <a:gd name="T4" fmla="*/ 41 w 61"/>
                <a:gd name="T5" fmla="*/ 11 h 83"/>
                <a:gd name="T6" fmla="*/ 57 w 61"/>
                <a:gd name="T7" fmla="*/ 54 h 83"/>
                <a:gd name="T8" fmla="*/ 29 w 6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83">
                  <a:moveTo>
                    <a:pt x="29" y="83"/>
                  </a:moveTo>
                  <a:cubicBezTo>
                    <a:pt x="18" y="83"/>
                    <a:pt x="0" y="59"/>
                    <a:pt x="2" y="40"/>
                  </a:cubicBezTo>
                  <a:cubicBezTo>
                    <a:pt x="5" y="21"/>
                    <a:pt x="14" y="0"/>
                    <a:pt x="41" y="11"/>
                  </a:cubicBezTo>
                  <a:cubicBezTo>
                    <a:pt x="61" y="18"/>
                    <a:pt x="61" y="42"/>
                    <a:pt x="57" y="54"/>
                  </a:cubicBezTo>
                  <a:cubicBezTo>
                    <a:pt x="54" y="66"/>
                    <a:pt x="43" y="82"/>
                    <a:pt x="29" y="83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100"/>
            <p:cNvSpPr/>
            <p:nvPr userDrawn="1"/>
          </p:nvSpPr>
          <p:spPr bwMode="auto">
            <a:xfrm>
              <a:off x="8322870" y="4406990"/>
              <a:ext cx="237195" cy="206915"/>
            </a:xfrm>
            <a:custGeom>
              <a:avLst/>
              <a:gdLst>
                <a:gd name="T0" fmla="*/ 63 w 68"/>
                <a:gd name="T1" fmla="*/ 35 h 59"/>
                <a:gd name="T2" fmla="*/ 60 w 68"/>
                <a:gd name="T3" fmla="*/ 31 h 59"/>
                <a:gd name="T4" fmla="*/ 21 w 68"/>
                <a:gd name="T5" fmla="*/ 48 h 59"/>
                <a:gd name="T6" fmla="*/ 13 w 68"/>
                <a:gd name="T7" fmla="*/ 41 h 59"/>
                <a:gd name="T8" fmla="*/ 11 w 68"/>
                <a:gd name="T9" fmla="*/ 59 h 59"/>
                <a:gd name="T10" fmla="*/ 5 w 68"/>
                <a:gd name="T11" fmla="*/ 45 h 59"/>
                <a:gd name="T12" fmla="*/ 27 w 68"/>
                <a:gd name="T13" fmla="*/ 3 h 59"/>
                <a:gd name="T14" fmla="*/ 63 w 68"/>
                <a:gd name="T15" fmla="*/ 3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59">
                  <a:moveTo>
                    <a:pt x="63" y="35"/>
                  </a:moveTo>
                  <a:cubicBezTo>
                    <a:pt x="60" y="31"/>
                    <a:pt x="60" y="31"/>
                    <a:pt x="60" y="31"/>
                  </a:cubicBezTo>
                  <a:cubicBezTo>
                    <a:pt x="53" y="53"/>
                    <a:pt x="29" y="27"/>
                    <a:pt x="21" y="48"/>
                  </a:cubicBezTo>
                  <a:cubicBezTo>
                    <a:pt x="21" y="48"/>
                    <a:pt x="17" y="35"/>
                    <a:pt x="13" y="41"/>
                  </a:cubicBezTo>
                  <a:cubicBezTo>
                    <a:pt x="9" y="46"/>
                    <a:pt x="11" y="59"/>
                    <a:pt x="11" y="59"/>
                  </a:cubicBezTo>
                  <a:cubicBezTo>
                    <a:pt x="11" y="59"/>
                    <a:pt x="4" y="52"/>
                    <a:pt x="5" y="45"/>
                  </a:cubicBezTo>
                  <a:cubicBezTo>
                    <a:pt x="6" y="38"/>
                    <a:pt x="0" y="6"/>
                    <a:pt x="27" y="3"/>
                  </a:cubicBezTo>
                  <a:cubicBezTo>
                    <a:pt x="54" y="0"/>
                    <a:pt x="68" y="13"/>
                    <a:pt x="63" y="35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101"/>
            <p:cNvSpPr/>
            <p:nvPr userDrawn="1"/>
          </p:nvSpPr>
          <p:spPr bwMode="auto">
            <a:xfrm>
              <a:off x="8364927" y="5133714"/>
              <a:ext cx="58879" cy="52150"/>
            </a:xfrm>
            <a:custGeom>
              <a:avLst/>
              <a:gdLst>
                <a:gd name="T0" fmla="*/ 0 w 17"/>
                <a:gd name="T1" fmla="*/ 4 h 15"/>
                <a:gd name="T2" fmla="*/ 1 w 17"/>
                <a:gd name="T3" fmla="*/ 11 h 15"/>
                <a:gd name="T4" fmla="*/ 17 w 17"/>
                <a:gd name="T5" fmla="*/ 10 h 15"/>
                <a:gd name="T6" fmla="*/ 16 w 17"/>
                <a:gd name="T7" fmla="*/ 0 h 15"/>
                <a:gd name="T8" fmla="*/ 0 w 17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4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5" y="15"/>
                    <a:pt x="17" y="1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2"/>
                    <a:pt x="0" y="4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102"/>
            <p:cNvSpPr/>
            <p:nvPr userDrawn="1"/>
          </p:nvSpPr>
          <p:spPr bwMode="auto">
            <a:xfrm>
              <a:off x="8255581" y="5182499"/>
              <a:ext cx="639247" cy="359997"/>
            </a:xfrm>
            <a:custGeom>
              <a:avLst/>
              <a:gdLst>
                <a:gd name="T0" fmla="*/ 0 w 380"/>
                <a:gd name="T1" fmla="*/ 31 h 214"/>
                <a:gd name="T2" fmla="*/ 150 w 380"/>
                <a:gd name="T3" fmla="*/ 214 h 214"/>
                <a:gd name="T4" fmla="*/ 380 w 380"/>
                <a:gd name="T5" fmla="*/ 166 h 214"/>
                <a:gd name="T6" fmla="*/ 214 w 380"/>
                <a:gd name="T7" fmla="*/ 0 h 214"/>
                <a:gd name="T8" fmla="*/ 0 w 380"/>
                <a:gd name="T9" fmla="*/ 3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0" h="214">
                  <a:moveTo>
                    <a:pt x="0" y="31"/>
                  </a:moveTo>
                  <a:lnTo>
                    <a:pt x="150" y="214"/>
                  </a:lnTo>
                  <a:lnTo>
                    <a:pt x="380" y="166"/>
                  </a:lnTo>
                  <a:lnTo>
                    <a:pt x="214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103"/>
            <p:cNvSpPr/>
            <p:nvPr userDrawn="1"/>
          </p:nvSpPr>
          <p:spPr bwMode="auto">
            <a:xfrm>
              <a:off x="7954462" y="5234647"/>
              <a:ext cx="553454" cy="750275"/>
            </a:xfrm>
            <a:custGeom>
              <a:avLst/>
              <a:gdLst>
                <a:gd name="T0" fmla="*/ 329 w 329"/>
                <a:gd name="T1" fmla="*/ 183 h 446"/>
                <a:gd name="T2" fmla="*/ 115 w 329"/>
                <a:gd name="T3" fmla="*/ 446 h 446"/>
                <a:gd name="T4" fmla="*/ 0 w 329"/>
                <a:gd name="T5" fmla="*/ 295 h 446"/>
                <a:gd name="T6" fmla="*/ 179 w 329"/>
                <a:gd name="T7" fmla="*/ 0 h 446"/>
                <a:gd name="T8" fmla="*/ 329 w 329"/>
                <a:gd name="T9" fmla="*/ 183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446">
                  <a:moveTo>
                    <a:pt x="329" y="183"/>
                  </a:moveTo>
                  <a:lnTo>
                    <a:pt x="115" y="446"/>
                  </a:lnTo>
                  <a:lnTo>
                    <a:pt x="0" y="295"/>
                  </a:lnTo>
                  <a:lnTo>
                    <a:pt x="179" y="0"/>
                  </a:lnTo>
                  <a:lnTo>
                    <a:pt x="329" y="183"/>
                  </a:lnTo>
                  <a:close/>
                </a:path>
              </a:pathLst>
            </a:custGeom>
            <a:solidFill>
              <a:srgbClr val="D62D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104"/>
            <p:cNvSpPr/>
            <p:nvPr userDrawn="1"/>
          </p:nvSpPr>
          <p:spPr bwMode="auto">
            <a:xfrm>
              <a:off x="8147918" y="5461749"/>
              <a:ext cx="746910" cy="523174"/>
            </a:xfrm>
            <a:custGeom>
              <a:avLst/>
              <a:gdLst>
                <a:gd name="T0" fmla="*/ 0 w 444"/>
                <a:gd name="T1" fmla="*/ 311 h 311"/>
                <a:gd name="T2" fmla="*/ 214 w 444"/>
                <a:gd name="T3" fmla="*/ 276 h 311"/>
                <a:gd name="T4" fmla="*/ 444 w 444"/>
                <a:gd name="T5" fmla="*/ 0 h 311"/>
                <a:gd name="T6" fmla="*/ 214 w 444"/>
                <a:gd name="T7" fmla="*/ 48 h 311"/>
                <a:gd name="T8" fmla="*/ 0 w 444"/>
                <a:gd name="T9" fmla="*/ 311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4" h="311">
                  <a:moveTo>
                    <a:pt x="0" y="311"/>
                  </a:moveTo>
                  <a:lnTo>
                    <a:pt x="214" y="276"/>
                  </a:lnTo>
                  <a:lnTo>
                    <a:pt x="444" y="0"/>
                  </a:lnTo>
                  <a:lnTo>
                    <a:pt x="214" y="48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BE1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105"/>
            <p:cNvSpPr/>
            <p:nvPr userDrawn="1"/>
          </p:nvSpPr>
          <p:spPr bwMode="auto">
            <a:xfrm>
              <a:off x="8507916" y="5461749"/>
              <a:ext cx="719995" cy="311213"/>
            </a:xfrm>
            <a:custGeom>
              <a:avLst/>
              <a:gdLst>
                <a:gd name="T0" fmla="*/ 0 w 428"/>
                <a:gd name="T1" fmla="*/ 48 h 185"/>
                <a:gd name="T2" fmla="*/ 230 w 428"/>
                <a:gd name="T3" fmla="*/ 185 h 185"/>
                <a:gd name="T4" fmla="*/ 428 w 428"/>
                <a:gd name="T5" fmla="*/ 112 h 185"/>
                <a:gd name="T6" fmla="*/ 230 w 428"/>
                <a:gd name="T7" fmla="*/ 0 h 185"/>
                <a:gd name="T8" fmla="*/ 0 w 428"/>
                <a:gd name="T9" fmla="*/ 48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8" h="185">
                  <a:moveTo>
                    <a:pt x="0" y="48"/>
                  </a:moveTo>
                  <a:lnTo>
                    <a:pt x="230" y="185"/>
                  </a:lnTo>
                  <a:lnTo>
                    <a:pt x="428" y="112"/>
                  </a:lnTo>
                  <a:lnTo>
                    <a:pt x="230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106"/>
            <p:cNvSpPr/>
            <p:nvPr userDrawn="1"/>
          </p:nvSpPr>
          <p:spPr bwMode="auto">
            <a:xfrm>
              <a:off x="8894829" y="5542496"/>
              <a:ext cx="385231" cy="230466"/>
            </a:xfrm>
            <a:custGeom>
              <a:avLst/>
              <a:gdLst>
                <a:gd name="T0" fmla="*/ 0 w 110"/>
                <a:gd name="T1" fmla="*/ 66 h 66"/>
                <a:gd name="T2" fmla="*/ 47 w 110"/>
                <a:gd name="T3" fmla="*/ 20 h 66"/>
                <a:gd name="T4" fmla="*/ 95 w 110"/>
                <a:gd name="T5" fmla="*/ 31 h 66"/>
                <a:gd name="T6" fmla="*/ 0 w 110"/>
                <a:gd name="T7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66">
                  <a:moveTo>
                    <a:pt x="0" y="66"/>
                  </a:moveTo>
                  <a:cubicBezTo>
                    <a:pt x="0" y="66"/>
                    <a:pt x="1" y="34"/>
                    <a:pt x="47" y="20"/>
                  </a:cubicBezTo>
                  <a:cubicBezTo>
                    <a:pt x="110" y="0"/>
                    <a:pt x="95" y="31"/>
                    <a:pt x="95" y="31"/>
                  </a:cubicBezTo>
                  <a:lnTo>
                    <a:pt x="0" y="66"/>
                  </a:lnTo>
                  <a:close/>
                </a:path>
              </a:pathLst>
            </a:custGeom>
            <a:solidFill>
              <a:srgbClr val="BE1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107"/>
            <p:cNvSpPr/>
            <p:nvPr userDrawn="1"/>
          </p:nvSpPr>
          <p:spPr bwMode="auto">
            <a:xfrm>
              <a:off x="8615578" y="5105116"/>
              <a:ext cx="356633" cy="356633"/>
            </a:xfrm>
            <a:custGeom>
              <a:avLst/>
              <a:gdLst>
                <a:gd name="T0" fmla="*/ 0 w 212"/>
                <a:gd name="T1" fmla="*/ 46 h 212"/>
                <a:gd name="T2" fmla="*/ 85 w 212"/>
                <a:gd name="T3" fmla="*/ 0 h 212"/>
                <a:gd name="T4" fmla="*/ 212 w 212"/>
                <a:gd name="T5" fmla="*/ 127 h 212"/>
                <a:gd name="T6" fmla="*/ 166 w 212"/>
                <a:gd name="T7" fmla="*/ 212 h 212"/>
                <a:gd name="T8" fmla="*/ 0 w 212"/>
                <a:gd name="T9" fmla="*/ 4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212">
                  <a:moveTo>
                    <a:pt x="0" y="46"/>
                  </a:moveTo>
                  <a:lnTo>
                    <a:pt x="85" y="0"/>
                  </a:lnTo>
                  <a:lnTo>
                    <a:pt x="212" y="127"/>
                  </a:lnTo>
                  <a:lnTo>
                    <a:pt x="166" y="21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108"/>
            <p:cNvSpPr/>
            <p:nvPr userDrawn="1"/>
          </p:nvSpPr>
          <p:spPr bwMode="auto">
            <a:xfrm>
              <a:off x="8147918" y="5207732"/>
              <a:ext cx="359997" cy="334764"/>
            </a:xfrm>
            <a:custGeom>
              <a:avLst/>
              <a:gdLst>
                <a:gd name="T0" fmla="*/ 214 w 214"/>
                <a:gd name="T1" fmla="*/ 199 h 199"/>
                <a:gd name="T2" fmla="*/ 141 w 214"/>
                <a:gd name="T3" fmla="*/ 172 h 199"/>
                <a:gd name="T4" fmla="*/ 0 w 214"/>
                <a:gd name="T5" fmla="*/ 0 h 199"/>
                <a:gd name="T6" fmla="*/ 64 w 214"/>
                <a:gd name="T7" fmla="*/ 16 h 199"/>
                <a:gd name="T8" fmla="*/ 214 w 214"/>
                <a:gd name="T9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199">
                  <a:moveTo>
                    <a:pt x="214" y="199"/>
                  </a:moveTo>
                  <a:lnTo>
                    <a:pt x="141" y="172"/>
                  </a:lnTo>
                  <a:lnTo>
                    <a:pt x="0" y="0"/>
                  </a:lnTo>
                  <a:lnTo>
                    <a:pt x="64" y="16"/>
                  </a:lnTo>
                  <a:lnTo>
                    <a:pt x="214" y="199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109"/>
            <p:cNvSpPr/>
            <p:nvPr userDrawn="1"/>
          </p:nvSpPr>
          <p:spPr bwMode="auto">
            <a:xfrm>
              <a:off x="8423804" y="5182499"/>
              <a:ext cx="471024" cy="359997"/>
            </a:xfrm>
            <a:custGeom>
              <a:avLst/>
              <a:gdLst>
                <a:gd name="T0" fmla="*/ 114 w 280"/>
                <a:gd name="T1" fmla="*/ 0 h 214"/>
                <a:gd name="T2" fmla="*/ 0 w 280"/>
                <a:gd name="T3" fmla="*/ 151 h 214"/>
                <a:gd name="T4" fmla="*/ 50 w 280"/>
                <a:gd name="T5" fmla="*/ 214 h 214"/>
                <a:gd name="T6" fmla="*/ 280 w 280"/>
                <a:gd name="T7" fmla="*/ 166 h 214"/>
                <a:gd name="T8" fmla="*/ 114 w 280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214">
                  <a:moveTo>
                    <a:pt x="114" y="0"/>
                  </a:moveTo>
                  <a:lnTo>
                    <a:pt x="0" y="151"/>
                  </a:lnTo>
                  <a:lnTo>
                    <a:pt x="50" y="214"/>
                  </a:lnTo>
                  <a:lnTo>
                    <a:pt x="280" y="166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6D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110"/>
            <p:cNvSpPr/>
            <p:nvPr userDrawn="1"/>
          </p:nvSpPr>
          <p:spPr bwMode="auto">
            <a:xfrm>
              <a:off x="8206797" y="5248105"/>
              <a:ext cx="100934" cy="116074"/>
            </a:xfrm>
            <a:custGeom>
              <a:avLst/>
              <a:gdLst>
                <a:gd name="T0" fmla="*/ 10 w 29"/>
                <a:gd name="T1" fmla="*/ 4 h 33"/>
                <a:gd name="T2" fmla="*/ 23 w 29"/>
                <a:gd name="T3" fmla="*/ 7 h 33"/>
                <a:gd name="T4" fmla="*/ 28 w 29"/>
                <a:gd name="T5" fmla="*/ 13 h 33"/>
                <a:gd name="T6" fmla="*/ 23 w 29"/>
                <a:gd name="T7" fmla="*/ 10 h 33"/>
                <a:gd name="T8" fmla="*/ 18 w 29"/>
                <a:gd name="T9" fmla="*/ 10 h 33"/>
                <a:gd name="T10" fmla="*/ 25 w 29"/>
                <a:gd name="T11" fmla="*/ 18 h 33"/>
                <a:gd name="T12" fmla="*/ 29 w 29"/>
                <a:gd name="T13" fmla="*/ 28 h 33"/>
                <a:gd name="T14" fmla="*/ 27 w 29"/>
                <a:gd name="T15" fmla="*/ 28 h 33"/>
                <a:gd name="T16" fmla="*/ 23 w 29"/>
                <a:gd name="T17" fmla="*/ 21 h 33"/>
                <a:gd name="T18" fmla="*/ 20 w 29"/>
                <a:gd name="T19" fmla="*/ 18 h 33"/>
                <a:gd name="T20" fmla="*/ 21 w 29"/>
                <a:gd name="T21" fmla="*/ 24 h 33"/>
                <a:gd name="T22" fmla="*/ 18 w 29"/>
                <a:gd name="T23" fmla="*/ 33 h 33"/>
                <a:gd name="T24" fmla="*/ 17 w 29"/>
                <a:gd name="T25" fmla="*/ 27 h 33"/>
                <a:gd name="T26" fmla="*/ 16 w 29"/>
                <a:gd name="T27" fmla="*/ 21 h 33"/>
                <a:gd name="T28" fmla="*/ 14 w 29"/>
                <a:gd name="T29" fmla="*/ 26 h 33"/>
                <a:gd name="T30" fmla="*/ 10 w 29"/>
                <a:gd name="T31" fmla="*/ 29 h 33"/>
                <a:gd name="T32" fmla="*/ 10 w 29"/>
                <a:gd name="T33" fmla="*/ 27 h 33"/>
                <a:gd name="T34" fmla="*/ 9 w 29"/>
                <a:gd name="T35" fmla="*/ 27 h 33"/>
                <a:gd name="T36" fmla="*/ 9 w 29"/>
                <a:gd name="T37" fmla="*/ 24 h 33"/>
                <a:gd name="T38" fmla="*/ 8 w 29"/>
                <a:gd name="T39" fmla="*/ 19 h 33"/>
                <a:gd name="T40" fmla="*/ 2 w 29"/>
                <a:gd name="T41" fmla="*/ 7 h 33"/>
                <a:gd name="T42" fmla="*/ 0 w 29"/>
                <a:gd name="T43" fmla="*/ 0 h 33"/>
                <a:gd name="T44" fmla="*/ 10 w 29"/>
                <a:gd name="T45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" h="33">
                  <a:moveTo>
                    <a:pt x="10" y="4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4"/>
                    <a:pt x="23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8"/>
                    <a:pt x="28" y="30"/>
                    <a:pt x="27" y="28"/>
                  </a:cubicBezTo>
                  <a:cubicBezTo>
                    <a:pt x="25" y="27"/>
                    <a:pt x="23" y="21"/>
                    <a:pt x="23" y="21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5" y="32"/>
                    <a:pt x="17" y="27"/>
                  </a:cubicBezTo>
                  <a:cubicBezTo>
                    <a:pt x="18" y="24"/>
                    <a:pt x="16" y="21"/>
                    <a:pt x="16" y="21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2" y="30"/>
                    <a:pt x="10" y="29"/>
                  </a:cubicBezTo>
                  <a:cubicBezTo>
                    <a:pt x="9" y="29"/>
                    <a:pt x="10" y="27"/>
                    <a:pt x="10" y="27"/>
                  </a:cubicBezTo>
                  <a:cubicBezTo>
                    <a:pt x="10" y="27"/>
                    <a:pt x="9" y="28"/>
                    <a:pt x="9" y="27"/>
                  </a:cubicBezTo>
                  <a:cubicBezTo>
                    <a:pt x="8" y="26"/>
                    <a:pt x="9" y="24"/>
                    <a:pt x="9" y="24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0" y="13"/>
                    <a:pt x="2" y="7"/>
                  </a:cubicBezTo>
                  <a:cubicBezTo>
                    <a:pt x="3" y="5"/>
                    <a:pt x="0" y="0"/>
                    <a:pt x="0" y="0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111"/>
            <p:cNvSpPr/>
            <p:nvPr userDrawn="1"/>
          </p:nvSpPr>
          <p:spPr bwMode="auto">
            <a:xfrm>
              <a:off x="8126050" y="4533158"/>
              <a:ext cx="151401" cy="743546"/>
            </a:xfrm>
            <a:custGeom>
              <a:avLst/>
              <a:gdLst>
                <a:gd name="T0" fmla="*/ 42 w 43"/>
                <a:gd name="T1" fmla="*/ 41 h 213"/>
                <a:gd name="T2" fmla="*/ 30 w 43"/>
                <a:gd name="T3" fmla="*/ 121 h 213"/>
                <a:gd name="T4" fmla="*/ 37 w 43"/>
                <a:gd name="T5" fmla="*/ 208 h 213"/>
                <a:gd name="T6" fmla="*/ 22 w 43"/>
                <a:gd name="T7" fmla="*/ 213 h 213"/>
                <a:gd name="T8" fmla="*/ 0 w 43"/>
                <a:gd name="T9" fmla="*/ 126 h 213"/>
                <a:gd name="T10" fmla="*/ 6 w 43"/>
                <a:gd name="T11" fmla="*/ 37 h 213"/>
                <a:gd name="T12" fmla="*/ 42 w 43"/>
                <a:gd name="T13" fmla="*/ 41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213">
                  <a:moveTo>
                    <a:pt x="42" y="41"/>
                  </a:moveTo>
                  <a:cubicBezTo>
                    <a:pt x="43" y="57"/>
                    <a:pt x="30" y="121"/>
                    <a:pt x="30" y="121"/>
                  </a:cubicBezTo>
                  <a:cubicBezTo>
                    <a:pt x="37" y="208"/>
                    <a:pt x="37" y="208"/>
                    <a:pt x="37" y="208"/>
                  </a:cubicBezTo>
                  <a:cubicBezTo>
                    <a:pt x="22" y="213"/>
                    <a:pt x="22" y="213"/>
                    <a:pt x="22" y="213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6"/>
                    <a:pt x="2" y="58"/>
                    <a:pt x="6" y="37"/>
                  </a:cubicBezTo>
                  <a:cubicBezTo>
                    <a:pt x="8" y="27"/>
                    <a:pt x="40" y="0"/>
                    <a:pt x="42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112"/>
            <p:cNvSpPr/>
            <p:nvPr userDrawn="1"/>
          </p:nvSpPr>
          <p:spPr bwMode="auto">
            <a:xfrm>
              <a:off x="10191829" y="4127740"/>
              <a:ext cx="80747" cy="223737"/>
            </a:xfrm>
            <a:custGeom>
              <a:avLst/>
              <a:gdLst>
                <a:gd name="T0" fmla="*/ 10 w 23"/>
                <a:gd name="T1" fmla="*/ 50 h 64"/>
                <a:gd name="T2" fmla="*/ 2 w 23"/>
                <a:gd name="T3" fmla="*/ 43 h 64"/>
                <a:gd name="T4" fmla="*/ 8 w 23"/>
                <a:gd name="T5" fmla="*/ 0 h 64"/>
                <a:gd name="T6" fmla="*/ 15 w 23"/>
                <a:gd name="T7" fmla="*/ 17 h 64"/>
                <a:gd name="T8" fmla="*/ 16 w 23"/>
                <a:gd name="T9" fmla="*/ 39 h 64"/>
                <a:gd name="T10" fmla="*/ 23 w 23"/>
                <a:gd name="T11" fmla="*/ 64 h 64"/>
                <a:gd name="T12" fmla="*/ 10 w 23"/>
                <a:gd name="T13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4">
                  <a:moveTo>
                    <a:pt x="10" y="50"/>
                  </a:moveTo>
                  <a:cubicBezTo>
                    <a:pt x="10" y="50"/>
                    <a:pt x="3" y="46"/>
                    <a:pt x="2" y="43"/>
                  </a:cubicBezTo>
                  <a:cubicBezTo>
                    <a:pt x="0" y="33"/>
                    <a:pt x="8" y="0"/>
                    <a:pt x="8" y="0"/>
                  </a:cubicBezTo>
                  <a:cubicBezTo>
                    <a:pt x="8" y="0"/>
                    <a:pt x="11" y="13"/>
                    <a:pt x="15" y="17"/>
                  </a:cubicBezTo>
                  <a:cubicBezTo>
                    <a:pt x="19" y="22"/>
                    <a:pt x="14" y="35"/>
                    <a:pt x="16" y="39"/>
                  </a:cubicBezTo>
                  <a:cubicBezTo>
                    <a:pt x="19" y="43"/>
                    <a:pt x="23" y="64"/>
                    <a:pt x="23" y="64"/>
                  </a:cubicBezTo>
                  <a:lnTo>
                    <a:pt x="10" y="50"/>
                  </a:ln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113"/>
            <p:cNvSpPr/>
            <p:nvPr userDrawn="1"/>
          </p:nvSpPr>
          <p:spPr bwMode="auto">
            <a:xfrm>
              <a:off x="9818374" y="4082320"/>
              <a:ext cx="255699" cy="269157"/>
            </a:xfrm>
            <a:custGeom>
              <a:avLst/>
              <a:gdLst>
                <a:gd name="T0" fmla="*/ 5 w 73"/>
                <a:gd name="T1" fmla="*/ 37 h 77"/>
                <a:gd name="T2" fmla="*/ 32 w 73"/>
                <a:gd name="T3" fmla="*/ 60 h 77"/>
                <a:gd name="T4" fmla="*/ 36 w 73"/>
                <a:gd name="T5" fmla="*/ 77 h 77"/>
                <a:gd name="T6" fmla="*/ 60 w 73"/>
                <a:gd name="T7" fmla="*/ 72 h 77"/>
                <a:gd name="T8" fmla="*/ 72 w 73"/>
                <a:gd name="T9" fmla="*/ 34 h 77"/>
                <a:gd name="T10" fmla="*/ 73 w 73"/>
                <a:gd name="T11" fmla="*/ 28 h 77"/>
                <a:gd name="T12" fmla="*/ 32 w 73"/>
                <a:gd name="T13" fmla="*/ 0 h 77"/>
                <a:gd name="T14" fmla="*/ 27 w 73"/>
                <a:gd name="T15" fmla="*/ 0 h 77"/>
                <a:gd name="T16" fmla="*/ 5 w 73"/>
                <a:gd name="T17" fmla="*/ 3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77">
                  <a:moveTo>
                    <a:pt x="5" y="37"/>
                  </a:moveTo>
                  <a:cubicBezTo>
                    <a:pt x="10" y="53"/>
                    <a:pt x="26" y="55"/>
                    <a:pt x="32" y="60"/>
                  </a:cubicBezTo>
                  <a:cubicBezTo>
                    <a:pt x="38" y="66"/>
                    <a:pt x="36" y="77"/>
                    <a:pt x="36" y="77"/>
                  </a:cubicBezTo>
                  <a:cubicBezTo>
                    <a:pt x="36" y="77"/>
                    <a:pt x="63" y="77"/>
                    <a:pt x="60" y="72"/>
                  </a:cubicBezTo>
                  <a:cubicBezTo>
                    <a:pt x="58" y="68"/>
                    <a:pt x="69" y="46"/>
                    <a:pt x="72" y="34"/>
                  </a:cubicBezTo>
                  <a:cubicBezTo>
                    <a:pt x="73" y="31"/>
                    <a:pt x="73" y="29"/>
                    <a:pt x="73" y="28"/>
                  </a:cubicBezTo>
                  <a:cubicBezTo>
                    <a:pt x="71" y="19"/>
                    <a:pt x="49" y="1"/>
                    <a:pt x="32" y="0"/>
                  </a:cubicBezTo>
                  <a:cubicBezTo>
                    <a:pt x="30" y="0"/>
                    <a:pt x="28" y="0"/>
                    <a:pt x="27" y="0"/>
                  </a:cubicBezTo>
                  <a:cubicBezTo>
                    <a:pt x="10" y="3"/>
                    <a:pt x="0" y="20"/>
                    <a:pt x="5" y="3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114"/>
            <p:cNvSpPr/>
            <p:nvPr userDrawn="1"/>
          </p:nvSpPr>
          <p:spPr bwMode="auto">
            <a:xfrm>
              <a:off x="9786411" y="4065498"/>
              <a:ext cx="168223" cy="247288"/>
            </a:xfrm>
            <a:custGeom>
              <a:avLst/>
              <a:gdLst>
                <a:gd name="T0" fmla="*/ 47 w 48"/>
                <a:gd name="T1" fmla="*/ 6 h 71"/>
                <a:gd name="T2" fmla="*/ 27 w 48"/>
                <a:gd name="T3" fmla="*/ 5 h 71"/>
                <a:gd name="T4" fmla="*/ 13 w 48"/>
                <a:gd name="T5" fmla="*/ 56 h 71"/>
                <a:gd name="T6" fmla="*/ 41 w 48"/>
                <a:gd name="T7" fmla="*/ 69 h 71"/>
                <a:gd name="T8" fmla="*/ 41 w 48"/>
                <a:gd name="T9" fmla="*/ 48 h 71"/>
                <a:gd name="T10" fmla="*/ 41 w 48"/>
                <a:gd name="T11" fmla="*/ 32 h 71"/>
                <a:gd name="T12" fmla="*/ 47 w 48"/>
                <a:gd name="T13" fmla="*/ 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71">
                  <a:moveTo>
                    <a:pt x="47" y="6"/>
                  </a:moveTo>
                  <a:cubicBezTo>
                    <a:pt x="47" y="6"/>
                    <a:pt x="39" y="0"/>
                    <a:pt x="27" y="5"/>
                  </a:cubicBezTo>
                  <a:cubicBezTo>
                    <a:pt x="7" y="13"/>
                    <a:pt x="0" y="36"/>
                    <a:pt x="13" y="56"/>
                  </a:cubicBezTo>
                  <a:cubicBezTo>
                    <a:pt x="22" y="71"/>
                    <a:pt x="41" y="69"/>
                    <a:pt x="41" y="69"/>
                  </a:cubicBezTo>
                  <a:cubicBezTo>
                    <a:pt x="48" y="64"/>
                    <a:pt x="48" y="58"/>
                    <a:pt x="41" y="48"/>
                  </a:cubicBezTo>
                  <a:cubicBezTo>
                    <a:pt x="34" y="37"/>
                    <a:pt x="41" y="32"/>
                    <a:pt x="41" y="32"/>
                  </a:cubicBezTo>
                  <a:cubicBezTo>
                    <a:pt x="41" y="32"/>
                    <a:pt x="22" y="18"/>
                    <a:pt x="47" y="6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115"/>
            <p:cNvSpPr/>
            <p:nvPr userDrawn="1"/>
          </p:nvSpPr>
          <p:spPr bwMode="auto">
            <a:xfrm>
              <a:off x="9789775" y="4279141"/>
              <a:ext cx="640930" cy="571958"/>
            </a:xfrm>
            <a:custGeom>
              <a:avLst/>
              <a:gdLst>
                <a:gd name="T0" fmla="*/ 134 w 183"/>
                <a:gd name="T1" fmla="*/ 0 h 164"/>
                <a:gd name="T2" fmla="*/ 171 w 183"/>
                <a:gd name="T3" fmla="*/ 73 h 164"/>
                <a:gd name="T4" fmla="*/ 119 w 183"/>
                <a:gd name="T5" fmla="*/ 59 h 164"/>
                <a:gd name="T6" fmla="*/ 136 w 183"/>
                <a:gd name="T7" fmla="*/ 160 h 164"/>
                <a:gd name="T8" fmla="*/ 66 w 183"/>
                <a:gd name="T9" fmla="*/ 164 h 164"/>
                <a:gd name="T10" fmla="*/ 44 w 183"/>
                <a:gd name="T11" fmla="*/ 91 h 164"/>
                <a:gd name="T12" fmla="*/ 30 w 183"/>
                <a:gd name="T13" fmla="*/ 19 h 164"/>
                <a:gd name="T14" fmla="*/ 95 w 183"/>
                <a:gd name="T15" fmla="*/ 19 h 164"/>
                <a:gd name="T16" fmla="*/ 136 w 183"/>
                <a:gd name="T17" fmla="*/ 40 h 164"/>
                <a:gd name="T18" fmla="*/ 123 w 183"/>
                <a:gd name="T19" fmla="*/ 8 h 164"/>
                <a:gd name="T20" fmla="*/ 134 w 183"/>
                <a:gd name="T2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" h="164">
                  <a:moveTo>
                    <a:pt x="134" y="0"/>
                  </a:moveTo>
                  <a:cubicBezTo>
                    <a:pt x="134" y="0"/>
                    <a:pt x="183" y="58"/>
                    <a:pt x="171" y="73"/>
                  </a:cubicBezTo>
                  <a:cubicBezTo>
                    <a:pt x="163" y="84"/>
                    <a:pt x="119" y="59"/>
                    <a:pt x="119" y="59"/>
                  </a:cubicBezTo>
                  <a:cubicBezTo>
                    <a:pt x="119" y="59"/>
                    <a:pt x="137" y="104"/>
                    <a:pt x="136" y="160"/>
                  </a:cubicBezTo>
                  <a:cubicBezTo>
                    <a:pt x="66" y="164"/>
                    <a:pt x="66" y="164"/>
                    <a:pt x="66" y="164"/>
                  </a:cubicBezTo>
                  <a:cubicBezTo>
                    <a:pt x="66" y="164"/>
                    <a:pt x="66" y="121"/>
                    <a:pt x="44" y="91"/>
                  </a:cubicBezTo>
                  <a:cubicBezTo>
                    <a:pt x="24" y="64"/>
                    <a:pt x="0" y="21"/>
                    <a:pt x="30" y="19"/>
                  </a:cubicBezTo>
                  <a:cubicBezTo>
                    <a:pt x="61" y="16"/>
                    <a:pt x="79" y="14"/>
                    <a:pt x="95" y="19"/>
                  </a:cubicBezTo>
                  <a:cubicBezTo>
                    <a:pt x="106" y="22"/>
                    <a:pt x="136" y="40"/>
                    <a:pt x="136" y="40"/>
                  </a:cubicBezTo>
                  <a:cubicBezTo>
                    <a:pt x="123" y="8"/>
                    <a:pt x="123" y="8"/>
                    <a:pt x="123" y="8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116"/>
            <p:cNvSpPr/>
            <p:nvPr userDrawn="1"/>
          </p:nvSpPr>
          <p:spPr bwMode="auto">
            <a:xfrm>
              <a:off x="9846971" y="4082320"/>
              <a:ext cx="227102" cy="174952"/>
            </a:xfrm>
            <a:custGeom>
              <a:avLst/>
              <a:gdLst>
                <a:gd name="T0" fmla="*/ 19 w 65"/>
                <a:gd name="T1" fmla="*/ 30 h 50"/>
                <a:gd name="T2" fmla="*/ 18 w 65"/>
                <a:gd name="T3" fmla="*/ 47 h 50"/>
                <a:gd name="T4" fmla="*/ 30 w 65"/>
                <a:gd name="T5" fmla="*/ 39 h 50"/>
                <a:gd name="T6" fmla="*/ 64 w 65"/>
                <a:gd name="T7" fmla="*/ 34 h 50"/>
                <a:gd name="T8" fmla="*/ 65 w 65"/>
                <a:gd name="T9" fmla="*/ 28 h 50"/>
                <a:gd name="T10" fmla="*/ 24 w 65"/>
                <a:gd name="T11" fmla="*/ 0 h 50"/>
                <a:gd name="T12" fmla="*/ 8 w 65"/>
                <a:gd name="T13" fmla="*/ 13 h 50"/>
                <a:gd name="T14" fmla="*/ 19 w 65"/>
                <a:gd name="T15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0">
                  <a:moveTo>
                    <a:pt x="19" y="30"/>
                  </a:moveTo>
                  <a:cubicBezTo>
                    <a:pt x="11" y="31"/>
                    <a:pt x="0" y="43"/>
                    <a:pt x="18" y="47"/>
                  </a:cubicBezTo>
                  <a:cubicBezTo>
                    <a:pt x="31" y="50"/>
                    <a:pt x="30" y="39"/>
                    <a:pt x="30" y="39"/>
                  </a:cubicBezTo>
                  <a:cubicBezTo>
                    <a:pt x="43" y="49"/>
                    <a:pt x="55" y="39"/>
                    <a:pt x="64" y="34"/>
                  </a:cubicBezTo>
                  <a:cubicBezTo>
                    <a:pt x="65" y="31"/>
                    <a:pt x="65" y="29"/>
                    <a:pt x="65" y="28"/>
                  </a:cubicBezTo>
                  <a:cubicBezTo>
                    <a:pt x="63" y="19"/>
                    <a:pt x="41" y="1"/>
                    <a:pt x="24" y="0"/>
                  </a:cubicBezTo>
                  <a:cubicBezTo>
                    <a:pt x="9" y="4"/>
                    <a:pt x="8" y="13"/>
                    <a:pt x="8" y="13"/>
                  </a:cubicBezTo>
                  <a:cubicBezTo>
                    <a:pt x="18" y="17"/>
                    <a:pt x="19" y="30"/>
                    <a:pt x="19" y="30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Freeform 117"/>
            <p:cNvSpPr/>
            <p:nvPr userDrawn="1"/>
          </p:nvSpPr>
          <p:spPr bwMode="auto">
            <a:xfrm>
              <a:off x="10020241" y="4321197"/>
              <a:ext cx="196821" cy="380184"/>
            </a:xfrm>
            <a:custGeom>
              <a:avLst/>
              <a:gdLst>
                <a:gd name="T0" fmla="*/ 0 w 56"/>
                <a:gd name="T1" fmla="*/ 7 h 109"/>
                <a:gd name="T2" fmla="*/ 2 w 56"/>
                <a:gd name="T3" fmla="*/ 0 h 109"/>
                <a:gd name="T4" fmla="*/ 12 w 56"/>
                <a:gd name="T5" fmla="*/ 7 h 109"/>
                <a:gd name="T6" fmla="*/ 15 w 56"/>
                <a:gd name="T7" fmla="*/ 17 h 109"/>
                <a:gd name="T8" fmla="*/ 56 w 56"/>
                <a:gd name="T9" fmla="*/ 94 h 109"/>
                <a:gd name="T10" fmla="*/ 50 w 56"/>
                <a:gd name="T11" fmla="*/ 109 h 109"/>
                <a:gd name="T12" fmla="*/ 39 w 56"/>
                <a:gd name="T13" fmla="*/ 99 h 109"/>
                <a:gd name="T14" fmla="*/ 10 w 56"/>
                <a:gd name="T15" fmla="*/ 18 h 109"/>
                <a:gd name="T16" fmla="*/ 0 w 56"/>
                <a:gd name="T17" fmla="*/ 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09">
                  <a:moveTo>
                    <a:pt x="0" y="7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34" y="42"/>
                    <a:pt x="56" y="94"/>
                    <a:pt x="56" y="94"/>
                  </a:cubicBezTo>
                  <a:cubicBezTo>
                    <a:pt x="50" y="109"/>
                    <a:pt x="50" y="109"/>
                    <a:pt x="50" y="109"/>
                  </a:cubicBezTo>
                  <a:cubicBezTo>
                    <a:pt x="39" y="99"/>
                    <a:pt x="39" y="99"/>
                    <a:pt x="39" y="99"/>
                  </a:cubicBezTo>
                  <a:cubicBezTo>
                    <a:pt x="40" y="74"/>
                    <a:pt x="10" y="18"/>
                    <a:pt x="10" y="18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118"/>
            <p:cNvSpPr/>
            <p:nvPr userDrawn="1"/>
          </p:nvSpPr>
          <p:spPr bwMode="auto">
            <a:xfrm>
              <a:off x="9929401" y="4306056"/>
              <a:ext cx="158130" cy="67289"/>
            </a:xfrm>
            <a:custGeom>
              <a:avLst/>
              <a:gdLst>
                <a:gd name="T0" fmla="*/ 41 w 45"/>
                <a:gd name="T1" fmla="*/ 10 h 19"/>
                <a:gd name="T2" fmla="*/ 45 w 45"/>
                <a:gd name="T3" fmla="*/ 18 h 19"/>
                <a:gd name="T4" fmla="*/ 31 w 45"/>
                <a:gd name="T5" fmla="*/ 9 h 19"/>
                <a:gd name="T6" fmla="*/ 24 w 45"/>
                <a:gd name="T7" fmla="*/ 18 h 19"/>
                <a:gd name="T8" fmla="*/ 0 w 45"/>
                <a:gd name="T9" fmla="*/ 10 h 19"/>
                <a:gd name="T10" fmla="*/ 2 w 45"/>
                <a:gd name="T11" fmla="*/ 0 h 19"/>
                <a:gd name="T12" fmla="*/ 28 w 45"/>
                <a:gd name="T13" fmla="*/ 4 h 19"/>
                <a:gd name="T14" fmla="*/ 29 w 45"/>
                <a:gd name="T15" fmla="*/ 2 h 19"/>
                <a:gd name="T16" fmla="*/ 41 w 45"/>
                <a:gd name="T17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9">
                  <a:moveTo>
                    <a:pt x="41" y="10"/>
                  </a:moveTo>
                  <a:cubicBezTo>
                    <a:pt x="45" y="18"/>
                    <a:pt x="45" y="18"/>
                    <a:pt x="45" y="1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9"/>
                    <a:pt x="27" y="17"/>
                    <a:pt x="24" y="18"/>
                  </a:cubicBezTo>
                  <a:cubicBezTo>
                    <a:pt x="22" y="19"/>
                    <a:pt x="0" y="10"/>
                    <a:pt x="0" y="1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9" y="2"/>
                    <a:pt x="29" y="2"/>
                    <a:pt x="29" y="2"/>
                  </a:cubicBezTo>
                  <a:lnTo>
                    <a:pt x="41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119"/>
            <p:cNvSpPr/>
            <p:nvPr userDrawn="1"/>
          </p:nvSpPr>
          <p:spPr bwMode="auto">
            <a:xfrm>
              <a:off x="10080801" y="4270730"/>
              <a:ext cx="104298" cy="99252"/>
            </a:xfrm>
            <a:custGeom>
              <a:avLst/>
              <a:gdLst>
                <a:gd name="T0" fmla="*/ 19 w 30"/>
                <a:gd name="T1" fmla="*/ 26 h 28"/>
                <a:gd name="T2" fmla="*/ 30 w 30"/>
                <a:gd name="T3" fmla="*/ 10 h 28"/>
                <a:gd name="T4" fmla="*/ 5 w 30"/>
                <a:gd name="T5" fmla="*/ 6 h 28"/>
                <a:gd name="T6" fmla="*/ 3 w 30"/>
                <a:gd name="T7" fmla="*/ 2 h 28"/>
                <a:gd name="T8" fmla="*/ 1 w 30"/>
                <a:gd name="T9" fmla="*/ 11 h 28"/>
                <a:gd name="T10" fmla="*/ 7 w 30"/>
                <a:gd name="T11" fmla="*/ 19 h 28"/>
                <a:gd name="T12" fmla="*/ 19 w 30"/>
                <a:gd name="T13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8">
                  <a:moveTo>
                    <a:pt x="19" y="26"/>
                  </a:moveTo>
                  <a:cubicBezTo>
                    <a:pt x="23" y="17"/>
                    <a:pt x="30" y="22"/>
                    <a:pt x="30" y="10"/>
                  </a:cubicBezTo>
                  <a:cubicBezTo>
                    <a:pt x="30" y="5"/>
                    <a:pt x="5" y="6"/>
                    <a:pt x="5" y="6"/>
                  </a:cubicBezTo>
                  <a:cubicBezTo>
                    <a:pt x="5" y="6"/>
                    <a:pt x="9" y="0"/>
                    <a:pt x="3" y="2"/>
                  </a:cubicBezTo>
                  <a:cubicBezTo>
                    <a:pt x="0" y="3"/>
                    <a:pt x="0" y="9"/>
                    <a:pt x="1" y="11"/>
                  </a:cubicBezTo>
                  <a:cubicBezTo>
                    <a:pt x="3" y="16"/>
                    <a:pt x="8" y="17"/>
                    <a:pt x="7" y="19"/>
                  </a:cubicBezTo>
                  <a:cubicBezTo>
                    <a:pt x="6" y="28"/>
                    <a:pt x="19" y="26"/>
                    <a:pt x="19" y="2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120"/>
            <p:cNvSpPr/>
            <p:nvPr userDrawn="1"/>
          </p:nvSpPr>
          <p:spPr bwMode="auto">
            <a:xfrm>
              <a:off x="9818374" y="4334655"/>
              <a:ext cx="339811" cy="328035"/>
            </a:xfrm>
            <a:custGeom>
              <a:avLst/>
              <a:gdLst>
                <a:gd name="T0" fmla="*/ 82 w 97"/>
                <a:gd name="T1" fmla="*/ 1 h 94"/>
                <a:gd name="T2" fmla="*/ 97 w 97"/>
                <a:gd name="T3" fmla="*/ 4 h 94"/>
                <a:gd name="T4" fmla="*/ 69 w 97"/>
                <a:gd name="T5" fmla="*/ 89 h 94"/>
                <a:gd name="T6" fmla="*/ 5 w 97"/>
                <a:gd name="T7" fmla="*/ 15 h 94"/>
                <a:gd name="T8" fmla="*/ 21 w 97"/>
                <a:gd name="T9" fmla="*/ 1 h 94"/>
                <a:gd name="T10" fmla="*/ 64 w 97"/>
                <a:gd name="T11" fmla="*/ 56 h 94"/>
                <a:gd name="T12" fmla="*/ 82 w 97"/>
                <a:gd name="T13" fmla="*/ 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94">
                  <a:moveTo>
                    <a:pt x="82" y="1"/>
                  </a:move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1" y="85"/>
                    <a:pt x="69" y="89"/>
                  </a:cubicBezTo>
                  <a:cubicBezTo>
                    <a:pt x="45" y="94"/>
                    <a:pt x="0" y="39"/>
                    <a:pt x="5" y="15"/>
                  </a:cubicBezTo>
                  <a:cubicBezTo>
                    <a:pt x="6" y="10"/>
                    <a:pt x="16" y="0"/>
                    <a:pt x="21" y="1"/>
                  </a:cubicBezTo>
                  <a:cubicBezTo>
                    <a:pt x="37" y="2"/>
                    <a:pt x="64" y="56"/>
                    <a:pt x="64" y="56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Freeform 121"/>
            <p:cNvSpPr/>
            <p:nvPr userDrawn="1"/>
          </p:nvSpPr>
          <p:spPr bwMode="auto">
            <a:xfrm>
              <a:off x="9863793" y="4809044"/>
              <a:ext cx="499623" cy="1224664"/>
            </a:xfrm>
            <a:custGeom>
              <a:avLst/>
              <a:gdLst>
                <a:gd name="T0" fmla="*/ 45 w 143"/>
                <a:gd name="T1" fmla="*/ 12 h 351"/>
                <a:gd name="T2" fmla="*/ 34 w 143"/>
                <a:gd name="T3" fmla="*/ 173 h 351"/>
                <a:gd name="T4" fmla="*/ 0 w 143"/>
                <a:gd name="T5" fmla="*/ 314 h 351"/>
                <a:gd name="T6" fmla="*/ 42 w 143"/>
                <a:gd name="T7" fmla="*/ 340 h 351"/>
                <a:gd name="T8" fmla="*/ 22 w 143"/>
                <a:gd name="T9" fmla="*/ 306 h 351"/>
                <a:gd name="T10" fmla="*/ 65 w 143"/>
                <a:gd name="T11" fmla="*/ 176 h 351"/>
                <a:gd name="T12" fmla="*/ 89 w 143"/>
                <a:gd name="T13" fmla="*/ 73 h 351"/>
                <a:gd name="T14" fmla="*/ 107 w 143"/>
                <a:gd name="T15" fmla="*/ 185 h 351"/>
                <a:gd name="T16" fmla="*/ 92 w 143"/>
                <a:gd name="T17" fmla="*/ 319 h 351"/>
                <a:gd name="T18" fmla="*/ 141 w 143"/>
                <a:gd name="T19" fmla="*/ 341 h 351"/>
                <a:gd name="T20" fmla="*/ 117 w 143"/>
                <a:gd name="T21" fmla="*/ 312 h 351"/>
                <a:gd name="T22" fmla="*/ 136 w 143"/>
                <a:gd name="T23" fmla="*/ 174 h 351"/>
                <a:gd name="T24" fmla="*/ 115 w 143"/>
                <a:gd name="T25" fmla="*/ 8 h 351"/>
                <a:gd name="T26" fmla="*/ 45 w 143"/>
                <a:gd name="T27" fmla="*/ 1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3" h="351">
                  <a:moveTo>
                    <a:pt x="45" y="12"/>
                  </a:moveTo>
                  <a:cubicBezTo>
                    <a:pt x="45" y="12"/>
                    <a:pt x="43" y="133"/>
                    <a:pt x="34" y="173"/>
                  </a:cubicBezTo>
                  <a:cubicBezTo>
                    <a:pt x="27" y="202"/>
                    <a:pt x="0" y="314"/>
                    <a:pt x="0" y="314"/>
                  </a:cubicBezTo>
                  <a:cubicBezTo>
                    <a:pt x="0" y="314"/>
                    <a:pt x="13" y="347"/>
                    <a:pt x="42" y="340"/>
                  </a:cubicBezTo>
                  <a:cubicBezTo>
                    <a:pt x="42" y="340"/>
                    <a:pt x="45" y="324"/>
                    <a:pt x="22" y="306"/>
                  </a:cubicBezTo>
                  <a:cubicBezTo>
                    <a:pt x="22" y="306"/>
                    <a:pt x="57" y="202"/>
                    <a:pt x="65" y="176"/>
                  </a:cubicBezTo>
                  <a:cubicBezTo>
                    <a:pt x="77" y="136"/>
                    <a:pt x="83" y="73"/>
                    <a:pt x="89" y="73"/>
                  </a:cubicBezTo>
                  <a:cubicBezTo>
                    <a:pt x="95" y="73"/>
                    <a:pt x="108" y="170"/>
                    <a:pt x="107" y="185"/>
                  </a:cubicBezTo>
                  <a:cubicBezTo>
                    <a:pt x="102" y="239"/>
                    <a:pt x="101" y="287"/>
                    <a:pt x="92" y="319"/>
                  </a:cubicBezTo>
                  <a:cubicBezTo>
                    <a:pt x="92" y="319"/>
                    <a:pt x="124" y="351"/>
                    <a:pt x="141" y="341"/>
                  </a:cubicBezTo>
                  <a:cubicBezTo>
                    <a:pt x="141" y="341"/>
                    <a:pt x="143" y="332"/>
                    <a:pt x="117" y="312"/>
                  </a:cubicBezTo>
                  <a:cubicBezTo>
                    <a:pt x="117" y="312"/>
                    <a:pt x="134" y="198"/>
                    <a:pt x="136" y="174"/>
                  </a:cubicBezTo>
                  <a:cubicBezTo>
                    <a:pt x="141" y="130"/>
                    <a:pt x="117" y="40"/>
                    <a:pt x="115" y="8"/>
                  </a:cubicBezTo>
                  <a:cubicBezTo>
                    <a:pt x="115" y="8"/>
                    <a:pt x="93" y="0"/>
                    <a:pt x="45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Freeform 122"/>
            <p:cNvSpPr/>
            <p:nvPr userDrawn="1"/>
          </p:nvSpPr>
          <p:spPr bwMode="auto">
            <a:xfrm>
              <a:off x="10158184" y="4834277"/>
              <a:ext cx="58879" cy="37009"/>
            </a:xfrm>
            <a:custGeom>
              <a:avLst/>
              <a:gdLst>
                <a:gd name="T0" fmla="*/ 17 w 17"/>
                <a:gd name="T1" fmla="*/ 11 h 11"/>
                <a:gd name="T2" fmla="*/ 0 w 17"/>
                <a:gd name="T3" fmla="*/ 11 h 11"/>
                <a:gd name="T4" fmla="*/ 0 w 17"/>
                <a:gd name="T5" fmla="*/ 3 h 11"/>
                <a:gd name="T6" fmla="*/ 17 w 17"/>
                <a:gd name="T7" fmla="*/ 1 h 11"/>
                <a:gd name="T8" fmla="*/ 17 w 1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11"/>
                  </a:moveTo>
                  <a:cubicBezTo>
                    <a:pt x="17" y="11"/>
                    <a:pt x="12" y="7"/>
                    <a:pt x="0" y="1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7" y="0"/>
                    <a:pt x="17" y="1"/>
                  </a:cubicBezTo>
                  <a:lnTo>
                    <a:pt x="17" y="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Freeform 123"/>
            <p:cNvSpPr/>
            <p:nvPr userDrawn="1"/>
          </p:nvSpPr>
          <p:spPr bwMode="auto">
            <a:xfrm>
              <a:off x="11377800" y="4181571"/>
              <a:ext cx="68972" cy="79065"/>
            </a:xfrm>
            <a:custGeom>
              <a:avLst/>
              <a:gdLst>
                <a:gd name="T0" fmla="*/ 20 w 20"/>
                <a:gd name="T1" fmla="*/ 13 h 23"/>
                <a:gd name="T2" fmla="*/ 14 w 20"/>
                <a:gd name="T3" fmla="*/ 9 h 23"/>
                <a:gd name="T4" fmla="*/ 0 w 20"/>
                <a:gd name="T5" fmla="*/ 0 h 23"/>
                <a:gd name="T6" fmla="*/ 2 w 20"/>
                <a:gd name="T7" fmla="*/ 17 h 23"/>
                <a:gd name="T8" fmla="*/ 17 w 20"/>
                <a:gd name="T9" fmla="*/ 23 h 23"/>
                <a:gd name="T10" fmla="*/ 20 w 20"/>
                <a:gd name="T11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3">
                  <a:moveTo>
                    <a:pt x="20" y="13"/>
                  </a:moveTo>
                  <a:cubicBezTo>
                    <a:pt x="20" y="13"/>
                    <a:pt x="18" y="13"/>
                    <a:pt x="14" y="9"/>
                  </a:cubicBezTo>
                  <a:cubicBezTo>
                    <a:pt x="10" y="5"/>
                    <a:pt x="0" y="0"/>
                    <a:pt x="0" y="0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16" y="23"/>
                    <a:pt x="17" y="23"/>
                  </a:cubicBezTo>
                  <a:cubicBezTo>
                    <a:pt x="18" y="23"/>
                    <a:pt x="20" y="13"/>
                    <a:pt x="20" y="13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Freeform 124"/>
            <p:cNvSpPr/>
            <p:nvPr userDrawn="1"/>
          </p:nvSpPr>
          <p:spPr bwMode="auto">
            <a:xfrm>
              <a:off x="11248269" y="4218580"/>
              <a:ext cx="482801" cy="862985"/>
            </a:xfrm>
            <a:custGeom>
              <a:avLst/>
              <a:gdLst>
                <a:gd name="T0" fmla="*/ 22 w 138"/>
                <a:gd name="T1" fmla="*/ 122 h 247"/>
                <a:gd name="T2" fmla="*/ 35 w 138"/>
                <a:gd name="T3" fmla="*/ 88 h 247"/>
                <a:gd name="T4" fmla="*/ 47 w 138"/>
                <a:gd name="T5" fmla="*/ 87 h 247"/>
                <a:gd name="T6" fmla="*/ 79 w 138"/>
                <a:gd name="T7" fmla="*/ 96 h 247"/>
                <a:gd name="T8" fmla="*/ 84 w 138"/>
                <a:gd name="T9" fmla="*/ 90 h 247"/>
                <a:gd name="T10" fmla="*/ 107 w 138"/>
                <a:gd name="T11" fmla="*/ 49 h 247"/>
                <a:gd name="T12" fmla="*/ 48 w 138"/>
                <a:gd name="T13" fmla="*/ 10 h 247"/>
                <a:gd name="T14" fmla="*/ 54 w 138"/>
                <a:gd name="T15" fmla="*/ 0 h 247"/>
                <a:gd name="T16" fmla="*/ 129 w 138"/>
                <a:gd name="T17" fmla="*/ 40 h 247"/>
                <a:gd name="T18" fmla="*/ 107 w 138"/>
                <a:gd name="T19" fmla="*/ 133 h 247"/>
                <a:gd name="T20" fmla="*/ 98 w 138"/>
                <a:gd name="T21" fmla="*/ 231 h 247"/>
                <a:gd name="T22" fmla="*/ 29 w 138"/>
                <a:gd name="T23" fmla="*/ 247 h 247"/>
                <a:gd name="T24" fmla="*/ 22 w 138"/>
                <a:gd name="T25" fmla="*/ 12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247">
                  <a:moveTo>
                    <a:pt x="22" y="122"/>
                  </a:moveTo>
                  <a:cubicBezTo>
                    <a:pt x="22" y="122"/>
                    <a:pt x="27" y="88"/>
                    <a:pt x="35" y="88"/>
                  </a:cubicBezTo>
                  <a:cubicBezTo>
                    <a:pt x="38" y="88"/>
                    <a:pt x="42" y="86"/>
                    <a:pt x="47" y="87"/>
                  </a:cubicBezTo>
                  <a:cubicBezTo>
                    <a:pt x="58" y="89"/>
                    <a:pt x="71" y="96"/>
                    <a:pt x="79" y="96"/>
                  </a:cubicBezTo>
                  <a:cubicBezTo>
                    <a:pt x="83" y="96"/>
                    <a:pt x="84" y="90"/>
                    <a:pt x="84" y="90"/>
                  </a:cubicBezTo>
                  <a:cubicBezTo>
                    <a:pt x="84" y="90"/>
                    <a:pt x="111" y="62"/>
                    <a:pt x="107" y="49"/>
                  </a:cubicBezTo>
                  <a:cubicBezTo>
                    <a:pt x="106" y="47"/>
                    <a:pt x="48" y="10"/>
                    <a:pt x="48" y="1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120" y="19"/>
                    <a:pt x="129" y="40"/>
                  </a:cubicBezTo>
                  <a:cubicBezTo>
                    <a:pt x="138" y="62"/>
                    <a:pt x="107" y="133"/>
                    <a:pt x="107" y="133"/>
                  </a:cubicBezTo>
                  <a:cubicBezTo>
                    <a:pt x="98" y="150"/>
                    <a:pt x="91" y="186"/>
                    <a:pt x="98" y="23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9" y="247"/>
                    <a:pt x="0" y="193"/>
                    <a:pt x="22" y="122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Freeform 125"/>
            <p:cNvSpPr/>
            <p:nvPr userDrawn="1"/>
          </p:nvSpPr>
          <p:spPr bwMode="auto">
            <a:xfrm>
              <a:off x="11345839" y="5007547"/>
              <a:ext cx="790648" cy="1009338"/>
            </a:xfrm>
            <a:custGeom>
              <a:avLst/>
              <a:gdLst>
                <a:gd name="T0" fmla="*/ 1 w 226"/>
                <a:gd name="T1" fmla="*/ 21 h 289"/>
                <a:gd name="T2" fmla="*/ 60 w 226"/>
                <a:gd name="T3" fmla="*/ 145 h 289"/>
                <a:gd name="T4" fmla="*/ 0 w 226"/>
                <a:gd name="T5" fmla="*/ 262 h 289"/>
                <a:gd name="T6" fmla="*/ 63 w 226"/>
                <a:gd name="T7" fmla="*/ 278 h 289"/>
                <a:gd name="T8" fmla="*/ 28 w 226"/>
                <a:gd name="T9" fmla="*/ 250 h 289"/>
                <a:gd name="T10" fmla="*/ 103 w 226"/>
                <a:gd name="T11" fmla="*/ 146 h 289"/>
                <a:gd name="T12" fmla="*/ 65 w 226"/>
                <a:gd name="T13" fmla="*/ 62 h 289"/>
                <a:gd name="T14" fmla="*/ 143 w 226"/>
                <a:gd name="T15" fmla="*/ 116 h 289"/>
                <a:gd name="T16" fmla="*/ 159 w 226"/>
                <a:gd name="T17" fmla="*/ 262 h 289"/>
                <a:gd name="T18" fmla="*/ 226 w 226"/>
                <a:gd name="T19" fmla="*/ 262 h 289"/>
                <a:gd name="T20" fmla="*/ 177 w 226"/>
                <a:gd name="T21" fmla="*/ 244 h 289"/>
                <a:gd name="T22" fmla="*/ 177 w 226"/>
                <a:gd name="T23" fmla="*/ 107 h 289"/>
                <a:gd name="T24" fmla="*/ 70 w 226"/>
                <a:gd name="T25" fmla="*/ 5 h 289"/>
                <a:gd name="T26" fmla="*/ 1 w 226"/>
                <a:gd name="T27" fmla="*/ 21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89">
                  <a:moveTo>
                    <a:pt x="1" y="21"/>
                  </a:moveTo>
                  <a:cubicBezTo>
                    <a:pt x="60" y="145"/>
                    <a:pt x="60" y="145"/>
                    <a:pt x="60" y="145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33" y="289"/>
                    <a:pt x="63" y="278"/>
                  </a:cubicBezTo>
                  <a:cubicBezTo>
                    <a:pt x="63" y="278"/>
                    <a:pt x="59" y="262"/>
                    <a:pt x="28" y="250"/>
                  </a:cubicBezTo>
                  <a:cubicBezTo>
                    <a:pt x="28" y="250"/>
                    <a:pt x="99" y="166"/>
                    <a:pt x="103" y="146"/>
                  </a:cubicBezTo>
                  <a:cubicBezTo>
                    <a:pt x="106" y="128"/>
                    <a:pt x="65" y="62"/>
                    <a:pt x="65" y="62"/>
                  </a:cubicBezTo>
                  <a:cubicBezTo>
                    <a:pt x="143" y="116"/>
                    <a:pt x="143" y="116"/>
                    <a:pt x="143" y="116"/>
                  </a:cubicBezTo>
                  <a:cubicBezTo>
                    <a:pt x="159" y="262"/>
                    <a:pt x="159" y="262"/>
                    <a:pt x="159" y="262"/>
                  </a:cubicBezTo>
                  <a:cubicBezTo>
                    <a:pt x="159" y="262"/>
                    <a:pt x="203" y="278"/>
                    <a:pt x="226" y="262"/>
                  </a:cubicBezTo>
                  <a:cubicBezTo>
                    <a:pt x="226" y="262"/>
                    <a:pt x="207" y="251"/>
                    <a:pt x="177" y="244"/>
                  </a:cubicBezTo>
                  <a:cubicBezTo>
                    <a:pt x="177" y="244"/>
                    <a:pt x="181" y="160"/>
                    <a:pt x="177" y="107"/>
                  </a:cubicBezTo>
                  <a:cubicBezTo>
                    <a:pt x="175" y="82"/>
                    <a:pt x="89" y="35"/>
                    <a:pt x="70" y="5"/>
                  </a:cubicBezTo>
                  <a:cubicBezTo>
                    <a:pt x="70" y="5"/>
                    <a:pt x="44" y="0"/>
                    <a:pt x="1" y="2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Freeform 126"/>
            <p:cNvSpPr/>
            <p:nvPr userDrawn="1"/>
          </p:nvSpPr>
          <p:spPr bwMode="auto">
            <a:xfrm>
              <a:off x="11507333" y="5026051"/>
              <a:ext cx="68972" cy="37009"/>
            </a:xfrm>
            <a:custGeom>
              <a:avLst/>
              <a:gdLst>
                <a:gd name="T0" fmla="*/ 20 w 20"/>
                <a:gd name="T1" fmla="*/ 9 h 11"/>
                <a:gd name="T2" fmla="*/ 3 w 20"/>
                <a:gd name="T3" fmla="*/ 11 h 11"/>
                <a:gd name="T4" fmla="*/ 0 w 20"/>
                <a:gd name="T5" fmla="*/ 3 h 11"/>
                <a:gd name="T6" fmla="*/ 17 w 20"/>
                <a:gd name="T7" fmla="*/ 1 h 11"/>
                <a:gd name="T8" fmla="*/ 20 w 20"/>
                <a:gd name="T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1">
                  <a:moveTo>
                    <a:pt x="20" y="9"/>
                  </a:moveTo>
                  <a:cubicBezTo>
                    <a:pt x="20" y="9"/>
                    <a:pt x="12" y="7"/>
                    <a:pt x="3" y="1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0" y="0"/>
                    <a:pt x="17" y="1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Freeform 127"/>
            <p:cNvSpPr/>
            <p:nvPr userDrawn="1"/>
          </p:nvSpPr>
          <p:spPr bwMode="auto">
            <a:xfrm>
              <a:off x="11423221" y="4267366"/>
              <a:ext cx="191774" cy="301120"/>
            </a:xfrm>
            <a:custGeom>
              <a:avLst/>
              <a:gdLst>
                <a:gd name="T0" fmla="*/ 1 w 55"/>
                <a:gd name="T1" fmla="*/ 76 h 86"/>
                <a:gd name="T2" fmla="*/ 13 w 55"/>
                <a:gd name="T3" fmla="*/ 86 h 86"/>
                <a:gd name="T4" fmla="*/ 38 w 55"/>
                <a:gd name="T5" fmla="*/ 84 h 86"/>
                <a:gd name="T6" fmla="*/ 36 w 55"/>
                <a:gd name="T7" fmla="*/ 71 h 86"/>
                <a:gd name="T8" fmla="*/ 54 w 55"/>
                <a:gd name="T9" fmla="*/ 42 h 86"/>
                <a:gd name="T10" fmla="*/ 31 w 55"/>
                <a:gd name="T11" fmla="*/ 3 h 86"/>
                <a:gd name="T12" fmla="*/ 1 w 55"/>
                <a:gd name="T13" fmla="*/ 29 h 86"/>
                <a:gd name="T14" fmla="*/ 5 w 55"/>
                <a:gd name="T15" fmla="*/ 53 h 86"/>
                <a:gd name="T16" fmla="*/ 1 w 55"/>
                <a:gd name="T17" fmla="*/ 7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86">
                  <a:moveTo>
                    <a:pt x="1" y="76"/>
                  </a:moveTo>
                  <a:cubicBezTo>
                    <a:pt x="13" y="86"/>
                    <a:pt x="13" y="86"/>
                    <a:pt x="13" y="86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8" y="84"/>
                    <a:pt x="30" y="77"/>
                    <a:pt x="36" y="71"/>
                  </a:cubicBezTo>
                  <a:cubicBezTo>
                    <a:pt x="36" y="71"/>
                    <a:pt x="52" y="72"/>
                    <a:pt x="54" y="42"/>
                  </a:cubicBezTo>
                  <a:cubicBezTo>
                    <a:pt x="55" y="21"/>
                    <a:pt x="53" y="6"/>
                    <a:pt x="31" y="3"/>
                  </a:cubicBezTo>
                  <a:cubicBezTo>
                    <a:pt x="15" y="0"/>
                    <a:pt x="3" y="10"/>
                    <a:pt x="1" y="29"/>
                  </a:cubicBezTo>
                  <a:cubicBezTo>
                    <a:pt x="0" y="42"/>
                    <a:pt x="3" y="49"/>
                    <a:pt x="5" y="53"/>
                  </a:cubicBezTo>
                  <a:cubicBezTo>
                    <a:pt x="9" y="60"/>
                    <a:pt x="12" y="63"/>
                    <a:pt x="1" y="7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Freeform 128"/>
            <p:cNvSpPr/>
            <p:nvPr userDrawn="1"/>
          </p:nvSpPr>
          <p:spPr bwMode="auto">
            <a:xfrm>
              <a:off x="11426586" y="4438953"/>
              <a:ext cx="129532" cy="159812"/>
            </a:xfrm>
            <a:custGeom>
              <a:avLst/>
              <a:gdLst>
                <a:gd name="T0" fmla="*/ 0 w 37"/>
                <a:gd name="T1" fmla="*/ 27 h 46"/>
                <a:gd name="T2" fmla="*/ 17 w 37"/>
                <a:gd name="T3" fmla="*/ 46 h 46"/>
                <a:gd name="T4" fmla="*/ 37 w 37"/>
                <a:gd name="T5" fmla="*/ 35 h 46"/>
                <a:gd name="T6" fmla="*/ 35 w 37"/>
                <a:gd name="T7" fmla="*/ 22 h 46"/>
                <a:gd name="T8" fmla="*/ 11 w 37"/>
                <a:gd name="T9" fmla="*/ 1 h 46"/>
                <a:gd name="T10" fmla="*/ 4 w 37"/>
                <a:gd name="T11" fmla="*/ 4 h 46"/>
                <a:gd name="T12" fmla="*/ 0 w 37"/>
                <a:gd name="T13" fmla="*/ 2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46">
                  <a:moveTo>
                    <a:pt x="0" y="27"/>
                  </a:moveTo>
                  <a:cubicBezTo>
                    <a:pt x="17" y="46"/>
                    <a:pt x="17" y="46"/>
                    <a:pt x="17" y="46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29" y="28"/>
                    <a:pt x="35" y="22"/>
                  </a:cubicBezTo>
                  <a:cubicBezTo>
                    <a:pt x="25" y="19"/>
                    <a:pt x="14" y="14"/>
                    <a:pt x="11" y="1"/>
                  </a:cubicBezTo>
                  <a:cubicBezTo>
                    <a:pt x="11" y="0"/>
                    <a:pt x="7" y="3"/>
                    <a:pt x="4" y="4"/>
                  </a:cubicBezTo>
                  <a:cubicBezTo>
                    <a:pt x="8" y="11"/>
                    <a:pt x="11" y="14"/>
                    <a:pt x="0" y="2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Freeform 129"/>
            <p:cNvSpPr/>
            <p:nvPr userDrawn="1"/>
          </p:nvSpPr>
          <p:spPr bwMode="auto">
            <a:xfrm>
              <a:off x="11401352" y="4253908"/>
              <a:ext cx="230466" cy="210279"/>
            </a:xfrm>
            <a:custGeom>
              <a:avLst/>
              <a:gdLst>
                <a:gd name="T0" fmla="*/ 37 w 66"/>
                <a:gd name="T1" fmla="*/ 20 h 60"/>
                <a:gd name="T2" fmla="*/ 28 w 66"/>
                <a:gd name="T3" fmla="*/ 31 h 60"/>
                <a:gd name="T4" fmla="*/ 19 w 66"/>
                <a:gd name="T5" fmla="*/ 41 h 60"/>
                <a:gd name="T6" fmla="*/ 13 w 66"/>
                <a:gd name="T7" fmla="*/ 34 h 60"/>
                <a:gd name="T8" fmla="*/ 17 w 66"/>
                <a:gd name="T9" fmla="*/ 52 h 60"/>
                <a:gd name="T10" fmla="*/ 13 w 66"/>
                <a:gd name="T11" fmla="*/ 60 h 60"/>
                <a:gd name="T12" fmla="*/ 6 w 66"/>
                <a:gd name="T13" fmla="*/ 55 h 60"/>
                <a:gd name="T14" fmla="*/ 12 w 66"/>
                <a:gd name="T15" fmla="*/ 10 h 60"/>
                <a:gd name="T16" fmla="*/ 22 w 66"/>
                <a:gd name="T17" fmla="*/ 8 h 60"/>
                <a:gd name="T18" fmla="*/ 36 w 66"/>
                <a:gd name="T19" fmla="*/ 1 h 60"/>
                <a:gd name="T20" fmla="*/ 65 w 66"/>
                <a:gd name="T21" fmla="*/ 24 h 60"/>
                <a:gd name="T22" fmla="*/ 60 w 66"/>
                <a:gd name="T23" fmla="*/ 41 h 60"/>
                <a:gd name="T24" fmla="*/ 55 w 66"/>
                <a:gd name="T25" fmla="*/ 32 h 60"/>
                <a:gd name="T26" fmla="*/ 37 w 66"/>
                <a:gd name="T27" fmla="*/ 2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60">
                  <a:moveTo>
                    <a:pt x="37" y="20"/>
                  </a:moveTo>
                  <a:cubicBezTo>
                    <a:pt x="37" y="19"/>
                    <a:pt x="34" y="30"/>
                    <a:pt x="28" y="31"/>
                  </a:cubicBezTo>
                  <a:cubicBezTo>
                    <a:pt x="22" y="32"/>
                    <a:pt x="19" y="41"/>
                    <a:pt x="19" y="41"/>
                  </a:cubicBezTo>
                  <a:cubicBezTo>
                    <a:pt x="19" y="41"/>
                    <a:pt x="18" y="31"/>
                    <a:pt x="13" y="34"/>
                  </a:cubicBezTo>
                  <a:cubicBezTo>
                    <a:pt x="7" y="37"/>
                    <a:pt x="11" y="57"/>
                    <a:pt x="17" y="52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60"/>
                    <a:pt x="7" y="58"/>
                    <a:pt x="6" y="55"/>
                  </a:cubicBezTo>
                  <a:cubicBezTo>
                    <a:pt x="5" y="52"/>
                    <a:pt x="0" y="17"/>
                    <a:pt x="12" y="10"/>
                  </a:cubicBezTo>
                  <a:cubicBezTo>
                    <a:pt x="24" y="3"/>
                    <a:pt x="22" y="8"/>
                    <a:pt x="22" y="8"/>
                  </a:cubicBezTo>
                  <a:cubicBezTo>
                    <a:pt x="22" y="8"/>
                    <a:pt x="24" y="0"/>
                    <a:pt x="36" y="1"/>
                  </a:cubicBezTo>
                  <a:cubicBezTo>
                    <a:pt x="48" y="1"/>
                    <a:pt x="64" y="18"/>
                    <a:pt x="65" y="24"/>
                  </a:cubicBezTo>
                  <a:cubicBezTo>
                    <a:pt x="66" y="30"/>
                    <a:pt x="60" y="41"/>
                    <a:pt x="60" y="41"/>
                  </a:cubicBezTo>
                  <a:cubicBezTo>
                    <a:pt x="60" y="41"/>
                    <a:pt x="60" y="35"/>
                    <a:pt x="55" y="32"/>
                  </a:cubicBezTo>
                  <a:cubicBezTo>
                    <a:pt x="50" y="29"/>
                    <a:pt x="40" y="26"/>
                    <a:pt x="37" y="2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Freeform 130"/>
            <p:cNvSpPr/>
            <p:nvPr userDrawn="1"/>
          </p:nvSpPr>
          <p:spPr bwMode="auto">
            <a:xfrm>
              <a:off x="11482099" y="4558391"/>
              <a:ext cx="74018" cy="397006"/>
            </a:xfrm>
            <a:custGeom>
              <a:avLst/>
              <a:gdLst>
                <a:gd name="T0" fmla="*/ 5 w 21"/>
                <a:gd name="T1" fmla="*/ 4 h 114"/>
                <a:gd name="T2" fmla="*/ 10 w 21"/>
                <a:gd name="T3" fmla="*/ 17 h 114"/>
                <a:gd name="T4" fmla="*/ 8 w 21"/>
                <a:gd name="T5" fmla="*/ 105 h 114"/>
                <a:gd name="T6" fmla="*/ 17 w 21"/>
                <a:gd name="T7" fmla="*/ 114 h 114"/>
                <a:gd name="T8" fmla="*/ 21 w 21"/>
                <a:gd name="T9" fmla="*/ 101 h 114"/>
                <a:gd name="T10" fmla="*/ 15 w 21"/>
                <a:gd name="T11" fmla="*/ 16 h 114"/>
                <a:gd name="T12" fmla="*/ 19 w 21"/>
                <a:gd name="T13" fmla="*/ 5 h 114"/>
                <a:gd name="T14" fmla="*/ 13 w 21"/>
                <a:gd name="T15" fmla="*/ 0 h 114"/>
                <a:gd name="T16" fmla="*/ 5 w 21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14">
                  <a:moveTo>
                    <a:pt x="5" y="4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0" y="82"/>
                    <a:pt x="8" y="10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13" y="86"/>
                    <a:pt x="15" y="16"/>
                    <a:pt x="15" y="1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5" y="4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Freeform 131"/>
            <p:cNvSpPr/>
            <p:nvPr userDrawn="1"/>
          </p:nvSpPr>
          <p:spPr bwMode="auto">
            <a:xfrm>
              <a:off x="11411445" y="4497831"/>
              <a:ext cx="161494" cy="112710"/>
            </a:xfrm>
            <a:custGeom>
              <a:avLst/>
              <a:gdLst>
                <a:gd name="T0" fmla="*/ 77 w 96"/>
                <a:gd name="T1" fmla="*/ 21 h 67"/>
                <a:gd name="T2" fmla="*/ 67 w 96"/>
                <a:gd name="T3" fmla="*/ 29 h 67"/>
                <a:gd name="T4" fmla="*/ 23 w 96"/>
                <a:gd name="T5" fmla="*/ 0 h 67"/>
                <a:gd name="T6" fmla="*/ 0 w 96"/>
                <a:gd name="T7" fmla="*/ 15 h 67"/>
                <a:gd name="T8" fmla="*/ 34 w 96"/>
                <a:gd name="T9" fmla="*/ 67 h 67"/>
                <a:gd name="T10" fmla="*/ 67 w 96"/>
                <a:gd name="T11" fmla="*/ 42 h 67"/>
                <a:gd name="T12" fmla="*/ 86 w 96"/>
                <a:gd name="T13" fmla="*/ 63 h 67"/>
                <a:gd name="T14" fmla="*/ 96 w 96"/>
                <a:gd name="T15" fmla="*/ 40 h 67"/>
                <a:gd name="T16" fmla="*/ 77 w 96"/>
                <a:gd name="T17" fmla="*/ 2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" h="67">
                  <a:moveTo>
                    <a:pt x="77" y="21"/>
                  </a:moveTo>
                  <a:lnTo>
                    <a:pt x="67" y="29"/>
                  </a:lnTo>
                  <a:lnTo>
                    <a:pt x="23" y="0"/>
                  </a:lnTo>
                  <a:lnTo>
                    <a:pt x="0" y="15"/>
                  </a:lnTo>
                  <a:lnTo>
                    <a:pt x="34" y="67"/>
                  </a:lnTo>
                  <a:lnTo>
                    <a:pt x="67" y="42"/>
                  </a:lnTo>
                  <a:lnTo>
                    <a:pt x="86" y="63"/>
                  </a:lnTo>
                  <a:lnTo>
                    <a:pt x="96" y="40"/>
                  </a:lnTo>
                  <a:lnTo>
                    <a:pt x="77" y="2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132"/>
            <p:cNvSpPr/>
            <p:nvPr userDrawn="1"/>
          </p:nvSpPr>
          <p:spPr bwMode="auto">
            <a:xfrm>
              <a:off x="10651077" y="4188300"/>
              <a:ext cx="208597" cy="211961"/>
            </a:xfrm>
            <a:custGeom>
              <a:avLst/>
              <a:gdLst>
                <a:gd name="T0" fmla="*/ 17 w 60"/>
                <a:gd name="T1" fmla="*/ 12 h 61"/>
                <a:gd name="T2" fmla="*/ 33 w 60"/>
                <a:gd name="T3" fmla="*/ 1 h 61"/>
                <a:gd name="T4" fmla="*/ 55 w 60"/>
                <a:gd name="T5" fmla="*/ 31 h 61"/>
                <a:gd name="T6" fmla="*/ 11 w 60"/>
                <a:gd name="T7" fmla="*/ 61 h 61"/>
                <a:gd name="T8" fmla="*/ 1 w 60"/>
                <a:gd name="T9" fmla="*/ 33 h 61"/>
                <a:gd name="T10" fmla="*/ 17 w 60"/>
                <a:gd name="T11" fmla="*/ 1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61">
                  <a:moveTo>
                    <a:pt x="17" y="12"/>
                  </a:moveTo>
                  <a:cubicBezTo>
                    <a:pt x="17" y="12"/>
                    <a:pt x="21" y="0"/>
                    <a:pt x="33" y="1"/>
                  </a:cubicBezTo>
                  <a:cubicBezTo>
                    <a:pt x="44" y="2"/>
                    <a:pt x="60" y="17"/>
                    <a:pt x="55" y="31"/>
                  </a:cubicBezTo>
                  <a:cubicBezTo>
                    <a:pt x="51" y="46"/>
                    <a:pt x="11" y="61"/>
                    <a:pt x="11" y="61"/>
                  </a:cubicBezTo>
                  <a:cubicBezTo>
                    <a:pt x="11" y="61"/>
                    <a:pt x="0" y="49"/>
                    <a:pt x="1" y="33"/>
                  </a:cubicBezTo>
                  <a:cubicBezTo>
                    <a:pt x="3" y="18"/>
                    <a:pt x="10" y="7"/>
                    <a:pt x="17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Freeform 133"/>
            <p:cNvSpPr/>
            <p:nvPr userDrawn="1"/>
          </p:nvSpPr>
          <p:spPr bwMode="auto">
            <a:xfrm>
              <a:off x="10671264" y="4205122"/>
              <a:ext cx="188410" cy="317942"/>
            </a:xfrm>
            <a:custGeom>
              <a:avLst/>
              <a:gdLst>
                <a:gd name="T0" fmla="*/ 6 w 54"/>
                <a:gd name="T1" fmla="*/ 89 h 91"/>
                <a:gd name="T2" fmla="*/ 17 w 54"/>
                <a:gd name="T3" fmla="*/ 89 h 91"/>
                <a:gd name="T4" fmla="*/ 39 w 54"/>
                <a:gd name="T5" fmla="*/ 91 h 91"/>
                <a:gd name="T6" fmla="*/ 44 w 54"/>
                <a:gd name="T7" fmla="*/ 91 h 91"/>
                <a:gd name="T8" fmla="*/ 41 w 54"/>
                <a:gd name="T9" fmla="*/ 85 h 91"/>
                <a:gd name="T10" fmla="*/ 37 w 54"/>
                <a:gd name="T11" fmla="*/ 71 h 91"/>
                <a:gd name="T12" fmla="*/ 47 w 54"/>
                <a:gd name="T13" fmla="*/ 54 h 91"/>
                <a:gd name="T14" fmla="*/ 47 w 54"/>
                <a:gd name="T15" fmla="*/ 53 h 91"/>
                <a:gd name="T16" fmla="*/ 35 w 54"/>
                <a:gd name="T17" fmla="*/ 8 h 91"/>
                <a:gd name="T18" fmla="*/ 0 w 54"/>
                <a:gd name="T19" fmla="*/ 28 h 91"/>
                <a:gd name="T20" fmla="*/ 4 w 54"/>
                <a:gd name="T21" fmla="*/ 52 h 91"/>
                <a:gd name="T22" fmla="*/ 13 w 54"/>
                <a:gd name="T23" fmla="*/ 69 h 91"/>
                <a:gd name="T24" fmla="*/ 9 w 54"/>
                <a:gd name="T25" fmla="*/ 83 h 91"/>
                <a:gd name="T26" fmla="*/ 6 w 54"/>
                <a:gd name="T27" fmla="*/ 8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" h="91">
                  <a:moveTo>
                    <a:pt x="6" y="89"/>
                  </a:moveTo>
                  <a:cubicBezTo>
                    <a:pt x="17" y="89"/>
                    <a:pt x="17" y="89"/>
                    <a:pt x="17" y="89"/>
                  </a:cubicBezTo>
                  <a:cubicBezTo>
                    <a:pt x="39" y="91"/>
                    <a:pt x="39" y="91"/>
                    <a:pt x="39" y="91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4" y="91"/>
                    <a:pt x="43" y="89"/>
                    <a:pt x="41" y="85"/>
                  </a:cubicBezTo>
                  <a:cubicBezTo>
                    <a:pt x="39" y="81"/>
                    <a:pt x="36" y="74"/>
                    <a:pt x="37" y="71"/>
                  </a:cubicBezTo>
                  <a:cubicBezTo>
                    <a:pt x="38" y="66"/>
                    <a:pt x="42" y="65"/>
                    <a:pt x="47" y="54"/>
                  </a:cubicBezTo>
                  <a:cubicBezTo>
                    <a:pt x="47" y="54"/>
                    <a:pt x="47" y="54"/>
                    <a:pt x="47" y="53"/>
                  </a:cubicBezTo>
                  <a:cubicBezTo>
                    <a:pt x="54" y="38"/>
                    <a:pt x="50" y="15"/>
                    <a:pt x="35" y="8"/>
                  </a:cubicBezTo>
                  <a:cubicBezTo>
                    <a:pt x="16" y="0"/>
                    <a:pt x="0" y="15"/>
                    <a:pt x="0" y="28"/>
                  </a:cubicBezTo>
                  <a:cubicBezTo>
                    <a:pt x="1" y="40"/>
                    <a:pt x="2" y="47"/>
                    <a:pt x="4" y="52"/>
                  </a:cubicBezTo>
                  <a:cubicBezTo>
                    <a:pt x="7" y="61"/>
                    <a:pt x="11" y="62"/>
                    <a:pt x="13" y="69"/>
                  </a:cubicBezTo>
                  <a:cubicBezTo>
                    <a:pt x="14" y="72"/>
                    <a:pt x="11" y="78"/>
                    <a:pt x="9" y="83"/>
                  </a:cubicBezTo>
                  <a:cubicBezTo>
                    <a:pt x="7" y="86"/>
                    <a:pt x="6" y="89"/>
                    <a:pt x="6" y="8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Freeform 134"/>
            <p:cNvSpPr/>
            <p:nvPr userDrawn="1"/>
          </p:nvSpPr>
          <p:spPr bwMode="auto">
            <a:xfrm>
              <a:off x="10684722" y="4386803"/>
              <a:ext cx="151401" cy="156448"/>
            </a:xfrm>
            <a:custGeom>
              <a:avLst/>
              <a:gdLst>
                <a:gd name="T0" fmla="*/ 9 w 43"/>
                <a:gd name="T1" fmla="*/ 17 h 45"/>
                <a:gd name="T2" fmla="*/ 5 w 43"/>
                <a:gd name="T3" fmla="*/ 31 h 45"/>
                <a:gd name="T4" fmla="*/ 5 w 43"/>
                <a:gd name="T5" fmla="*/ 35 h 45"/>
                <a:gd name="T6" fmla="*/ 13 w 43"/>
                <a:gd name="T7" fmla="*/ 37 h 45"/>
                <a:gd name="T8" fmla="*/ 33 w 43"/>
                <a:gd name="T9" fmla="*/ 45 h 45"/>
                <a:gd name="T10" fmla="*/ 35 w 43"/>
                <a:gd name="T11" fmla="*/ 39 h 45"/>
                <a:gd name="T12" fmla="*/ 37 w 43"/>
                <a:gd name="T13" fmla="*/ 33 h 45"/>
                <a:gd name="T14" fmla="*/ 33 w 43"/>
                <a:gd name="T15" fmla="*/ 19 h 45"/>
                <a:gd name="T16" fmla="*/ 43 w 43"/>
                <a:gd name="T17" fmla="*/ 2 h 45"/>
                <a:gd name="T18" fmla="*/ 26 w 43"/>
                <a:gd name="T19" fmla="*/ 5 h 45"/>
                <a:gd name="T20" fmla="*/ 0 w 43"/>
                <a:gd name="T21" fmla="*/ 0 h 45"/>
                <a:gd name="T22" fmla="*/ 9 w 43"/>
                <a:gd name="T23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45">
                  <a:moveTo>
                    <a:pt x="9" y="17"/>
                  </a:moveTo>
                  <a:cubicBezTo>
                    <a:pt x="10" y="20"/>
                    <a:pt x="7" y="26"/>
                    <a:pt x="5" y="31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5" y="29"/>
                    <a:pt x="32" y="22"/>
                    <a:pt x="33" y="19"/>
                  </a:cubicBezTo>
                  <a:cubicBezTo>
                    <a:pt x="34" y="14"/>
                    <a:pt x="38" y="13"/>
                    <a:pt x="43" y="2"/>
                  </a:cubicBezTo>
                  <a:cubicBezTo>
                    <a:pt x="39" y="4"/>
                    <a:pt x="33" y="6"/>
                    <a:pt x="26" y="5"/>
                  </a:cubicBezTo>
                  <a:cubicBezTo>
                    <a:pt x="17" y="5"/>
                    <a:pt x="5" y="2"/>
                    <a:pt x="0" y="0"/>
                  </a:cubicBezTo>
                  <a:cubicBezTo>
                    <a:pt x="3" y="9"/>
                    <a:pt x="7" y="10"/>
                    <a:pt x="9" y="1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135"/>
            <p:cNvSpPr/>
            <p:nvPr userDrawn="1"/>
          </p:nvSpPr>
          <p:spPr bwMode="auto">
            <a:xfrm>
              <a:off x="10651077" y="4240450"/>
              <a:ext cx="45421" cy="97569"/>
            </a:xfrm>
            <a:custGeom>
              <a:avLst/>
              <a:gdLst>
                <a:gd name="T0" fmla="*/ 13 w 13"/>
                <a:gd name="T1" fmla="*/ 0 h 28"/>
                <a:gd name="T2" fmla="*/ 11 w 13"/>
                <a:gd name="T3" fmla="*/ 13 h 28"/>
                <a:gd name="T4" fmla="*/ 11 w 13"/>
                <a:gd name="T5" fmla="*/ 28 h 28"/>
                <a:gd name="T6" fmla="*/ 3 w 13"/>
                <a:gd name="T7" fmla="*/ 25 h 28"/>
                <a:gd name="T8" fmla="*/ 13 w 13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8">
                  <a:moveTo>
                    <a:pt x="13" y="0"/>
                  </a:moveTo>
                  <a:cubicBezTo>
                    <a:pt x="13" y="0"/>
                    <a:pt x="13" y="8"/>
                    <a:pt x="11" y="13"/>
                  </a:cubicBezTo>
                  <a:cubicBezTo>
                    <a:pt x="10" y="18"/>
                    <a:pt x="11" y="28"/>
                    <a:pt x="11" y="28"/>
                  </a:cubicBezTo>
                  <a:cubicBezTo>
                    <a:pt x="11" y="28"/>
                    <a:pt x="7" y="20"/>
                    <a:pt x="3" y="25"/>
                  </a:cubicBezTo>
                  <a:cubicBezTo>
                    <a:pt x="3" y="25"/>
                    <a:pt x="0" y="7"/>
                    <a:pt x="13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Freeform 136"/>
            <p:cNvSpPr/>
            <p:nvPr userDrawn="1"/>
          </p:nvSpPr>
          <p:spPr bwMode="auto">
            <a:xfrm>
              <a:off x="10642666" y="4306056"/>
              <a:ext cx="53831" cy="74018"/>
            </a:xfrm>
            <a:custGeom>
              <a:avLst/>
              <a:gdLst>
                <a:gd name="T0" fmla="*/ 13 w 15"/>
                <a:gd name="T1" fmla="*/ 9 h 21"/>
                <a:gd name="T2" fmla="*/ 5 w 15"/>
                <a:gd name="T3" fmla="*/ 6 h 21"/>
                <a:gd name="T4" fmla="*/ 13 w 15"/>
                <a:gd name="T5" fmla="*/ 20 h 21"/>
                <a:gd name="T6" fmla="*/ 13 w 15"/>
                <a:gd name="T7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21">
                  <a:moveTo>
                    <a:pt x="13" y="9"/>
                  </a:moveTo>
                  <a:cubicBezTo>
                    <a:pt x="13" y="9"/>
                    <a:pt x="11" y="0"/>
                    <a:pt x="5" y="6"/>
                  </a:cubicBezTo>
                  <a:cubicBezTo>
                    <a:pt x="0" y="11"/>
                    <a:pt x="10" y="21"/>
                    <a:pt x="13" y="20"/>
                  </a:cubicBezTo>
                  <a:cubicBezTo>
                    <a:pt x="15" y="18"/>
                    <a:pt x="13" y="9"/>
                    <a:pt x="13" y="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Freeform 137"/>
            <p:cNvSpPr/>
            <p:nvPr userDrawn="1"/>
          </p:nvSpPr>
          <p:spPr bwMode="auto">
            <a:xfrm>
              <a:off x="10356687" y="4240450"/>
              <a:ext cx="794013" cy="746910"/>
            </a:xfrm>
            <a:custGeom>
              <a:avLst/>
              <a:gdLst>
                <a:gd name="T0" fmla="*/ 115 w 227"/>
                <a:gd name="T1" fmla="*/ 71 h 214"/>
                <a:gd name="T2" fmla="*/ 157 w 227"/>
                <a:gd name="T3" fmla="*/ 68 h 214"/>
                <a:gd name="T4" fmla="*/ 188 w 227"/>
                <a:gd name="T5" fmla="*/ 64 h 214"/>
                <a:gd name="T6" fmla="*/ 160 w 227"/>
                <a:gd name="T7" fmla="*/ 23 h 214"/>
                <a:gd name="T8" fmla="*/ 160 w 227"/>
                <a:gd name="T9" fmla="*/ 5 h 214"/>
                <a:gd name="T10" fmla="*/ 222 w 227"/>
                <a:gd name="T11" fmla="*/ 77 h 214"/>
                <a:gd name="T12" fmla="*/ 164 w 227"/>
                <a:gd name="T13" fmla="*/ 108 h 214"/>
                <a:gd name="T14" fmla="*/ 149 w 227"/>
                <a:gd name="T15" fmla="*/ 193 h 214"/>
                <a:gd name="T16" fmla="*/ 110 w 227"/>
                <a:gd name="T17" fmla="*/ 214 h 214"/>
                <a:gd name="T18" fmla="*/ 83 w 227"/>
                <a:gd name="T19" fmla="*/ 192 h 214"/>
                <a:gd name="T20" fmla="*/ 69 w 227"/>
                <a:gd name="T21" fmla="*/ 107 h 214"/>
                <a:gd name="T22" fmla="*/ 0 w 227"/>
                <a:gd name="T23" fmla="*/ 71 h 214"/>
                <a:gd name="T24" fmla="*/ 71 w 227"/>
                <a:gd name="T25" fmla="*/ 0 h 214"/>
                <a:gd name="T26" fmla="*/ 81 w 227"/>
                <a:gd name="T27" fmla="*/ 14 h 214"/>
                <a:gd name="T28" fmla="*/ 35 w 227"/>
                <a:gd name="T29" fmla="*/ 64 h 214"/>
                <a:gd name="T30" fmla="*/ 74 w 227"/>
                <a:gd name="T31" fmla="*/ 68 h 214"/>
                <a:gd name="T32" fmla="*/ 115 w 227"/>
                <a:gd name="T33" fmla="*/ 7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14">
                  <a:moveTo>
                    <a:pt x="115" y="71"/>
                  </a:moveTo>
                  <a:cubicBezTo>
                    <a:pt x="115" y="71"/>
                    <a:pt x="151" y="63"/>
                    <a:pt x="157" y="68"/>
                  </a:cubicBezTo>
                  <a:cubicBezTo>
                    <a:pt x="163" y="72"/>
                    <a:pt x="188" y="64"/>
                    <a:pt x="188" y="64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0" y="5"/>
                    <a:pt x="160" y="5"/>
                    <a:pt x="160" y="5"/>
                  </a:cubicBezTo>
                  <a:cubicBezTo>
                    <a:pt x="160" y="5"/>
                    <a:pt x="227" y="53"/>
                    <a:pt x="222" y="77"/>
                  </a:cubicBezTo>
                  <a:cubicBezTo>
                    <a:pt x="219" y="93"/>
                    <a:pt x="164" y="108"/>
                    <a:pt x="164" y="108"/>
                  </a:cubicBezTo>
                  <a:cubicBezTo>
                    <a:pt x="164" y="108"/>
                    <a:pt x="161" y="152"/>
                    <a:pt x="149" y="193"/>
                  </a:cubicBezTo>
                  <a:cubicBezTo>
                    <a:pt x="110" y="214"/>
                    <a:pt x="110" y="214"/>
                    <a:pt x="110" y="214"/>
                  </a:cubicBezTo>
                  <a:cubicBezTo>
                    <a:pt x="83" y="192"/>
                    <a:pt x="83" y="192"/>
                    <a:pt x="83" y="192"/>
                  </a:cubicBezTo>
                  <a:cubicBezTo>
                    <a:pt x="83" y="192"/>
                    <a:pt x="84" y="143"/>
                    <a:pt x="69" y="107"/>
                  </a:cubicBezTo>
                  <a:cubicBezTo>
                    <a:pt x="69" y="107"/>
                    <a:pt x="1" y="94"/>
                    <a:pt x="0" y="71"/>
                  </a:cubicBezTo>
                  <a:cubicBezTo>
                    <a:pt x="0" y="52"/>
                    <a:pt x="71" y="0"/>
                    <a:pt x="71" y="0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4"/>
                    <a:pt x="41" y="49"/>
                    <a:pt x="35" y="64"/>
                  </a:cubicBezTo>
                  <a:cubicBezTo>
                    <a:pt x="35" y="64"/>
                    <a:pt x="51" y="73"/>
                    <a:pt x="74" y="68"/>
                  </a:cubicBezTo>
                  <a:cubicBezTo>
                    <a:pt x="99" y="61"/>
                    <a:pt x="115" y="71"/>
                    <a:pt x="115" y="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Freeform 138"/>
            <p:cNvSpPr/>
            <p:nvPr userDrawn="1"/>
          </p:nvSpPr>
          <p:spPr bwMode="auto">
            <a:xfrm>
              <a:off x="10839487" y="3947742"/>
              <a:ext cx="90840" cy="134578"/>
            </a:xfrm>
            <a:custGeom>
              <a:avLst/>
              <a:gdLst>
                <a:gd name="T0" fmla="*/ 22 w 26"/>
                <a:gd name="T1" fmla="*/ 28 h 39"/>
                <a:gd name="T2" fmla="*/ 26 w 26"/>
                <a:gd name="T3" fmla="*/ 15 h 39"/>
                <a:gd name="T4" fmla="*/ 23 w 26"/>
                <a:gd name="T5" fmla="*/ 8 h 39"/>
                <a:gd name="T6" fmla="*/ 23 w 26"/>
                <a:gd name="T7" fmla="*/ 14 h 39"/>
                <a:gd name="T8" fmla="*/ 21 w 26"/>
                <a:gd name="T9" fmla="*/ 18 h 39"/>
                <a:gd name="T10" fmla="*/ 17 w 26"/>
                <a:gd name="T11" fmla="*/ 8 h 39"/>
                <a:gd name="T12" fmla="*/ 10 w 26"/>
                <a:gd name="T13" fmla="*/ 1 h 39"/>
                <a:gd name="T14" fmla="*/ 9 w 26"/>
                <a:gd name="T15" fmla="*/ 2 h 39"/>
                <a:gd name="T16" fmla="*/ 13 w 26"/>
                <a:gd name="T17" fmla="*/ 9 h 39"/>
                <a:gd name="T18" fmla="*/ 15 w 26"/>
                <a:gd name="T19" fmla="*/ 13 h 39"/>
                <a:gd name="T20" fmla="*/ 9 w 26"/>
                <a:gd name="T21" fmla="*/ 10 h 39"/>
                <a:gd name="T22" fmla="*/ 0 w 26"/>
                <a:gd name="T23" fmla="*/ 8 h 39"/>
                <a:gd name="T24" fmla="*/ 5 w 26"/>
                <a:gd name="T25" fmla="*/ 12 h 39"/>
                <a:gd name="T26" fmla="*/ 10 w 26"/>
                <a:gd name="T27" fmla="*/ 16 h 39"/>
                <a:gd name="T28" fmla="*/ 5 w 26"/>
                <a:gd name="T29" fmla="*/ 15 h 39"/>
                <a:gd name="T30" fmla="*/ 0 w 26"/>
                <a:gd name="T31" fmla="*/ 16 h 39"/>
                <a:gd name="T32" fmla="*/ 2 w 26"/>
                <a:gd name="T33" fmla="*/ 18 h 39"/>
                <a:gd name="T34" fmla="*/ 1 w 26"/>
                <a:gd name="T35" fmla="*/ 19 h 39"/>
                <a:gd name="T36" fmla="*/ 4 w 26"/>
                <a:gd name="T37" fmla="*/ 20 h 39"/>
                <a:gd name="T38" fmla="*/ 7 w 26"/>
                <a:gd name="T39" fmla="*/ 23 h 39"/>
                <a:gd name="T40" fmla="*/ 16 w 26"/>
                <a:gd name="T41" fmla="*/ 34 h 39"/>
                <a:gd name="T42" fmla="*/ 21 w 26"/>
                <a:gd name="T43" fmla="*/ 39 h 39"/>
                <a:gd name="T44" fmla="*/ 22 w 26"/>
                <a:gd name="T45" fmla="*/ 2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9">
                  <a:moveTo>
                    <a:pt x="22" y="28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1" y="9"/>
                    <a:pt x="23" y="14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8" y="0"/>
                    <a:pt x="9" y="2"/>
                  </a:cubicBezTo>
                  <a:cubicBezTo>
                    <a:pt x="9" y="4"/>
                    <a:pt x="13" y="9"/>
                    <a:pt x="13" y="9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11"/>
                    <a:pt x="5" y="12"/>
                  </a:cubicBezTo>
                  <a:cubicBezTo>
                    <a:pt x="8" y="12"/>
                    <a:pt x="10" y="16"/>
                    <a:pt x="10" y="1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0" y="15"/>
                    <a:pt x="0" y="16"/>
                  </a:cubicBezTo>
                  <a:cubicBezTo>
                    <a:pt x="0" y="18"/>
                    <a:pt x="2" y="18"/>
                    <a:pt x="2" y="18"/>
                  </a:cubicBezTo>
                  <a:cubicBezTo>
                    <a:pt x="2" y="18"/>
                    <a:pt x="1" y="18"/>
                    <a:pt x="1" y="19"/>
                  </a:cubicBezTo>
                  <a:cubicBezTo>
                    <a:pt x="2" y="20"/>
                    <a:pt x="4" y="20"/>
                    <a:pt x="4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10" y="34"/>
                    <a:pt x="16" y="34"/>
                  </a:cubicBezTo>
                  <a:cubicBezTo>
                    <a:pt x="18" y="34"/>
                    <a:pt x="21" y="39"/>
                    <a:pt x="21" y="39"/>
                  </a:cubicBezTo>
                  <a:lnTo>
                    <a:pt x="22" y="28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Freeform 139"/>
            <p:cNvSpPr/>
            <p:nvPr userDrawn="1"/>
          </p:nvSpPr>
          <p:spPr bwMode="auto">
            <a:xfrm>
              <a:off x="10736871" y="4477644"/>
              <a:ext cx="102617" cy="341493"/>
            </a:xfrm>
            <a:custGeom>
              <a:avLst/>
              <a:gdLst>
                <a:gd name="T0" fmla="*/ 16 w 29"/>
                <a:gd name="T1" fmla="*/ 0 h 98"/>
                <a:gd name="T2" fmla="*/ 10 w 29"/>
                <a:gd name="T3" fmla="*/ 12 h 98"/>
                <a:gd name="T4" fmla="*/ 29 w 29"/>
                <a:gd name="T5" fmla="*/ 91 h 98"/>
                <a:gd name="T6" fmla="*/ 19 w 29"/>
                <a:gd name="T7" fmla="*/ 98 h 98"/>
                <a:gd name="T8" fmla="*/ 8 w 29"/>
                <a:gd name="T9" fmla="*/ 90 h 98"/>
                <a:gd name="T10" fmla="*/ 5 w 29"/>
                <a:gd name="T11" fmla="*/ 14 h 98"/>
                <a:gd name="T12" fmla="*/ 0 w 29"/>
                <a:gd name="T13" fmla="*/ 1 h 98"/>
                <a:gd name="T14" fmla="*/ 8 w 29"/>
                <a:gd name="T15" fmla="*/ 1 h 98"/>
                <a:gd name="T16" fmla="*/ 16 w 29"/>
                <a:gd name="T1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98">
                  <a:moveTo>
                    <a:pt x="16" y="0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24" y="49"/>
                    <a:pt x="29" y="9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8" y="90"/>
                    <a:pt x="18" y="48"/>
                    <a:pt x="5" y="1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Freeform 140"/>
            <p:cNvSpPr/>
            <p:nvPr userDrawn="1"/>
          </p:nvSpPr>
          <p:spPr bwMode="auto">
            <a:xfrm>
              <a:off x="10765469" y="4452411"/>
              <a:ext cx="55514" cy="70654"/>
            </a:xfrm>
            <a:custGeom>
              <a:avLst/>
              <a:gdLst>
                <a:gd name="T0" fmla="*/ 33 w 33"/>
                <a:gd name="T1" fmla="*/ 13 h 42"/>
                <a:gd name="T2" fmla="*/ 21 w 33"/>
                <a:gd name="T3" fmla="*/ 0 h 42"/>
                <a:gd name="T4" fmla="*/ 0 w 33"/>
                <a:gd name="T5" fmla="*/ 17 h 42"/>
                <a:gd name="T6" fmla="*/ 25 w 33"/>
                <a:gd name="T7" fmla="*/ 42 h 42"/>
                <a:gd name="T8" fmla="*/ 33 w 33"/>
                <a:gd name="T9" fmla="*/ 1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2">
                  <a:moveTo>
                    <a:pt x="33" y="13"/>
                  </a:moveTo>
                  <a:lnTo>
                    <a:pt x="21" y="0"/>
                  </a:lnTo>
                  <a:lnTo>
                    <a:pt x="0" y="17"/>
                  </a:lnTo>
                  <a:lnTo>
                    <a:pt x="25" y="42"/>
                  </a:lnTo>
                  <a:lnTo>
                    <a:pt x="33" y="13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Freeform 141"/>
            <p:cNvSpPr/>
            <p:nvPr userDrawn="1"/>
          </p:nvSpPr>
          <p:spPr bwMode="auto">
            <a:xfrm>
              <a:off x="10691451" y="4455775"/>
              <a:ext cx="74018" cy="63925"/>
            </a:xfrm>
            <a:custGeom>
              <a:avLst/>
              <a:gdLst>
                <a:gd name="T0" fmla="*/ 44 w 44"/>
                <a:gd name="T1" fmla="*/ 15 h 38"/>
                <a:gd name="T2" fmla="*/ 15 w 44"/>
                <a:gd name="T3" fmla="*/ 38 h 38"/>
                <a:gd name="T4" fmla="*/ 0 w 44"/>
                <a:gd name="T5" fmla="*/ 11 h 38"/>
                <a:gd name="T6" fmla="*/ 15 w 44"/>
                <a:gd name="T7" fmla="*/ 0 h 38"/>
                <a:gd name="T8" fmla="*/ 44 w 44"/>
                <a:gd name="T9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38">
                  <a:moveTo>
                    <a:pt x="44" y="15"/>
                  </a:moveTo>
                  <a:lnTo>
                    <a:pt x="15" y="38"/>
                  </a:lnTo>
                  <a:lnTo>
                    <a:pt x="0" y="11"/>
                  </a:lnTo>
                  <a:lnTo>
                    <a:pt x="15" y="0"/>
                  </a:lnTo>
                  <a:lnTo>
                    <a:pt x="44" y="1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Freeform 142"/>
            <p:cNvSpPr/>
            <p:nvPr userDrawn="1"/>
          </p:nvSpPr>
          <p:spPr bwMode="auto">
            <a:xfrm>
              <a:off x="10820983" y="4581942"/>
              <a:ext cx="74018" cy="94205"/>
            </a:xfrm>
            <a:custGeom>
              <a:avLst/>
              <a:gdLst>
                <a:gd name="T0" fmla="*/ 19 w 21"/>
                <a:gd name="T1" fmla="*/ 2 h 27"/>
                <a:gd name="T2" fmla="*/ 0 w 21"/>
                <a:gd name="T3" fmla="*/ 4 h 27"/>
                <a:gd name="T4" fmla="*/ 4 w 21"/>
                <a:gd name="T5" fmla="*/ 23 h 27"/>
                <a:gd name="T6" fmla="*/ 14 w 21"/>
                <a:gd name="T7" fmla="*/ 27 h 27"/>
                <a:gd name="T8" fmla="*/ 21 w 21"/>
                <a:gd name="T9" fmla="*/ 21 h 27"/>
                <a:gd name="T10" fmla="*/ 19 w 21"/>
                <a:gd name="T11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7">
                  <a:moveTo>
                    <a:pt x="19" y="2"/>
                  </a:moveTo>
                  <a:cubicBezTo>
                    <a:pt x="19" y="2"/>
                    <a:pt x="9" y="0"/>
                    <a:pt x="0" y="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21" y="21"/>
                    <a:pt x="21" y="21"/>
                    <a:pt x="21" y="21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Freeform 143"/>
            <p:cNvSpPr/>
            <p:nvPr userDrawn="1"/>
          </p:nvSpPr>
          <p:spPr bwMode="auto">
            <a:xfrm>
              <a:off x="10467714" y="4909977"/>
              <a:ext cx="615696" cy="1106907"/>
            </a:xfrm>
            <a:custGeom>
              <a:avLst/>
              <a:gdLst>
                <a:gd name="T0" fmla="*/ 117 w 176"/>
                <a:gd name="T1" fmla="*/ 1 h 317"/>
                <a:gd name="T2" fmla="*/ 51 w 176"/>
                <a:gd name="T3" fmla="*/ 0 h 317"/>
                <a:gd name="T4" fmla="*/ 46 w 176"/>
                <a:gd name="T5" fmla="*/ 25 h 317"/>
                <a:gd name="T6" fmla="*/ 7 w 176"/>
                <a:gd name="T7" fmla="*/ 153 h 317"/>
                <a:gd name="T8" fmla="*/ 20 w 176"/>
                <a:gd name="T9" fmla="*/ 283 h 317"/>
                <a:gd name="T10" fmla="*/ 4 w 176"/>
                <a:gd name="T11" fmla="*/ 310 h 317"/>
                <a:gd name="T12" fmla="*/ 39 w 176"/>
                <a:gd name="T13" fmla="*/ 291 h 317"/>
                <a:gd name="T14" fmla="*/ 34 w 176"/>
                <a:gd name="T15" fmla="*/ 157 h 317"/>
                <a:gd name="T16" fmla="*/ 85 w 176"/>
                <a:gd name="T17" fmla="*/ 68 h 317"/>
                <a:gd name="T18" fmla="*/ 137 w 176"/>
                <a:gd name="T19" fmla="*/ 166 h 317"/>
                <a:gd name="T20" fmla="*/ 127 w 176"/>
                <a:gd name="T21" fmla="*/ 291 h 317"/>
                <a:gd name="T22" fmla="*/ 175 w 176"/>
                <a:gd name="T23" fmla="*/ 307 h 317"/>
                <a:gd name="T24" fmla="*/ 147 w 176"/>
                <a:gd name="T25" fmla="*/ 284 h 317"/>
                <a:gd name="T26" fmla="*/ 164 w 176"/>
                <a:gd name="T27" fmla="*/ 160 h 317"/>
                <a:gd name="T28" fmla="*/ 119 w 176"/>
                <a:gd name="T29" fmla="*/ 21 h 317"/>
                <a:gd name="T30" fmla="*/ 117 w 176"/>
                <a:gd name="T31" fmla="*/ 1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6" h="317">
                  <a:moveTo>
                    <a:pt x="117" y="1"/>
                  </a:moveTo>
                  <a:cubicBezTo>
                    <a:pt x="117" y="1"/>
                    <a:pt x="80" y="12"/>
                    <a:pt x="51" y="0"/>
                  </a:cubicBezTo>
                  <a:cubicBezTo>
                    <a:pt x="51" y="0"/>
                    <a:pt x="47" y="19"/>
                    <a:pt x="46" y="25"/>
                  </a:cubicBezTo>
                  <a:cubicBezTo>
                    <a:pt x="39" y="61"/>
                    <a:pt x="8" y="117"/>
                    <a:pt x="7" y="153"/>
                  </a:cubicBezTo>
                  <a:cubicBezTo>
                    <a:pt x="6" y="193"/>
                    <a:pt x="20" y="283"/>
                    <a:pt x="20" y="283"/>
                  </a:cubicBezTo>
                  <a:cubicBezTo>
                    <a:pt x="0" y="305"/>
                    <a:pt x="4" y="310"/>
                    <a:pt x="4" y="310"/>
                  </a:cubicBezTo>
                  <a:cubicBezTo>
                    <a:pt x="33" y="316"/>
                    <a:pt x="39" y="291"/>
                    <a:pt x="39" y="291"/>
                  </a:cubicBezTo>
                  <a:cubicBezTo>
                    <a:pt x="39" y="291"/>
                    <a:pt x="28" y="196"/>
                    <a:pt x="34" y="157"/>
                  </a:cubicBezTo>
                  <a:cubicBezTo>
                    <a:pt x="38" y="131"/>
                    <a:pt x="75" y="68"/>
                    <a:pt x="85" y="68"/>
                  </a:cubicBezTo>
                  <a:cubicBezTo>
                    <a:pt x="93" y="68"/>
                    <a:pt x="132" y="149"/>
                    <a:pt x="137" y="166"/>
                  </a:cubicBezTo>
                  <a:cubicBezTo>
                    <a:pt x="142" y="182"/>
                    <a:pt x="127" y="291"/>
                    <a:pt x="127" y="291"/>
                  </a:cubicBezTo>
                  <a:cubicBezTo>
                    <a:pt x="127" y="291"/>
                    <a:pt x="153" y="317"/>
                    <a:pt x="175" y="307"/>
                  </a:cubicBezTo>
                  <a:cubicBezTo>
                    <a:pt x="175" y="307"/>
                    <a:pt x="176" y="296"/>
                    <a:pt x="147" y="284"/>
                  </a:cubicBezTo>
                  <a:cubicBezTo>
                    <a:pt x="147" y="284"/>
                    <a:pt x="162" y="213"/>
                    <a:pt x="164" y="160"/>
                  </a:cubicBezTo>
                  <a:cubicBezTo>
                    <a:pt x="165" y="138"/>
                    <a:pt x="128" y="58"/>
                    <a:pt x="119" y="21"/>
                  </a:cubicBezTo>
                  <a:cubicBezTo>
                    <a:pt x="118" y="16"/>
                    <a:pt x="117" y="1"/>
                    <a:pt x="117" y="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Freeform 144"/>
            <p:cNvSpPr/>
            <p:nvPr userDrawn="1"/>
          </p:nvSpPr>
          <p:spPr bwMode="auto">
            <a:xfrm>
              <a:off x="10755375" y="4938575"/>
              <a:ext cx="62243" cy="38692"/>
            </a:xfrm>
            <a:custGeom>
              <a:avLst/>
              <a:gdLst>
                <a:gd name="T0" fmla="*/ 18 w 18"/>
                <a:gd name="T1" fmla="*/ 0 h 11"/>
                <a:gd name="T2" fmla="*/ 18 w 18"/>
                <a:gd name="T3" fmla="*/ 7 h 11"/>
                <a:gd name="T4" fmla="*/ 0 w 18"/>
                <a:gd name="T5" fmla="*/ 9 h 11"/>
                <a:gd name="T6" fmla="*/ 0 w 18"/>
                <a:gd name="T7" fmla="*/ 2 h 11"/>
                <a:gd name="T8" fmla="*/ 18 w 18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8" y="0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9" y="11"/>
                    <a:pt x="0" y="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9" y="2"/>
                    <a:pt x="18" y="0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Freeform 145"/>
            <p:cNvSpPr/>
            <p:nvPr userDrawn="1"/>
          </p:nvSpPr>
          <p:spPr bwMode="auto">
            <a:xfrm>
              <a:off x="10472761" y="2596910"/>
              <a:ext cx="230466" cy="324671"/>
            </a:xfrm>
            <a:custGeom>
              <a:avLst/>
              <a:gdLst>
                <a:gd name="T0" fmla="*/ 66 w 66"/>
                <a:gd name="T1" fmla="*/ 71 h 93"/>
                <a:gd name="T2" fmla="*/ 54 w 66"/>
                <a:gd name="T3" fmla="*/ 93 h 93"/>
                <a:gd name="T4" fmla="*/ 31 w 66"/>
                <a:gd name="T5" fmla="*/ 87 h 93"/>
                <a:gd name="T6" fmla="*/ 30 w 66"/>
                <a:gd name="T7" fmla="*/ 74 h 93"/>
                <a:gd name="T8" fmla="*/ 7 w 66"/>
                <a:gd name="T9" fmla="*/ 50 h 93"/>
                <a:gd name="T10" fmla="*/ 20 w 66"/>
                <a:gd name="T11" fmla="*/ 6 h 93"/>
                <a:gd name="T12" fmla="*/ 55 w 66"/>
                <a:gd name="T13" fmla="*/ 25 h 93"/>
                <a:gd name="T14" fmla="*/ 57 w 66"/>
                <a:gd name="T15" fmla="*/ 50 h 93"/>
                <a:gd name="T16" fmla="*/ 66 w 66"/>
                <a:gd name="T17" fmla="*/ 7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93">
                  <a:moveTo>
                    <a:pt x="66" y="71"/>
                  </a:moveTo>
                  <a:cubicBezTo>
                    <a:pt x="54" y="93"/>
                    <a:pt x="54" y="93"/>
                    <a:pt x="54" y="93"/>
                  </a:cubicBezTo>
                  <a:cubicBezTo>
                    <a:pt x="31" y="87"/>
                    <a:pt x="31" y="87"/>
                    <a:pt x="31" y="87"/>
                  </a:cubicBezTo>
                  <a:cubicBezTo>
                    <a:pt x="31" y="87"/>
                    <a:pt x="38" y="79"/>
                    <a:pt x="30" y="74"/>
                  </a:cubicBezTo>
                  <a:cubicBezTo>
                    <a:pt x="30" y="74"/>
                    <a:pt x="15" y="79"/>
                    <a:pt x="7" y="50"/>
                  </a:cubicBezTo>
                  <a:cubicBezTo>
                    <a:pt x="1" y="29"/>
                    <a:pt x="0" y="14"/>
                    <a:pt x="20" y="6"/>
                  </a:cubicBezTo>
                  <a:cubicBezTo>
                    <a:pt x="36" y="0"/>
                    <a:pt x="49" y="8"/>
                    <a:pt x="55" y="25"/>
                  </a:cubicBezTo>
                  <a:cubicBezTo>
                    <a:pt x="60" y="38"/>
                    <a:pt x="58" y="45"/>
                    <a:pt x="57" y="50"/>
                  </a:cubicBezTo>
                  <a:cubicBezTo>
                    <a:pt x="54" y="57"/>
                    <a:pt x="52" y="61"/>
                    <a:pt x="66" y="71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1" name="Freeform 146"/>
            <p:cNvSpPr/>
            <p:nvPr userDrawn="1"/>
          </p:nvSpPr>
          <p:spPr bwMode="auto">
            <a:xfrm>
              <a:off x="10577059" y="2763452"/>
              <a:ext cx="126168" cy="158130"/>
            </a:xfrm>
            <a:custGeom>
              <a:avLst/>
              <a:gdLst>
                <a:gd name="T0" fmla="*/ 36 w 36"/>
                <a:gd name="T1" fmla="*/ 23 h 45"/>
                <a:gd name="T2" fmla="*/ 24 w 36"/>
                <a:gd name="T3" fmla="*/ 45 h 45"/>
                <a:gd name="T4" fmla="*/ 1 w 36"/>
                <a:gd name="T5" fmla="*/ 39 h 45"/>
                <a:gd name="T6" fmla="*/ 0 w 36"/>
                <a:gd name="T7" fmla="*/ 26 h 45"/>
                <a:gd name="T8" fmla="*/ 19 w 36"/>
                <a:gd name="T9" fmla="*/ 1 h 45"/>
                <a:gd name="T10" fmla="*/ 27 w 36"/>
                <a:gd name="T11" fmla="*/ 2 h 45"/>
                <a:gd name="T12" fmla="*/ 36 w 36"/>
                <a:gd name="T13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5">
                  <a:moveTo>
                    <a:pt x="36" y="23"/>
                  </a:moveTo>
                  <a:cubicBezTo>
                    <a:pt x="24" y="45"/>
                    <a:pt x="24" y="45"/>
                    <a:pt x="24" y="45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8" y="31"/>
                    <a:pt x="0" y="26"/>
                  </a:cubicBezTo>
                  <a:cubicBezTo>
                    <a:pt x="10" y="21"/>
                    <a:pt x="12" y="3"/>
                    <a:pt x="19" y="1"/>
                  </a:cubicBezTo>
                  <a:cubicBezTo>
                    <a:pt x="21" y="0"/>
                    <a:pt x="24" y="1"/>
                    <a:pt x="27" y="2"/>
                  </a:cubicBezTo>
                  <a:cubicBezTo>
                    <a:pt x="24" y="9"/>
                    <a:pt x="22" y="13"/>
                    <a:pt x="36" y="23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2" name="Freeform 147"/>
            <p:cNvSpPr/>
            <p:nvPr userDrawn="1"/>
          </p:nvSpPr>
          <p:spPr bwMode="auto">
            <a:xfrm>
              <a:off x="10541733" y="2630555"/>
              <a:ext cx="469343" cy="746910"/>
            </a:xfrm>
            <a:custGeom>
              <a:avLst/>
              <a:gdLst>
                <a:gd name="T0" fmla="*/ 81 w 134"/>
                <a:gd name="T1" fmla="*/ 86 h 214"/>
                <a:gd name="T2" fmla="*/ 123 w 134"/>
                <a:gd name="T3" fmla="*/ 83 h 214"/>
                <a:gd name="T4" fmla="*/ 62 w 134"/>
                <a:gd name="T5" fmla="*/ 0 h 214"/>
                <a:gd name="T6" fmla="*/ 53 w 134"/>
                <a:gd name="T7" fmla="*/ 8 h 214"/>
                <a:gd name="T8" fmla="*/ 91 w 134"/>
                <a:gd name="T9" fmla="*/ 56 h 214"/>
                <a:gd name="T10" fmla="*/ 61 w 134"/>
                <a:gd name="T11" fmla="*/ 56 h 214"/>
                <a:gd name="T12" fmla="*/ 0 w 134"/>
                <a:gd name="T13" fmla="*/ 82 h 214"/>
                <a:gd name="T14" fmla="*/ 0 w 134"/>
                <a:gd name="T15" fmla="*/ 115 h 214"/>
                <a:gd name="T16" fmla="*/ 3 w 134"/>
                <a:gd name="T17" fmla="*/ 198 h 214"/>
                <a:gd name="T18" fmla="*/ 73 w 134"/>
                <a:gd name="T19" fmla="*/ 214 h 214"/>
                <a:gd name="T20" fmla="*/ 81 w 134"/>
                <a:gd name="T21" fmla="*/ 86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214">
                  <a:moveTo>
                    <a:pt x="81" y="86"/>
                  </a:moveTo>
                  <a:cubicBezTo>
                    <a:pt x="81" y="86"/>
                    <a:pt x="119" y="93"/>
                    <a:pt x="123" y="83"/>
                  </a:cubicBezTo>
                  <a:cubicBezTo>
                    <a:pt x="134" y="60"/>
                    <a:pt x="62" y="0"/>
                    <a:pt x="62" y="0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91" y="56"/>
                    <a:pt x="91" y="56"/>
                    <a:pt x="91" y="56"/>
                  </a:cubicBezTo>
                  <a:cubicBezTo>
                    <a:pt x="91" y="56"/>
                    <a:pt x="68" y="55"/>
                    <a:pt x="61" y="56"/>
                  </a:cubicBezTo>
                  <a:cubicBezTo>
                    <a:pt x="45" y="59"/>
                    <a:pt x="0" y="82"/>
                    <a:pt x="0" y="8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13" y="130"/>
                    <a:pt x="7" y="176"/>
                    <a:pt x="3" y="198"/>
                  </a:cubicBezTo>
                  <a:cubicBezTo>
                    <a:pt x="73" y="214"/>
                    <a:pt x="73" y="214"/>
                    <a:pt x="73" y="214"/>
                  </a:cubicBezTo>
                  <a:cubicBezTo>
                    <a:pt x="73" y="214"/>
                    <a:pt x="97" y="153"/>
                    <a:pt x="81" y="8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3" name="Freeform 148"/>
            <p:cNvSpPr/>
            <p:nvPr userDrawn="1"/>
          </p:nvSpPr>
          <p:spPr bwMode="auto">
            <a:xfrm>
              <a:off x="10457621" y="2585135"/>
              <a:ext cx="227102" cy="196821"/>
            </a:xfrm>
            <a:custGeom>
              <a:avLst/>
              <a:gdLst>
                <a:gd name="T0" fmla="*/ 27 w 65"/>
                <a:gd name="T1" fmla="*/ 23 h 56"/>
                <a:gd name="T2" fmla="*/ 39 w 65"/>
                <a:gd name="T3" fmla="*/ 31 h 56"/>
                <a:gd name="T4" fmla="*/ 49 w 65"/>
                <a:gd name="T5" fmla="*/ 39 h 56"/>
                <a:gd name="T6" fmla="*/ 54 w 65"/>
                <a:gd name="T7" fmla="*/ 31 h 56"/>
                <a:gd name="T8" fmla="*/ 54 w 65"/>
                <a:gd name="T9" fmla="*/ 50 h 56"/>
                <a:gd name="T10" fmla="*/ 60 w 65"/>
                <a:gd name="T11" fmla="*/ 56 h 56"/>
                <a:gd name="T12" fmla="*/ 65 w 65"/>
                <a:gd name="T13" fmla="*/ 50 h 56"/>
                <a:gd name="T14" fmla="*/ 50 w 65"/>
                <a:gd name="T15" fmla="*/ 7 h 56"/>
                <a:gd name="T16" fmla="*/ 40 w 65"/>
                <a:gd name="T17" fmla="*/ 7 h 56"/>
                <a:gd name="T18" fmla="*/ 24 w 65"/>
                <a:gd name="T19" fmla="*/ 3 h 56"/>
                <a:gd name="T20" fmla="*/ 1 w 65"/>
                <a:gd name="T21" fmla="*/ 32 h 56"/>
                <a:gd name="T22" fmla="*/ 10 w 65"/>
                <a:gd name="T23" fmla="*/ 47 h 56"/>
                <a:gd name="T24" fmla="*/ 12 w 65"/>
                <a:gd name="T25" fmla="*/ 38 h 56"/>
                <a:gd name="T26" fmla="*/ 27 w 65"/>
                <a:gd name="T27" fmla="*/ 2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5" h="56">
                  <a:moveTo>
                    <a:pt x="27" y="23"/>
                  </a:moveTo>
                  <a:cubicBezTo>
                    <a:pt x="27" y="22"/>
                    <a:pt x="32" y="31"/>
                    <a:pt x="39" y="31"/>
                  </a:cubicBezTo>
                  <a:cubicBezTo>
                    <a:pt x="45" y="31"/>
                    <a:pt x="49" y="39"/>
                    <a:pt x="49" y="39"/>
                  </a:cubicBezTo>
                  <a:cubicBezTo>
                    <a:pt x="49" y="39"/>
                    <a:pt x="48" y="29"/>
                    <a:pt x="54" y="31"/>
                  </a:cubicBezTo>
                  <a:cubicBezTo>
                    <a:pt x="60" y="33"/>
                    <a:pt x="61" y="52"/>
                    <a:pt x="54" y="50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0" y="56"/>
                    <a:pt x="65" y="53"/>
                    <a:pt x="65" y="50"/>
                  </a:cubicBezTo>
                  <a:cubicBezTo>
                    <a:pt x="65" y="46"/>
                    <a:pt x="63" y="12"/>
                    <a:pt x="50" y="7"/>
                  </a:cubicBezTo>
                  <a:cubicBezTo>
                    <a:pt x="36" y="3"/>
                    <a:pt x="40" y="7"/>
                    <a:pt x="40" y="7"/>
                  </a:cubicBezTo>
                  <a:cubicBezTo>
                    <a:pt x="40" y="7"/>
                    <a:pt x="36" y="0"/>
                    <a:pt x="24" y="3"/>
                  </a:cubicBezTo>
                  <a:cubicBezTo>
                    <a:pt x="13" y="6"/>
                    <a:pt x="0" y="26"/>
                    <a:pt x="1" y="32"/>
                  </a:cubicBezTo>
                  <a:cubicBezTo>
                    <a:pt x="1" y="39"/>
                    <a:pt x="10" y="47"/>
                    <a:pt x="10" y="47"/>
                  </a:cubicBezTo>
                  <a:cubicBezTo>
                    <a:pt x="10" y="47"/>
                    <a:pt x="8" y="42"/>
                    <a:pt x="12" y="38"/>
                  </a:cubicBezTo>
                  <a:cubicBezTo>
                    <a:pt x="16" y="34"/>
                    <a:pt x="26" y="29"/>
                    <a:pt x="27" y="23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Freeform 149"/>
            <p:cNvSpPr/>
            <p:nvPr userDrawn="1"/>
          </p:nvSpPr>
          <p:spPr bwMode="auto">
            <a:xfrm>
              <a:off x="10566966" y="2892983"/>
              <a:ext cx="79065" cy="344858"/>
            </a:xfrm>
            <a:custGeom>
              <a:avLst/>
              <a:gdLst>
                <a:gd name="T0" fmla="*/ 21 w 23"/>
                <a:gd name="T1" fmla="*/ 2 h 99"/>
                <a:gd name="T2" fmla="*/ 18 w 23"/>
                <a:gd name="T3" fmla="*/ 15 h 99"/>
                <a:gd name="T4" fmla="*/ 21 w 23"/>
                <a:gd name="T5" fmla="*/ 88 h 99"/>
                <a:gd name="T6" fmla="*/ 5 w 23"/>
                <a:gd name="T7" fmla="*/ 99 h 99"/>
                <a:gd name="T8" fmla="*/ 0 w 23"/>
                <a:gd name="T9" fmla="*/ 88 h 99"/>
                <a:gd name="T10" fmla="*/ 8 w 23"/>
                <a:gd name="T11" fmla="*/ 68 h 99"/>
                <a:gd name="T12" fmla="*/ 14 w 23"/>
                <a:gd name="T13" fmla="*/ 15 h 99"/>
                <a:gd name="T14" fmla="*/ 8 w 23"/>
                <a:gd name="T15" fmla="*/ 6 h 99"/>
                <a:gd name="T16" fmla="*/ 12 w 23"/>
                <a:gd name="T17" fmla="*/ 0 h 99"/>
                <a:gd name="T18" fmla="*/ 21 w 23"/>
                <a:gd name="T19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99">
                  <a:moveTo>
                    <a:pt x="21" y="2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23" y="64"/>
                    <a:pt x="21" y="88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3" y="85"/>
                    <a:pt x="8" y="68"/>
                  </a:cubicBezTo>
                  <a:cubicBezTo>
                    <a:pt x="12" y="52"/>
                    <a:pt x="14" y="15"/>
                    <a:pt x="14" y="1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1" y="2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Freeform 150"/>
            <p:cNvSpPr/>
            <p:nvPr userDrawn="1"/>
          </p:nvSpPr>
          <p:spPr bwMode="auto">
            <a:xfrm>
              <a:off x="10566966" y="2815600"/>
              <a:ext cx="146355" cy="126168"/>
            </a:xfrm>
            <a:custGeom>
              <a:avLst/>
              <a:gdLst>
                <a:gd name="T0" fmla="*/ 14 w 87"/>
                <a:gd name="T1" fmla="*/ 33 h 75"/>
                <a:gd name="T2" fmla="*/ 27 w 87"/>
                <a:gd name="T3" fmla="*/ 40 h 75"/>
                <a:gd name="T4" fmla="*/ 62 w 87"/>
                <a:gd name="T5" fmla="*/ 0 h 75"/>
                <a:gd name="T6" fmla="*/ 87 w 87"/>
                <a:gd name="T7" fmla="*/ 9 h 75"/>
                <a:gd name="T8" fmla="*/ 66 w 87"/>
                <a:gd name="T9" fmla="*/ 69 h 75"/>
                <a:gd name="T10" fmla="*/ 27 w 87"/>
                <a:gd name="T11" fmla="*/ 50 h 75"/>
                <a:gd name="T12" fmla="*/ 14 w 87"/>
                <a:gd name="T13" fmla="*/ 75 h 75"/>
                <a:gd name="T14" fmla="*/ 0 w 87"/>
                <a:gd name="T15" fmla="*/ 54 h 75"/>
                <a:gd name="T16" fmla="*/ 14 w 87"/>
                <a:gd name="T17" fmla="*/ 3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75">
                  <a:moveTo>
                    <a:pt x="14" y="33"/>
                  </a:moveTo>
                  <a:lnTo>
                    <a:pt x="27" y="40"/>
                  </a:lnTo>
                  <a:lnTo>
                    <a:pt x="62" y="0"/>
                  </a:lnTo>
                  <a:lnTo>
                    <a:pt x="87" y="9"/>
                  </a:lnTo>
                  <a:lnTo>
                    <a:pt x="66" y="69"/>
                  </a:lnTo>
                  <a:lnTo>
                    <a:pt x="27" y="50"/>
                  </a:lnTo>
                  <a:lnTo>
                    <a:pt x="14" y="75"/>
                  </a:lnTo>
                  <a:lnTo>
                    <a:pt x="0" y="54"/>
                  </a:lnTo>
                  <a:lnTo>
                    <a:pt x="14" y="33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Freeform 151"/>
            <p:cNvSpPr/>
            <p:nvPr userDrawn="1"/>
          </p:nvSpPr>
          <p:spPr bwMode="auto">
            <a:xfrm>
              <a:off x="10699862" y="2585135"/>
              <a:ext cx="58879" cy="102617"/>
            </a:xfrm>
            <a:custGeom>
              <a:avLst/>
              <a:gdLst>
                <a:gd name="T0" fmla="*/ 17 w 17"/>
                <a:gd name="T1" fmla="*/ 15 h 29"/>
                <a:gd name="T2" fmla="*/ 4 w 17"/>
                <a:gd name="T3" fmla="*/ 0 h 29"/>
                <a:gd name="T4" fmla="*/ 4 w 17"/>
                <a:gd name="T5" fmla="*/ 18 h 29"/>
                <a:gd name="T6" fmla="*/ 17 w 17"/>
                <a:gd name="T7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9">
                  <a:moveTo>
                    <a:pt x="17" y="15"/>
                  </a:moveTo>
                  <a:cubicBezTo>
                    <a:pt x="17" y="15"/>
                    <a:pt x="8" y="0"/>
                    <a:pt x="4" y="0"/>
                  </a:cubicBezTo>
                  <a:cubicBezTo>
                    <a:pt x="0" y="0"/>
                    <a:pt x="4" y="18"/>
                    <a:pt x="4" y="18"/>
                  </a:cubicBezTo>
                  <a:cubicBezTo>
                    <a:pt x="4" y="18"/>
                    <a:pt x="9" y="29"/>
                    <a:pt x="17" y="15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" name="Freeform 152"/>
            <p:cNvSpPr/>
            <p:nvPr userDrawn="1"/>
          </p:nvSpPr>
          <p:spPr bwMode="auto">
            <a:xfrm>
              <a:off x="10010148" y="3305130"/>
              <a:ext cx="787284" cy="1273449"/>
            </a:xfrm>
            <a:custGeom>
              <a:avLst/>
              <a:gdLst>
                <a:gd name="T0" fmla="*/ 225 w 225"/>
                <a:gd name="T1" fmla="*/ 21 h 365"/>
                <a:gd name="T2" fmla="*/ 182 w 225"/>
                <a:gd name="T3" fmla="*/ 202 h 365"/>
                <a:gd name="T4" fmla="*/ 190 w 225"/>
                <a:gd name="T5" fmla="*/ 322 h 365"/>
                <a:gd name="T6" fmla="*/ 174 w 225"/>
                <a:gd name="T7" fmla="*/ 362 h 365"/>
                <a:gd name="T8" fmla="*/ 173 w 225"/>
                <a:gd name="T9" fmla="*/ 324 h 365"/>
                <a:gd name="T10" fmla="*/ 152 w 225"/>
                <a:gd name="T11" fmla="*/ 196 h 365"/>
                <a:gd name="T12" fmla="*/ 161 w 225"/>
                <a:gd name="T13" fmla="*/ 62 h 365"/>
                <a:gd name="T14" fmla="*/ 92 w 225"/>
                <a:gd name="T15" fmla="*/ 143 h 365"/>
                <a:gd name="T16" fmla="*/ 61 w 225"/>
                <a:gd name="T17" fmla="*/ 289 h 365"/>
                <a:gd name="T18" fmla="*/ 0 w 225"/>
                <a:gd name="T19" fmla="*/ 275 h 365"/>
                <a:gd name="T20" fmla="*/ 37 w 225"/>
                <a:gd name="T21" fmla="*/ 270 h 365"/>
                <a:gd name="T22" fmla="*/ 69 w 225"/>
                <a:gd name="T23" fmla="*/ 126 h 365"/>
                <a:gd name="T24" fmla="*/ 155 w 225"/>
                <a:gd name="T25" fmla="*/ 5 h 365"/>
                <a:gd name="T26" fmla="*/ 225 w 225"/>
                <a:gd name="T27" fmla="*/ 2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5" h="365">
                  <a:moveTo>
                    <a:pt x="225" y="21"/>
                  </a:moveTo>
                  <a:cubicBezTo>
                    <a:pt x="182" y="202"/>
                    <a:pt x="182" y="202"/>
                    <a:pt x="182" y="20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1" y="365"/>
                    <a:pt x="174" y="362"/>
                  </a:cubicBezTo>
                  <a:cubicBezTo>
                    <a:pt x="158" y="359"/>
                    <a:pt x="165" y="343"/>
                    <a:pt x="173" y="324"/>
                  </a:cubicBezTo>
                  <a:cubicBezTo>
                    <a:pt x="173" y="324"/>
                    <a:pt x="152" y="230"/>
                    <a:pt x="152" y="196"/>
                  </a:cubicBezTo>
                  <a:cubicBezTo>
                    <a:pt x="152" y="162"/>
                    <a:pt x="161" y="62"/>
                    <a:pt x="161" y="62"/>
                  </a:cubicBezTo>
                  <a:cubicBezTo>
                    <a:pt x="92" y="143"/>
                    <a:pt x="92" y="143"/>
                    <a:pt x="92" y="143"/>
                  </a:cubicBezTo>
                  <a:cubicBezTo>
                    <a:pt x="61" y="289"/>
                    <a:pt x="61" y="289"/>
                    <a:pt x="61" y="289"/>
                  </a:cubicBezTo>
                  <a:cubicBezTo>
                    <a:pt x="61" y="289"/>
                    <a:pt x="22" y="291"/>
                    <a:pt x="0" y="275"/>
                  </a:cubicBezTo>
                  <a:cubicBezTo>
                    <a:pt x="0" y="275"/>
                    <a:pt x="10" y="263"/>
                    <a:pt x="37" y="270"/>
                  </a:cubicBezTo>
                  <a:cubicBezTo>
                    <a:pt x="37" y="270"/>
                    <a:pt x="53" y="159"/>
                    <a:pt x="69" y="126"/>
                  </a:cubicBezTo>
                  <a:cubicBezTo>
                    <a:pt x="84" y="92"/>
                    <a:pt x="137" y="35"/>
                    <a:pt x="155" y="5"/>
                  </a:cubicBezTo>
                  <a:cubicBezTo>
                    <a:pt x="155" y="5"/>
                    <a:pt x="181" y="0"/>
                    <a:pt x="225" y="2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8" name="Freeform 153"/>
            <p:cNvSpPr/>
            <p:nvPr userDrawn="1"/>
          </p:nvSpPr>
          <p:spPr bwMode="auto">
            <a:xfrm>
              <a:off x="10570330" y="3321952"/>
              <a:ext cx="68972" cy="42056"/>
            </a:xfrm>
            <a:custGeom>
              <a:avLst/>
              <a:gdLst>
                <a:gd name="T0" fmla="*/ 0 w 20"/>
                <a:gd name="T1" fmla="*/ 9 h 12"/>
                <a:gd name="T2" fmla="*/ 17 w 20"/>
                <a:gd name="T3" fmla="*/ 12 h 12"/>
                <a:gd name="T4" fmla="*/ 20 w 20"/>
                <a:gd name="T5" fmla="*/ 4 h 12"/>
                <a:gd name="T6" fmla="*/ 2 w 20"/>
                <a:gd name="T7" fmla="*/ 2 h 12"/>
                <a:gd name="T8" fmla="*/ 0 w 20"/>
                <a:gd name="T9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2">
                  <a:moveTo>
                    <a:pt x="0" y="9"/>
                  </a:moveTo>
                  <a:cubicBezTo>
                    <a:pt x="0" y="9"/>
                    <a:pt x="7" y="7"/>
                    <a:pt x="17" y="12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10" y="0"/>
                    <a:pt x="2" y="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9" name="Freeform 154"/>
            <p:cNvSpPr/>
            <p:nvPr userDrawn="1"/>
          </p:nvSpPr>
          <p:spPr bwMode="auto">
            <a:xfrm>
              <a:off x="10972384" y="2721395"/>
              <a:ext cx="79065" cy="223737"/>
            </a:xfrm>
            <a:custGeom>
              <a:avLst/>
              <a:gdLst>
                <a:gd name="T0" fmla="*/ 13 w 23"/>
                <a:gd name="T1" fmla="*/ 50 h 64"/>
                <a:gd name="T2" fmla="*/ 21 w 23"/>
                <a:gd name="T3" fmla="*/ 43 h 64"/>
                <a:gd name="T4" fmla="*/ 15 w 23"/>
                <a:gd name="T5" fmla="*/ 0 h 64"/>
                <a:gd name="T6" fmla="*/ 8 w 23"/>
                <a:gd name="T7" fmla="*/ 17 h 64"/>
                <a:gd name="T8" fmla="*/ 7 w 23"/>
                <a:gd name="T9" fmla="*/ 39 h 64"/>
                <a:gd name="T10" fmla="*/ 0 w 23"/>
                <a:gd name="T11" fmla="*/ 64 h 64"/>
                <a:gd name="T12" fmla="*/ 13 w 23"/>
                <a:gd name="T13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4">
                  <a:moveTo>
                    <a:pt x="13" y="50"/>
                  </a:moveTo>
                  <a:cubicBezTo>
                    <a:pt x="13" y="50"/>
                    <a:pt x="20" y="45"/>
                    <a:pt x="21" y="43"/>
                  </a:cubicBezTo>
                  <a:cubicBezTo>
                    <a:pt x="23" y="33"/>
                    <a:pt x="15" y="0"/>
                    <a:pt x="15" y="0"/>
                  </a:cubicBezTo>
                  <a:cubicBezTo>
                    <a:pt x="15" y="0"/>
                    <a:pt x="12" y="13"/>
                    <a:pt x="8" y="17"/>
                  </a:cubicBezTo>
                  <a:cubicBezTo>
                    <a:pt x="5" y="22"/>
                    <a:pt x="9" y="35"/>
                    <a:pt x="7" y="39"/>
                  </a:cubicBezTo>
                  <a:cubicBezTo>
                    <a:pt x="5" y="43"/>
                    <a:pt x="0" y="64"/>
                    <a:pt x="0" y="64"/>
                  </a:cubicBezTo>
                  <a:lnTo>
                    <a:pt x="13" y="50"/>
                  </a:ln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0" name="Freeform 155"/>
            <p:cNvSpPr/>
            <p:nvPr userDrawn="1"/>
          </p:nvSpPr>
          <p:spPr bwMode="auto">
            <a:xfrm>
              <a:off x="11170887" y="2675976"/>
              <a:ext cx="255699" cy="269157"/>
            </a:xfrm>
            <a:custGeom>
              <a:avLst/>
              <a:gdLst>
                <a:gd name="T0" fmla="*/ 68 w 73"/>
                <a:gd name="T1" fmla="*/ 36 h 77"/>
                <a:gd name="T2" fmla="*/ 41 w 73"/>
                <a:gd name="T3" fmla="*/ 60 h 77"/>
                <a:gd name="T4" fmla="*/ 38 w 73"/>
                <a:gd name="T5" fmla="*/ 77 h 77"/>
                <a:gd name="T6" fmla="*/ 13 w 73"/>
                <a:gd name="T7" fmla="*/ 72 h 77"/>
                <a:gd name="T8" fmla="*/ 1 w 73"/>
                <a:gd name="T9" fmla="*/ 33 h 77"/>
                <a:gd name="T10" fmla="*/ 0 w 73"/>
                <a:gd name="T11" fmla="*/ 27 h 77"/>
                <a:gd name="T12" fmla="*/ 42 w 73"/>
                <a:gd name="T13" fmla="*/ 0 h 77"/>
                <a:gd name="T14" fmla="*/ 46 w 73"/>
                <a:gd name="T15" fmla="*/ 0 h 77"/>
                <a:gd name="T16" fmla="*/ 68 w 73"/>
                <a:gd name="T17" fmla="*/ 3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77">
                  <a:moveTo>
                    <a:pt x="68" y="36"/>
                  </a:moveTo>
                  <a:cubicBezTo>
                    <a:pt x="63" y="53"/>
                    <a:pt x="47" y="55"/>
                    <a:pt x="41" y="60"/>
                  </a:cubicBezTo>
                  <a:cubicBezTo>
                    <a:pt x="35" y="65"/>
                    <a:pt x="38" y="77"/>
                    <a:pt x="38" y="77"/>
                  </a:cubicBezTo>
                  <a:cubicBezTo>
                    <a:pt x="38" y="77"/>
                    <a:pt x="10" y="77"/>
                    <a:pt x="13" y="72"/>
                  </a:cubicBezTo>
                  <a:cubicBezTo>
                    <a:pt x="15" y="68"/>
                    <a:pt x="4" y="46"/>
                    <a:pt x="1" y="33"/>
                  </a:cubicBezTo>
                  <a:cubicBezTo>
                    <a:pt x="0" y="31"/>
                    <a:pt x="0" y="29"/>
                    <a:pt x="0" y="27"/>
                  </a:cubicBezTo>
                  <a:cubicBezTo>
                    <a:pt x="2" y="19"/>
                    <a:pt x="25" y="1"/>
                    <a:pt x="42" y="0"/>
                  </a:cubicBezTo>
                  <a:cubicBezTo>
                    <a:pt x="43" y="0"/>
                    <a:pt x="45" y="0"/>
                    <a:pt x="46" y="0"/>
                  </a:cubicBezTo>
                  <a:cubicBezTo>
                    <a:pt x="64" y="3"/>
                    <a:pt x="73" y="20"/>
                    <a:pt x="68" y="36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1" name="Freeform 156"/>
            <p:cNvSpPr/>
            <p:nvPr userDrawn="1"/>
          </p:nvSpPr>
          <p:spPr bwMode="auto">
            <a:xfrm>
              <a:off x="11290325" y="2627191"/>
              <a:ext cx="195139" cy="289344"/>
            </a:xfrm>
            <a:custGeom>
              <a:avLst/>
              <a:gdLst>
                <a:gd name="T0" fmla="*/ 1 w 56"/>
                <a:gd name="T1" fmla="*/ 15 h 83"/>
                <a:gd name="T2" fmla="*/ 13 w 56"/>
                <a:gd name="T3" fmla="*/ 1 h 83"/>
                <a:gd name="T4" fmla="*/ 34 w 56"/>
                <a:gd name="T5" fmla="*/ 20 h 83"/>
                <a:gd name="T6" fmla="*/ 36 w 56"/>
                <a:gd name="T7" fmla="*/ 65 h 83"/>
                <a:gd name="T8" fmla="*/ 7 w 56"/>
                <a:gd name="T9" fmla="*/ 78 h 83"/>
                <a:gd name="T10" fmla="*/ 7 w 56"/>
                <a:gd name="T11" fmla="*/ 56 h 83"/>
                <a:gd name="T12" fmla="*/ 7 w 56"/>
                <a:gd name="T13" fmla="*/ 40 h 83"/>
                <a:gd name="T14" fmla="*/ 1 w 56"/>
                <a:gd name="T15" fmla="*/ 1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83">
                  <a:moveTo>
                    <a:pt x="1" y="15"/>
                  </a:moveTo>
                  <a:cubicBezTo>
                    <a:pt x="1" y="15"/>
                    <a:pt x="1" y="0"/>
                    <a:pt x="13" y="1"/>
                  </a:cubicBezTo>
                  <a:cubicBezTo>
                    <a:pt x="26" y="3"/>
                    <a:pt x="34" y="20"/>
                    <a:pt x="34" y="20"/>
                  </a:cubicBezTo>
                  <a:cubicBezTo>
                    <a:pt x="34" y="20"/>
                    <a:pt x="56" y="53"/>
                    <a:pt x="36" y="65"/>
                  </a:cubicBezTo>
                  <a:cubicBezTo>
                    <a:pt x="15" y="76"/>
                    <a:pt x="15" y="83"/>
                    <a:pt x="7" y="78"/>
                  </a:cubicBezTo>
                  <a:cubicBezTo>
                    <a:pt x="0" y="73"/>
                    <a:pt x="1" y="67"/>
                    <a:pt x="7" y="56"/>
                  </a:cubicBezTo>
                  <a:cubicBezTo>
                    <a:pt x="14" y="46"/>
                    <a:pt x="7" y="40"/>
                    <a:pt x="7" y="40"/>
                  </a:cubicBezTo>
                  <a:cubicBezTo>
                    <a:pt x="7" y="40"/>
                    <a:pt x="27" y="27"/>
                    <a:pt x="1" y="15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2" name="Freeform 157"/>
            <p:cNvSpPr/>
            <p:nvPr userDrawn="1"/>
          </p:nvSpPr>
          <p:spPr bwMode="auto">
            <a:xfrm>
              <a:off x="10814254" y="2871114"/>
              <a:ext cx="639247" cy="573641"/>
            </a:xfrm>
            <a:custGeom>
              <a:avLst/>
              <a:gdLst>
                <a:gd name="T0" fmla="*/ 50 w 183"/>
                <a:gd name="T1" fmla="*/ 0 h 164"/>
                <a:gd name="T2" fmla="*/ 12 w 183"/>
                <a:gd name="T3" fmla="*/ 73 h 164"/>
                <a:gd name="T4" fmla="*/ 64 w 183"/>
                <a:gd name="T5" fmla="*/ 59 h 164"/>
                <a:gd name="T6" fmla="*/ 47 w 183"/>
                <a:gd name="T7" fmla="*/ 160 h 164"/>
                <a:gd name="T8" fmla="*/ 117 w 183"/>
                <a:gd name="T9" fmla="*/ 164 h 164"/>
                <a:gd name="T10" fmla="*/ 140 w 183"/>
                <a:gd name="T11" fmla="*/ 90 h 164"/>
                <a:gd name="T12" fmla="*/ 153 w 183"/>
                <a:gd name="T13" fmla="*/ 19 h 164"/>
                <a:gd name="T14" fmla="*/ 88 w 183"/>
                <a:gd name="T15" fmla="*/ 19 h 164"/>
                <a:gd name="T16" fmla="*/ 47 w 183"/>
                <a:gd name="T17" fmla="*/ 40 h 164"/>
                <a:gd name="T18" fmla="*/ 60 w 183"/>
                <a:gd name="T19" fmla="*/ 8 h 164"/>
                <a:gd name="T20" fmla="*/ 50 w 183"/>
                <a:gd name="T2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" h="164">
                  <a:moveTo>
                    <a:pt x="50" y="0"/>
                  </a:moveTo>
                  <a:cubicBezTo>
                    <a:pt x="50" y="0"/>
                    <a:pt x="0" y="58"/>
                    <a:pt x="12" y="73"/>
                  </a:cubicBezTo>
                  <a:cubicBezTo>
                    <a:pt x="20" y="83"/>
                    <a:pt x="64" y="59"/>
                    <a:pt x="64" y="59"/>
                  </a:cubicBezTo>
                  <a:cubicBezTo>
                    <a:pt x="64" y="59"/>
                    <a:pt x="46" y="104"/>
                    <a:pt x="47" y="160"/>
                  </a:cubicBezTo>
                  <a:cubicBezTo>
                    <a:pt x="117" y="164"/>
                    <a:pt x="117" y="164"/>
                    <a:pt x="117" y="164"/>
                  </a:cubicBezTo>
                  <a:cubicBezTo>
                    <a:pt x="117" y="164"/>
                    <a:pt x="117" y="121"/>
                    <a:pt x="140" y="90"/>
                  </a:cubicBezTo>
                  <a:cubicBezTo>
                    <a:pt x="159" y="64"/>
                    <a:pt x="183" y="21"/>
                    <a:pt x="153" y="19"/>
                  </a:cubicBezTo>
                  <a:cubicBezTo>
                    <a:pt x="122" y="16"/>
                    <a:pt x="104" y="14"/>
                    <a:pt x="88" y="19"/>
                  </a:cubicBezTo>
                  <a:cubicBezTo>
                    <a:pt x="77" y="22"/>
                    <a:pt x="47" y="40"/>
                    <a:pt x="47" y="40"/>
                  </a:cubicBezTo>
                  <a:cubicBezTo>
                    <a:pt x="60" y="8"/>
                    <a:pt x="60" y="8"/>
                    <a:pt x="60" y="8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3" name="Freeform 158"/>
            <p:cNvSpPr/>
            <p:nvPr userDrawn="1"/>
          </p:nvSpPr>
          <p:spPr bwMode="auto">
            <a:xfrm>
              <a:off x="11170887" y="2675976"/>
              <a:ext cx="227102" cy="174952"/>
            </a:xfrm>
            <a:custGeom>
              <a:avLst/>
              <a:gdLst>
                <a:gd name="T0" fmla="*/ 46 w 65"/>
                <a:gd name="T1" fmla="*/ 30 h 50"/>
                <a:gd name="T2" fmla="*/ 47 w 65"/>
                <a:gd name="T3" fmla="*/ 47 h 50"/>
                <a:gd name="T4" fmla="*/ 35 w 65"/>
                <a:gd name="T5" fmla="*/ 38 h 50"/>
                <a:gd name="T6" fmla="*/ 1 w 65"/>
                <a:gd name="T7" fmla="*/ 33 h 50"/>
                <a:gd name="T8" fmla="*/ 0 w 65"/>
                <a:gd name="T9" fmla="*/ 27 h 50"/>
                <a:gd name="T10" fmla="*/ 42 w 65"/>
                <a:gd name="T11" fmla="*/ 0 h 50"/>
                <a:gd name="T12" fmla="*/ 57 w 65"/>
                <a:gd name="T13" fmla="*/ 13 h 50"/>
                <a:gd name="T14" fmla="*/ 46 w 65"/>
                <a:gd name="T15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0">
                  <a:moveTo>
                    <a:pt x="46" y="30"/>
                  </a:moveTo>
                  <a:cubicBezTo>
                    <a:pt x="55" y="31"/>
                    <a:pt x="65" y="43"/>
                    <a:pt x="47" y="47"/>
                  </a:cubicBezTo>
                  <a:cubicBezTo>
                    <a:pt x="34" y="50"/>
                    <a:pt x="35" y="38"/>
                    <a:pt x="35" y="38"/>
                  </a:cubicBezTo>
                  <a:cubicBezTo>
                    <a:pt x="22" y="49"/>
                    <a:pt x="10" y="38"/>
                    <a:pt x="1" y="33"/>
                  </a:cubicBezTo>
                  <a:cubicBezTo>
                    <a:pt x="0" y="31"/>
                    <a:pt x="0" y="29"/>
                    <a:pt x="0" y="27"/>
                  </a:cubicBezTo>
                  <a:cubicBezTo>
                    <a:pt x="2" y="19"/>
                    <a:pt x="25" y="1"/>
                    <a:pt x="42" y="0"/>
                  </a:cubicBezTo>
                  <a:cubicBezTo>
                    <a:pt x="57" y="4"/>
                    <a:pt x="57" y="13"/>
                    <a:pt x="57" y="13"/>
                  </a:cubicBezTo>
                  <a:cubicBezTo>
                    <a:pt x="47" y="17"/>
                    <a:pt x="46" y="30"/>
                    <a:pt x="46" y="30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4" name="Freeform 159"/>
            <p:cNvSpPr/>
            <p:nvPr userDrawn="1"/>
          </p:nvSpPr>
          <p:spPr bwMode="auto">
            <a:xfrm>
              <a:off x="11027897" y="2913170"/>
              <a:ext cx="195139" cy="381867"/>
            </a:xfrm>
            <a:custGeom>
              <a:avLst/>
              <a:gdLst>
                <a:gd name="T0" fmla="*/ 56 w 56"/>
                <a:gd name="T1" fmla="*/ 7 h 109"/>
                <a:gd name="T2" fmla="*/ 54 w 56"/>
                <a:gd name="T3" fmla="*/ 0 h 109"/>
                <a:gd name="T4" fmla="*/ 44 w 56"/>
                <a:gd name="T5" fmla="*/ 7 h 109"/>
                <a:gd name="T6" fmla="*/ 41 w 56"/>
                <a:gd name="T7" fmla="*/ 17 h 109"/>
                <a:gd name="T8" fmla="*/ 0 w 56"/>
                <a:gd name="T9" fmla="*/ 94 h 109"/>
                <a:gd name="T10" fmla="*/ 6 w 56"/>
                <a:gd name="T11" fmla="*/ 109 h 109"/>
                <a:gd name="T12" fmla="*/ 17 w 56"/>
                <a:gd name="T13" fmla="*/ 99 h 109"/>
                <a:gd name="T14" fmla="*/ 46 w 56"/>
                <a:gd name="T15" fmla="*/ 17 h 109"/>
                <a:gd name="T16" fmla="*/ 56 w 56"/>
                <a:gd name="T17" fmla="*/ 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09">
                  <a:moveTo>
                    <a:pt x="56" y="7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22" y="42"/>
                    <a:pt x="0" y="94"/>
                    <a:pt x="0" y="94"/>
                  </a:cubicBezTo>
                  <a:cubicBezTo>
                    <a:pt x="6" y="109"/>
                    <a:pt x="6" y="109"/>
                    <a:pt x="6" y="109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6" y="74"/>
                    <a:pt x="46" y="17"/>
                    <a:pt x="46" y="17"/>
                  </a:cubicBezTo>
                  <a:lnTo>
                    <a:pt x="56" y="7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5" name="Freeform 160"/>
            <p:cNvSpPr/>
            <p:nvPr userDrawn="1"/>
          </p:nvSpPr>
          <p:spPr bwMode="auto">
            <a:xfrm>
              <a:off x="11157429" y="2899712"/>
              <a:ext cx="156448" cy="62243"/>
            </a:xfrm>
            <a:custGeom>
              <a:avLst/>
              <a:gdLst>
                <a:gd name="T0" fmla="*/ 4 w 45"/>
                <a:gd name="T1" fmla="*/ 10 h 18"/>
                <a:gd name="T2" fmla="*/ 0 w 45"/>
                <a:gd name="T3" fmla="*/ 18 h 18"/>
                <a:gd name="T4" fmla="*/ 14 w 45"/>
                <a:gd name="T5" fmla="*/ 9 h 18"/>
                <a:gd name="T6" fmla="*/ 21 w 45"/>
                <a:gd name="T7" fmla="*/ 18 h 18"/>
                <a:gd name="T8" fmla="*/ 45 w 45"/>
                <a:gd name="T9" fmla="*/ 10 h 18"/>
                <a:gd name="T10" fmla="*/ 43 w 45"/>
                <a:gd name="T11" fmla="*/ 0 h 18"/>
                <a:gd name="T12" fmla="*/ 17 w 45"/>
                <a:gd name="T13" fmla="*/ 4 h 18"/>
                <a:gd name="T14" fmla="*/ 16 w 45"/>
                <a:gd name="T15" fmla="*/ 2 h 18"/>
                <a:gd name="T16" fmla="*/ 4 w 45"/>
                <a:gd name="T17" fmla="*/ 1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8">
                  <a:moveTo>
                    <a:pt x="4" y="1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8" y="17"/>
                    <a:pt x="21" y="18"/>
                  </a:cubicBezTo>
                  <a:cubicBezTo>
                    <a:pt x="23" y="18"/>
                    <a:pt x="45" y="10"/>
                    <a:pt x="45" y="1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2"/>
                    <a:pt x="16" y="2"/>
                    <a:pt x="16" y="2"/>
                  </a:cubicBezTo>
                  <a:lnTo>
                    <a:pt x="4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6" name="Freeform 161"/>
            <p:cNvSpPr/>
            <p:nvPr userDrawn="1"/>
          </p:nvSpPr>
          <p:spPr bwMode="auto">
            <a:xfrm>
              <a:off x="11059860" y="2864386"/>
              <a:ext cx="104298" cy="94205"/>
            </a:xfrm>
            <a:custGeom>
              <a:avLst/>
              <a:gdLst>
                <a:gd name="T0" fmla="*/ 11 w 30"/>
                <a:gd name="T1" fmla="*/ 26 h 27"/>
                <a:gd name="T2" fmla="*/ 0 w 30"/>
                <a:gd name="T3" fmla="*/ 10 h 27"/>
                <a:gd name="T4" fmla="*/ 25 w 30"/>
                <a:gd name="T5" fmla="*/ 6 h 27"/>
                <a:gd name="T6" fmla="*/ 27 w 30"/>
                <a:gd name="T7" fmla="*/ 2 h 27"/>
                <a:gd name="T8" fmla="*/ 29 w 30"/>
                <a:gd name="T9" fmla="*/ 11 h 27"/>
                <a:gd name="T10" fmla="*/ 23 w 30"/>
                <a:gd name="T11" fmla="*/ 19 h 27"/>
                <a:gd name="T12" fmla="*/ 11 w 30"/>
                <a:gd name="T13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7">
                  <a:moveTo>
                    <a:pt x="11" y="26"/>
                  </a:moveTo>
                  <a:cubicBezTo>
                    <a:pt x="7" y="17"/>
                    <a:pt x="0" y="22"/>
                    <a:pt x="0" y="10"/>
                  </a:cubicBezTo>
                  <a:cubicBezTo>
                    <a:pt x="0" y="5"/>
                    <a:pt x="25" y="6"/>
                    <a:pt x="25" y="6"/>
                  </a:cubicBezTo>
                  <a:cubicBezTo>
                    <a:pt x="25" y="6"/>
                    <a:pt x="21" y="0"/>
                    <a:pt x="27" y="2"/>
                  </a:cubicBezTo>
                  <a:cubicBezTo>
                    <a:pt x="30" y="3"/>
                    <a:pt x="30" y="9"/>
                    <a:pt x="29" y="11"/>
                  </a:cubicBezTo>
                  <a:cubicBezTo>
                    <a:pt x="27" y="15"/>
                    <a:pt x="22" y="17"/>
                    <a:pt x="23" y="19"/>
                  </a:cubicBezTo>
                  <a:cubicBezTo>
                    <a:pt x="24" y="27"/>
                    <a:pt x="11" y="26"/>
                    <a:pt x="11" y="2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7" name="Freeform 162"/>
            <p:cNvSpPr/>
            <p:nvPr userDrawn="1"/>
          </p:nvSpPr>
          <p:spPr bwMode="auto">
            <a:xfrm>
              <a:off x="11086775" y="2928310"/>
              <a:ext cx="339811" cy="328035"/>
            </a:xfrm>
            <a:custGeom>
              <a:avLst/>
              <a:gdLst>
                <a:gd name="T0" fmla="*/ 15 w 97"/>
                <a:gd name="T1" fmla="*/ 1 h 94"/>
                <a:gd name="T2" fmla="*/ 0 w 97"/>
                <a:gd name="T3" fmla="*/ 4 h 94"/>
                <a:gd name="T4" fmla="*/ 28 w 97"/>
                <a:gd name="T5" fmla="*/ 89 h 94"/>
                <a:gd name="T6" fmla="*/ 92 w 97"/>
                <a:gd name="T7" fmla="*/ 15 h 94"/>
                <a:gd name="T8" fmla="*/ 76 w 97"/>
                <a:gd name="T9" fmla="*/ 1 h 94"/>
                <a:gd name="T10" fmla="*/ 33 w 97"/>
                <a:gd name="T11" fmla="*/ 56 h 94"/>
                <a:gd name="T12" fmla="*/ 15 w 97"/>
                <a:gd name="T13" fmla="*/ 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94">
                  <a:moveTo>
                    <a:pt x="15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6" y="85"/>
                    <a:pt x="28" y="89"/>
                  </a:cubicBezTo>
                  <a:cubicBezTo>
                    <a:pt x="52" y="94"/>
                    <a:pt x="97" y="39"/>
                    <a:pt x="92" y="15"/>
                  </a:cubicBezTo>
                  <a:cubicBezTo>
                    <a:pt x="91" y="10"/>
                    <a:pt x="81" y="0"/>
                    <a:pt x="76" y="1"/>
                  </a:cubicBezTo>
                  <a:cubicBezTo>
                    <a:pt x="60" y="2"/>
                    <a:pt x="33" y="56"/>
                    <a:pt x="33" y="56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8" name="Freeform 163"/>
            <p:cNvSpPr/>
            <p:nvPr userDrawn="1"/>
          </p:nvSpPr>
          <p:spPr bwMode="auto">
            <a:xfrm>
              <a:off x="10768833" y="3402699"/>
              <a:ext cx="748593" cy="1204477"/>
            </a:xfrm>
            <a:custGeom>
              <a:avLst/>
              <a:gdLst>
                <a:gd name="T0" fmla="*/ 130 w 214"/>
                <a:gd name="T1" fmla="*/ 12 h 345"/>
                <a:gd name="T2" fmla="*/ 177 w 214"/>
                <a:gd name="T3" fmla="*/ 185 h 345"/>
                <a:gd name="T4" fmla="*/ 191 w 214"/>
                <a:gd name="T5" fmla="*/ 314 h 345"/>
                <a:gd name="T6" fmla="*/ 209 w 214"/>
                <a:gd name="T7" fmla="*/ 335 h 345"/>
                <a:gd name="T8" fmla="*/ 172 w 214"/>
                <a:gd name="T9" fmla="*/ 314 h 345"/>
                <a:gd name="T10" fmla="*/ 146 w 214"/>
                <a:gd name="T11" fmla="*/ 188 h 345"/>
                <a:gd name="T12" fmla="*/ 86 w 214"/>
                <a:gd name="T13" fmla="*/ 73 h 345"/>
                <a:gd name="T14" fmla="*/ 53 w 214"/>
                <a:gd name="T15" fmla="*/ 175 h 345"/>
                <a:gd name="T16" fmla="*/ 50 w 214"/>
                <a:gd name="T17" fmla="*/ 309 h 345"/>
                <a:gd name="T18" fmla="*/ 13 w 214"/>
                <a:gd name="T19" fmla="*/ 335 h 345"/>
                <a:gd name="T20" fmla="*/ 27 w 214"/>
                <a:gd name="T21" fmla="*/ 302 h 345"/>
                <a:gd name="T22" fmla="*/ 19 w 214"/>
                <a:gd name="T23" fmla="*/ 171 h 345"/>
                <a:gd name="T24" fmla="*/ 60 w 214"/>
                <a:gd name="T25" fmla="*/ 8 h 345"/>
                <a:gd name="T26" fmla="*/ 130 w 214"/>
                <a:gd name="T27" fmla="*/ 12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4" h="345">
                  <a:moveTo>
                    <a:pt x="130" y="12"/>
                  </a:moveTo>
                  <a:cubicBezTo>
                    <a:pt x="130" y="12"/>
                    <a:pt x="168" y="145"/>
                    <a:pt x="177" y="185"/>
                  </a:cubicBezTo>
                  <a:cubicBezTo>
                    <a:pt x="184" y="214"/>
                    <a:pt x="191" y="314"/>
                    <a:pt x="191" y="314"/>
                  </a:cubicBezTo>
                  <a:cubicBezTo>
                    <a:pt x="191" y="314"/>
                    <a:pt x="214" y="330"/>
                    <a:pt x="209" y="335"/>
                  </a:cubicBezTo>
                  <a:cubicBezTo>
                    <a:pt x="201" y="343"/>
                    <a:pt x="170" y="331"/>
                    <a:pt x="172" y="314"/>
                  </a:cubicBezTo>
                  <a:cubicBezTo>
                    <a:pt x="172" y="314"/>
                    <a:pt x="154" y="214"/>
                    <a:pt x="146" y="188"/>
                  </a:cubicBezTo>
                  <a:cubicBezTo>
                    <a:pt x="134" y="148"/>
                    <a:pt x="92" y="73"/>
                    <a:pt x="86" y="73"/>
                  </a:cubicBezTo>
                  <a:cubicBezTo>
                    <a:pt x="80" y="73"/>
                    <a:pt x="57" y="161"/>
                    <a:pt x="53" y="175"/>
                  </a:cubicBezTo>
                  <a:cubicBezTo>
                    <a:pt x="48" y="194"/>
                    <a:pt x="41" y="277"/>
                    <a:pt x="50" y="309"/>
                  </a:cubicBezTo>
                  <a:cubicBezTo>
                    <a:pt x="50" y="309"/>
                    <a:pt x="30" y="345"/>
                    <a:pt x="13" y="335"/>
                  </a:cubicBezTo>
                  <a:cubicBezTo>
                    <a:pt x="13" y="335"/>
                    <a:pt x="0" y="322"/>
                    <a:pt x="27" y="302"/>
                  </a:cubicBezTo>
                  <a:cubicBezTo>
                    <a:pt x="27" y="302"/>
                    <a:pt x="16" y="195"/>
                    <a:pt x="19" y="171"/>
                  </a:cubicBezTo>
                  <a:cubicBezTo>
                    <a:pt x="23" y="147"/>
                    <a:pt x="58" y="39"/>
                    <a:pt x="60" y="8"/>
                  </a:cubicBezTo>
                  <a:cubicBezTo>
                    <a:pt x="60" y="8"/>
                    <a:pt x="82" y="0"/>
                    <a:pt x="130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9" name="Freeform 164"/>
            <p:cNvSpPr/>
            <p:nvPr userDrawn="1"/>
          </p:nvSpPr>
          <p:spPr bwMode="auto">
            <a:xfrm>
              <a:off x="11027897" y="3426250"/>
              <a:ext cx="58879" cy="38692"/>
            </a:xfrm>
            <a:custGeom>
              <a:avLst/>
              <a:gdLst>
                <a:gd name="T0" fmla="*/ 0 w 17"/>
                <a:gd name="T1" fmla="*/ 11 h 11"/>
                <a:gd name="T2" fmla="*/ 17 w 17"/>
                <a:gd name="T3" fmla="*/ 11 h 11"/>
                <a:gd name="T4" fmla="*/ 17 w 17"/>
                <a:gd name="T5" fmla="*/ 3 h 11"/>
                <a:gd name="T6" fmla="*/ 0 w 17"/>
                <a:gd name="T7" fmla="*/ 1 h 11"/>
                <a:gd name="T8" fmla="*/ 0 w 1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0" y="11"/>
                  </a:moveTo>
                  <a:cubicBezTo>
                    <a:pt x="0" y="11"/>
                    <a:pt x="5" y="6"/>
                    <a:pt x="17" y="11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10" y="0"/>
                    <a:pt x="0" y="1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0" name="Freeform 165"/>
            <p:cNvSpPr/>
            <p:nvPr userDrawn="1"/>
          </p:nvSpPr>
          <p:spPr bwMode="auto">
            <a:xfrm>
              <a:off x="10499676" y="635430"/>
              <a:ext cx="391960" cy="432334"/>
            </a:xfrm>
            <a:custGeom>
              <a:avLst/>
              <a:gdLst>
                <a:gd name="T0" fmla="*/ 0 w 112"/>
                <a:gd name="T1" fmla="*/ 68 h 124"/>
                <a:gd name="T2" fmla="*/ 56 w 112"/>
                <a:gd name="T3" fmla="*/ 124 h 124"/>
                <a:gd name="T4" fmla="*/ 112 w 112"/>
                <a:gd name="T5" fmla="*/ 68 h 124"/>
                <a:gd name="T6" fmla="*/ 88 w 112"/>
                <a:gd name="T7" fmla="*/ 14 h 124"/>
                <a:gd name="T8" fmla="*/ 84 w 112"/>
                <a:gd name="T9" fmla="*/ 0 h 124"/>
                <a:gd name="T10" fmla="*/ 28 w 112"/>
                <a:gd name="T11" fmla="*/ 0 h 124"/>
                <a:gd name="T12" fmla="*/ 23 w 112"/>
                <a:gd name="T13" fmla="*/ 14 h 124"/>
                <a:gd name="T14" fmla="*/ 0 w 112"/>
                <a:gd name="T15" fmla="*/ 68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124">
                  <a:moveTo>
                    <a:pt x="0" y="68"/>
                  </a:moveTo>
                  <a:cubicBezTo>
                    <a:pt x="0" y="99"/>
                    <a:pt x="25" y="124"/>
                    <a:pt x="56" y="124"/>
                  </a:cubicBezTo>
                  <a:cubicBezTo>
                    <a:pt x="87" y="124"/>
                    <a:pt x="112" y="99"/>
                    <a:pt x="112" y="68"/>
                  </a:cubicBezTo>
                  <a:cubicBezTo>
                    <a:pt x="112" y="45"/>
                    <a:pt x="98" y="29"/>
                    <a:pt x="88" y="14"/>
                  </a:cubicBezTo>
                  <a:cubicBezTo>
                    <a:pt x="85" y="10"/>
                    <a:pt x="84" y="0"/>
                    <a:pt x="8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7" y="10"/>
                    <a:pt x="23" y="14"/>
                  </a:cubicBezTo>
                  <a:cubicBezTo>
                    <a:pt x="14" y="29"/>
                    <a:pt x="0" y="43"/>
                    <a:pt x="0" y="68"/>
                  </a:cubicBezTo>
                  <a:close/>
                </a:path>
              </a:pathLst>
            </a:custGeom>
            <a:solidFill>
              <a:srgbClr val="FAAF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1" name="Oval 166"/>
            <p:cNvSpPr>
              <a:spLocks noChangeArrowheads="1"/>
            </p:cNvSpPr>
            <p:nvPr userDrawn="1"/>
          </p:nvSpPr>
          <p:spPr bwMode="auto">
            <a:xfrm>
              <a:off x="10518181" y="707766"/>
              <a:ext cx="351587" cy="353268"/>
            </a:xfrm>
            <a:prstGeom prst="ellipse">
              <a:avLst/>
            </a:prstGeom>
            <a:solidFill>
              <a:srgbClr val="F9EC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2" name="Freeform 167"/>
            <p:cNvSpPr/>
            <p:nvPr userDrawn="1"/>
          </p:nvSpPr>
          <p:spPr bwMode="auto">
            <a:xfrm>
              <a:off x="10548462" y="386460"/>
              <a:ext cx="294391" cy="272521"/>
            </a:xfrm>
            <a:custGeom>
              <a:avLst/>
              <a:gdLst>
                <a:gd name="T0" fmla="*/ 0 w 84"/>
                <a:gd name="T1" fmla="*/ 12 h 78"/>
                <a:gd name="T2" fmla="*/ 12 w 84"/>
                <a:gd name="T3" fmla="*/ 0 h 78"/>
                <a:gd name="T4" fmla="*/ 72 w 84"/>
                <a:gd name="T5" fmla="*/ 0 h 78"/>
                <a:gd name="T6" fmla="*/ 84 w 84"/>
                <a:gd name="T7" fmla="*/ 12 h 78"/>
                <a:gd name="T8" fmla="*/ 84 w 84"/>
                <a:gd name="T9" fmla="*/ 66 h 78"/>
                <a:gd name="T10" fmla="*/ 72 w 84"/>
                <a:gd name="T11" fmla="*/ 78 h 78"/>
                <a:gd name="T12" fmla="*/ 12 w 84"/>
                <a:gd name="T13" fmla="*/ 78 h 78"/>
                <a:gd name="T14" fmla="*/ 0 w 84"/>
                <a:gd name="T15" fmla="*/ 66 h 78"/>
                <a:gd name="T16" fmla="*/ 0 w 84"/>
                <a:gd name="T17" fmla="*/ 1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" h="78">
                  <a:moveTo>
                    <a:pt x="0" y="12"/>
                  </a:moveTo>
                  <a:cubicBezTo>
                    <a:pt x="0" y="5"/>
                    <a:pt x="5" y="0"/>
                    <a:pt x="1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8" y="0"/>
                    <a:pt x="84" y="5"/>
                    <a:pt x="84" y="12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4" y="73"/>
                    <a:pt x="78" y="78"/>
                    <a:pt x="72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5" y="78"/>
                    <a:pt x="0" y="73"/>
                    <a:pt x="0" y="66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3" name="Freeform 168"/>
            <p:cNvSpPr/>
            <p:nvPr userDrawn="1"/>
          </p:nvSpPr>
          <p:spPr bwMode="auto">
            <a:xfrm>
              <a:off x="10590517" y="616926"/>
              <a:ext cx="203550" cy="265792"/>
            </a:xfrm>
            <a:custGeom>
              <a:avLst/>
              <a:gdLst>
                <a:gd name="T0" fmla="*/ 40 w 58"/>
                <a:gd name="T1" fmla="*/ 0 h 76"/>
                <a:gd name="T2" fmla="*/ 58 w 58"/>
                <a:gd name="T3" fmla="*/ 63 h 76"/>
                <a:gd name="T4" fmla="*/ 46 w 58"/>
                <a:gd name="T5" fmla="*/ 63 h 76"/>
                <a:gd name="T6" fmla="*/ 40 w 58"/>
                <a:gd name="T7" fmla="*/ 76 h 76"/>
                <a:gd name="T8" fmla="*/ 33 w 58"/>
                <a:gd name="T9" fmla="*/ 54 h 76"/>
                <a:gd name="T10" fmla="*/ 28 w 58"/>
                <a:gd name="T11" fmla="*/ 69 h 76"/>
                <a:gd name="T12" fmla="*/ 24 w 58"/>
                <a:gd name="T13" fmla="*/ 58 h 76"/>
                <a:gd name="T14" fmla="*/ 18 w 58"/>
                <a:gd name="T15" fmla="*/ 70 h 76"/>
                <a:gd name="T16" fmla="*/ 13 w 58"/>
                <a:gd name="T17" fmla="*/ 63 h 76"/>
                <a:gd name="T18" fmla="*/ 0 w 58"/>
                <a:gd name="T19" fmla="*/ 63 h 76"/>
                <a:gd name="T20" fmla="*/ 19 w 58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cubicBezTo>
                    <a:pt x="40" y="0"/>
                    <a:pt x="37" y="43"/>
                    <a:pt x="58" y="63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19" y="50"/>
                    <a:pt x="19" y="0"/>
                  </a:cubicBezTo>
                </a:path>
              </a:pathLst>
            </a:custGeom>
            <a:noFill/>
            <a:ln w="12700" cap="flat">
              <a:solidFill>
                <a:srgbClr val="40404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4" name="Oval 169"/>
            <p:cNvSpPr>
              <a:spLocks noChangeArrowheads="1"/>
            </p:cNvSpPr>
            <p:nvPr userDrawn="1"/>
          </p:nvSpPr>
          <p:spPr bwMode="auto">
            <a:xfrm>
              <a:off x="10593881" y="924774"/>
              <a:ext cx="200186" cy="1211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5" name="Oval 170"/>
            <p:cNvSpPr>
              <a:spLocks noChangeArrowheads="1"/>
            </p:cNvSpPr>
            <p:nvPr userDrawn="1"/>
          </p:nvSpPr>
          <p:spPr bwMode="auto">
            <a:xfrm>
              <a:off x="10635937" y="721224"/>
              <a:ext cx="119439" cy="4205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6" name="Freeform 171"/>
            <p:cNvSpPr/>
            <p:nvPr userDrawn="1"/>
          </p:nvSpPr>
          <p:spPr bwMode="auto">
            <a:xfrm>
              <a:off x="10593881" y="593375"/>
              <a:ext cx="200186" cy="42056"/>
            </a:xfrm>
            <a:custGeom>
              <a:avLst/>
              <a:gdLst>
                <a:gd name="T0" fmla="*/ 57 w 57"/>
                <a:gd name="T1" fmla="*/ 6 h 12"/>
                <a:gd name="T2" fmla="*/ 51 w 57"/>
                <a:gd name="T3" fmla="*/ 12 h 12"/>
                <a:gd name="T4" fmla="*/ 6 w 57"/>
                <a:gd name="T5" fmla="*/ 12 h 12"/>
                <a:gd name="T6" fmla="*/ 0 w 57"/>
                <a:gd name="T7" fmla="*/ 6 h 12"/>
                <a:gd name="T8" fmla="*/ 0 w 57"/>
                <a:gd name="T9" fmla="*/ 6 h 12"/>
                <a:gd name="T10" fmla="*/ 6 w 57"/>
                <a:gd name="T11" fmla="*/ 0 h 12"/>
                <a:gd name="T12" fmla="*/ 51 w 57"/>
                <a:gd name="T13" fmla="*/ 0 h 12"/>
                <a:gd name="T14" fmla="*/ 57 w 57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2">
                  <a:moveTo>
                    <a:pt x="57" y="6"/>
                  </a:moveTo>
                  <a:cubicBezTo>
                    <a:pt x="57" y="9"/>
                    <a:pt x="55" y="12"/>
                    <a:pt x="51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5" y="0"/>
                    <a:pt x="57" y="3"/>
                    <a:pt x="57" y="6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7" name="Freeform 172"/>
            <p:cNvSpPr/>
            <p:nvPr userDrawn="1"/>
          </p:nvSpPr>
          <p:spPr bwMode="auto">
            <a:xfrm>
              <a:off x="10632573" y="1091315"/>
              <a:ext cx="220373" cy="206915"/>
            </a:xfrm>
            <a:custGeom>
              <a:avLst/>
              <a:gdLst>
                <a:gd name="T0" fmla="*/ 42 w 63"/>
                <a:gd name="T1" fmla="*/ 11 h 59"/>
                <a:gd name="T2" fmla="*/ 25 w 63"/>
                <a:gd name="T3" fmla="*/ 2 h 59"/>
                <a:gd name="T4" fmla="*/ 6 w 63"/>
                <a:gd name="T5" fmla="*/ 34 h 59"/>
                <a:gd name="T6" fmla="*/ 52 w 63"/>
                <a:gd name="T7" fmla="*/ 59 h 59"/>
                <a:gd name="T8" fmla="*/ 60 w 63"/>
                <a:gd name="T9" fmla="*/ 30 h 59"/>
                <a:gd name="T10" fmla="*/ 42 w 63"/>
                <a:gd name="T11" fmla="*/ 1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59">
                  <a:moveTo>
                    <a:pt x="42" y="11"/>
                  </a:moveTo>
                  <a:cubicBezTo>
                    <a:pt x="42" y="11"/>
                    <a:pt x="36" y="0"/>
                    <a:pt x="25" y="2"/>
                  </a:cubicBezTo>
                  <a:cubicBezTo>
                    <a:pt x="14" y="4"/>
                    <a:pt x="0" y="20"/>
                    <a:pt x="6" y="34"/>
                  </a:cubicBezTo>
                  <a:cubicBezTo>
                    <a:pt x="12" y="48"/>
                    <a:pt x="52" y="59"/>
                    <a:pt x="52" y="59"/>
                  </a:cubicBezTo>
                  <a:cubicBezTo>
                    <a:pt x="52" y="59"/>
                    <a:pt x="63" y="46"/>
                    <a:pt x="60" y="30"/>
                  </a:cubicBezTo>
                  <a:cubicBezTo>
                    <a:pt x="57" y="15"/>
                    <a:pt x="48" y="5"/>
                    <a:pt x="42" y="1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8" name="Freeform 173"/>
            <p:cNvSpPr/>
            <p:nvPr userDrawn="1"/>
          </p:nvSpPr>
          <p:spPr bwMode="auto">
            <a:xfrm>
              <a:off x="10535004" y="864213"/>
              <a:ext cx="90840" cy="139626"/>
            </a:xfrm>
            <a:custGeom>
              <a:avLst/>
              <a:gdLst>
                <a:gd name="T0" fmla="*/ 6 w 26"/>
                <a:gd name="T1" fmla="*/ 30 h 40"/>
                <a:gd name="T2" fmla="*/ 0 w 26"/>
                <a:gd name="T3" fmla="*/ 17 h 40"/>
                <a:gd name="T4" fmla="*/ 3 w 26"/>
                <a:gd name="T5" fmla="*/ 9 h 40"/>
                <a:gd name="T6" fmla="*/ 3 w 26"/>
                <a:gd name="T7" fmla="*/ 15 h 40"/>
                <a:gd name="T8" fmla="*/ 6 w 26"/>
                <a:gd name="T9" fmla="*/ 19 h 40"/>
                <a:gd name="T10" fmla="*/ 9 w 26"/>
                <a:gd name="T11" fmla="*/ 9 h 40"/>
                <a:gd name="T12" fmla="*/ 15 w 26"/>
                <a:gd name="T13" fmla="*/ 1 h 40"/>
                <a:gd name="T14" fmla="*/ 16 w 26"/>
                <a:gd name="T15" fmla="*/ 2 h 40"/>
                <a:gd name="T16" fmla="*/ 13 w 26"/>
                <a:gd name="T17" fmla="*/ 9 h 40"/>
                <a:gd name="T18" fmla="*/ 12 w 26"/>
                <a:gd name="T19" fmla="*/ 14 h 40"/>
                <a:gd name="T20" fmla="*/ 16 w 26"/>
                <a:gd name="T21" fmla="*/ 10 h 40"/>
                <a:gd name="T22" fmla="*/ 25 w 26"/>
                <a:gd name="T23" fmla="*/ 8 h 40"/>
                <a:gd name="T24" fmla="*/ 20 w 26"/>
                <a:gd name="T25" fmla="*/ 11 h 40"/>
                <a:gd name="T26" fmla="*/ 16 w 26"/>
                <a:gd name="T27" fmla="*/ 16 h 40"/>
                <a:gd name="T28" fmla="*/ 22 w 26"/>
                <a:gd name="T29" fmla="*/ 15 h 40"/>
                <a:gd name="T30" fmla="*/ 26 w 26"/>
                <a:gd name="T31" fmla="*/ 16 h 40"/>
                <a:gd name="T32" fmla="*/ 25 w 26"/>
                <a:gd name="T33" fmla="*/ 17 h 40"/>
                <a:gd name="T34" fmla="*/ 25 w 26"/>
                <a:gd name="T35" fmla="*/ 18 h 40"/>
                <a:gd name="T36" fmla="*/ 22 w 26"/>
                <a:gd name="T37" fmla="*/ 20 h 40"/>
                <a:gd name="T38" fmla="*/ 20 w 26"/>
                <a:gd name="T39" fmla="*/ 23 h 40"/>
                <a:gd name="T40" fmla="*/ 12 w 26"/>
                <a:gd name="T41" fmla="*/ 35 h 40"/>
                <a:gd name="T42" fmla="*/ 8 w 26"/>
                <a:gd name="T43" fmla="*/ 40 h 40"/>
                <a:gd name="T44" fmla="*/ 6 w 26"/>
                <a:gd name="T45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40">
                  <a:moveTo>
                    <a:pt x="6" y="3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4" y="11"/>
                    <a:pt x="3" y="15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7" y="0"/>
                    <a:pt x="16" y="2"/>
                  </a:cubicBezTo>
                  <a:cubicBezTo>
                    <a:pt x="16" y="4"/>
                    <a:pt x="13" y="9"/>
                    <a:pt x="13" y="9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6" y="10"/>
                    <a:pt x="20" y="11"/>
                  </a:cubicBezTo>
                  <a:cubicBezTo>
                    <a:pt x="18" y="12"/>
                    <a:pt x="16" y="16"/>
                    <a:pt x="16" y="16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6" y="14"/>
                    <a:pt x="26" y="16"/>
                  </a:cubicBezTo>
                  <a:cubicBezTo>
                    <a:pt x="26" y="17"/>
                    <a:pt x="25" y="17"/>
                    <a:pt x="25" y="17"/>
                  </a:cubicBezTo>
                  <a:cubicBezTo>
                    <a:pt x="25" y="17"/>
                    <a:pt x="26" y="17"/>
                    <a:pt x="25" y="18"/>
                  </a:cubicBezTo>
                  <a:cubicBezTo>
                    <a:pt x="25" y="19"/>
                    <a:pt x="22" y="20"/>
                    <a:pt x="22" y="20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19" y="34"/>
                    <a:pt x="12" y="35"/>
                  </a:cubicBezTo>
                  <a:cubicBezTo>
                    <a:pt x="10" y="35"/>
                    <a:pt x="8" y="40"/>
                    <a:pt x="8" y="40"/>
                  </a:cubicBezTo>
                  <a:lnTo>
                    <a:pt x="6" y="3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9" name="Freeform 174"/>
            <p:cNvSpPr/>
            <p:nvPr userDrawn="1"/>
          </p:nvSpPr>
          <p:spPr bwMode="auto">
            <a:xfrm>
              <a:off x="10642666" y="1106454"/>
              <a:ext cx="185045" cy="328035"/>
            </a:xfrm>
            <a:custGeom>
              <a:avLst/>
              <a:gdLst>
                <a:gd name="T0" fmla="*/ 53 w 53"/>
                <a:gd name="T1" fmla="*/ 88 h 94"/>
                <a:gd name="T2" fmla="*/ 42 w 53"/>
                <a:gd name="T3" fmla="*/ 89 h 94"/>
                <a:gd name="T4" fmla="*/ 19 w 53"/>
                <a:gd name="T5" fmla="*/ 93 h 94"/>
                <a:gd name="T6" fmla="*/ 15 w 53"/>
                <a:gd name="T7" fmla="*/ 94 h 94"/>
                <a:gd name="T8" fmla="*/ 17 w 53"/>
                <a:gd name="T9" fmla="*/ 88 h 94"/>
                <a:gd name="T10" fmla="*/ 20 w 53"/>
                <a:gd name="T11" fmla="*/ 74 h 94"/>
                <a:gd name="T12" fmla="*/ 8 w 53"/>
                <a:gd name="T13" fmla="*/ 57 h 94"/>
                <a:gd name="T14" fmla="*/ 8 w 53"/>
                <a:gd name="T15" fmla="*/ 57 h 94"/>
                <a:gd name="T16" fmla="*/ 15 w 53"/>
                <a:gd name="T17" fmla="*/ 11 h 94"/>
                <a:gd name="T18" fmla="*/ 52 w 53"/>
                <a:gd name="T19" fmla="*/ 27 h 94"/>
                <a:gd name="T20" fmla="*/ 51 w 53"/>
                <a:gd name="T21" fmla="*/ 51 h 94"/>
                <a:gd name="T22" fmla="*/ 43 w 53"/>
                <a:gd name="T23" fmla="*/ 69 h 94"/>
                <a:gd name="T24" fmla="*/ 49 w 53"/>
                <a:gd name="T25" fmla="*/ 82 h 94"/>
                <a:gd name="T26" fmla="*/ 53 w 53"/>
                <a:gd name="T27" fmla="*/ 88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" h="94">
                  <a:moveTo>
                    <a:pt x="53" y="88"/>
                  </a:moveTo>
                  <a:cubicBezTo>
                    <a:pt x="42" y="89"/>
                    <a:pt x="42" y="89"/>
                    <a:pt x="42" y="89"/>
                  </a:cubicBezTo>
                  <a:cubicBezTo>
                    <a:pt x="19" y="93"/>
                    <a:pt x="19" y="93"/>
                    <a:pt x="19" y="93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4"/>
                    <a:pt x="16" y="91"/>
                    <a:pt x="17" y="88"/>
                  </a:cubicBezTo>
                  <a:cubicBezTo>
                    <a:pt x="19" y="83"/>
                    <a:pt x="21" y="77"/>
                    <a:pt x="20" y="74"/>
                  </a:cubicBezTo>
                  <a:cubicBezTo>
                    <a:pt x="18" y="69"/>
                    <a:pt x="14" y="68"/>
                    <a:pt x="8" y="57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0" y="43"/>
                    <a:pt x="1" y="19"/>
                    <a:pt x="15" y="11"/>
                  </a:cubicBezTo>
                  <a:cubicBezTo>
                    <a:pt x="33" y="0"/>
                    <a:pt x="51" y="13"/>
                    <a:pt x="52" y="27"/>
                  </a:cubicBezTo>
                  <a:cubicBezTo>
                    <a:pt x="53" y="39"/>
                    <a:pt x="52" y="46"/>
                    <a:pt x="51" y="51"/>
                  </a:cubicBezTo>
                  <a:cubicBezTo>
                    <a:pt x="49" y="61"/>
                    <a:pt x="44" y="62"/>
                    <a:pt x="43" y="69"/>
                  </a:cubicBezTo>
                  <a:cubicBezTo>
                    <a:pt x="43" y="72"/>
                    <a:pt x="46" y="78"/>
                    <a:pt x="49" y="82"/>
                  </a:cubicBezTo>
                  <a:cubicBezTo>
                    <a:pt x="51" y="85"/>
                    <a:pt x="53" y="88"/>
                    <a:pt x="53" y="88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0" name="Freeform 175"/>
            <p:cNvSpPr/>
            <p:nvPr userDrawn="1"/>
          </p:nvSpPr>
          <p:spPr bwMode="auto">
            <a:xfrm>
              <a:off x="10671264" y="1283089"/>
              <a:ext cx="149719" cy="168223"/>
            </a:xfrm>
            <a:custGeom>
              <a:avLst/>
              <a:gdLst>
                <a:gd name="T0" fmla="*/ 35 w 43"/>
                <a:gd name="T1" fmla="*/ 18 h 48"/>
                <a:gd name="T2" fmla="*/ 41 w 43"/>
                <a:gd name="T3" fmla="*/ 31 h 48"/>
                <a:gd name="T4" fmla="*/ 41 w 43"/>
                <a:gd name="T5" fmla="*/ 35 h 48"/>
                <a:gd name="T6" fmla="*/ 34 w 43"/>
                <a:gd name="T7" fmla="*/ 38 h 48"/>
                <a:gd name="T8" fmla="*/ 14 w 43"/>
                <a:gd name="T9" fmla="*/ 48 h 48"/>
                <a:gd name="T10" fmla="*/ 11 w 43"/>
                <a:gd name="T11" fmla="*/ 42 h 48"/>
                <a:gd name="T12" fmla="*/ 9 w 43"/>
                <a:gd name="T13" fmla="*/ 37 h 48"/>
                <a:gd name="T14" fmla="*/ 12 w 43"/>
                <a:gd name="T15" fmla="*/ 23 h 48"/>
                <a:gd name="T16" fmla="*/ 0 w 43"/>
                <a:gd name="T17" fmla="*/ 6 h 48"/>
                <a:gd name="T18" fmla="*/ 17 w 43"/>
                <a:gd name="T19" fmla="*/ 8 h 48"/>
                <a:gd name="T20" fmla="*/ 43 w 43"/>
                <a:gd name="T21" fmla="*/ 0 h 48"/>
                <a:gd name="T22" fmla="*/ 35 w 43"/>
                <a:gd name="T23" fmla="*/ 1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48">
                  <a:moveTo>
                    <a:pt x="35" y="18"/>
                  </a:moveTo>
                  <a:cubicBezTo>
                    <a:pt x="35" y="21"/>
                    <a:pt x="38" y="27"/>
                    <a:pt x="41" y="3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1" y="32"/>
                    <a:pt x="13" y="26"/>
                    <a:pt x="12" y="23"/>
                  </a:cubicBezTo>
                  <a:cubicBezTo>
                    <a:pt x="10" y="18"/>
                    <a:pt x="6" y="17"/>
                    <a:pt x="0" y="6"/>
                  </a:cubicBezTo>
                  <a:cubicBezTo>
                    <a:pt x="4" y="8"/>
                    <a:pt x="11" y="9"/>
                    <a:pt x="17" y="8"/>
                  </a:cubicBezTo>
                  <a:cubicBezTo>
                    <a:pt x="26" y="6"/>
                    <a:pt x="38" y="2"/>
                    <a:pt x="43" y="0"/>
                  </a:cubicBezTo>
                  <a:cubicBezTo>
                    <a:pt x="41" y="10"/>
                    <a:pt x="36" y="11"/>
                    <a:pt x="35" y="18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1" name="Freeform 176"/>
            <p:cNvSpPr/>
            <p:nvPr userDrawn="1"/>
          </p:nvSpPr>
          <p:spPr bwMode="auto">
            <a:xfrm>
              <a:off x="10486218" y="970194"/>
              <a:ext cx="548407" cy="916816"/>
            </a:xfrm>
            <a:custGeom>
              <a:avLst/>
              <a:gdLst>
                <a:gd name="T0" fmla="*/ 48 w 157"/>
                <a:gd name="T1" fmla="*/ 113 h 263"/>
                <a:gd name="T2" fmla="*/ 106 w 157"/>
                <a:gd name="T3" fmla="*/ 113 h 263"/>
                <a:gd name="T4" fmla="*/ 129 w 157"/>
                <a:gd name="T5" fmla="*/ 51 h 263"/>
                <a:gd name="T6" fmla="*/ 94 w 157"/>
                <a:gd name="T7" fmla="*/ 16 h 263"/>
                <a:gd name="T8" fmla="*/ 102 w 157"/>
                <a:gd name="T9" fmla="*/ 9 h 263"/>
                <a:gd name="T10" fmla="*/ 148 w 157"/>
                <a:gd name="T11" fmla="*/ 44 h 263"/>
                <a:gd name="T12" fmla="*/ 133 w 157"/>
                <a:gd name="T13" fmla="*/ 147 h 263"/>
                <a:gd name="T14" fmla="*/ 124 w 157"/>
                <a:gd name="T15" fmla="*/ 246 h 263"/>
                <a:gd name="T16" fmla="*/ 59 w 157"/>
                <a:gd name="T17" fmla="*/ 254 h 263"/>
                <a:gd name="T18" fmla="*/ 21 w 157"/>
                <a:gd name="T19" fmla="*/ 128 h 263"/>
                <a:gd name="T20" fmla="*/ 0 w 157"/>
                <a:gd name="T21" fmla="*/ 54 h 263"/>
                <a:gd name="T22" fmla="*/ 20 w 157"/>
                <a:gd name="T23" fmla="*/ 0 h 263"/>
                <a:gd name="T24" fmla="*/ 26 w 157"/>
                <a:gd name="T25" fmla="*/ 5 h 263"/>
                <a:gd name="T26" fmla="*/ 24 w 157"/>
                <a:gd name="T27" fmla="*/ 54 h 263"/>
                <a:gd name="T28" fmla="*/ 48 w 157"/>
                <a:gd name="T29" fmla="*/ 11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7" h="263">
                  <a:moveTo>
                    <a:pt x="48" y="113"/>
                  </a:moveTo>
                  <a:cubicBezTo>
                    <a:pt x="74" y="125"/>
                    <a:pt x="95" y="119"/>
                    <a:pt x="106" y="113"/>
                  </a:cubicBezTo>
                  <a:cubicBezTo>
                    <a:pt x="121" y="104"/>
                    <a:pt x="129" y="51"/>
                    <a:pt x="129" y="51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9"/>
                    <a:pt x="142" y="31"/>
                    <a:pt x="148" y="44"/>
                  </a:cubicBezTo>
                  <a:cubicBezTo>
                    <a:pt x="157" y="68"/>
                    <a:pt x="133" y="147"/>
                    <a:pt x="133" y="147"/>
                  </a:cubicBezTo>
                  <a:cubicBezTo>
                    <a:pt x="133" y="147"/>
                    <a:pt x="110" y="192"/>
                    <a:pt x="124" y="246"/>
                  </a:cubicBezTo>
                  <a:cubicBezTo>
                    <a:pt x="124" y="246"/>
                    <a:pt x="90" y="263"/>
                    <a:pt x="59" y="254"/>
                  </a:cubicBezTo>
                  <a:cubicBezTo>
                    <a:pt x="21" y="128"/>
                    <a:pt x="21" y="128"/>
                    <a:pt x="21" y="128"/>
                  </a:cubicBezTo>
                  <a:cubicBezTo>
                    <a:pt x="21" y="128"/>
                    <a:pt x="0" y="73"/>
                    <a:pt x="0" y="54"/>
                  </a:cubicBezTo>
                  <a:cubicBezTo>
                    <a:pt x="1" y="40"/>
                    <a:pt x="20" y="0"/>
                    <a:pt x="20" y="0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32" y="105"/>
                    <a:pt x="48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Freeform 177"/>
            <p:cNvSpPr/>
            <p:nvPr userDrawn="1"/>
          </p:nvSpPr>
          <p:spPr bwMode="auto">
            <a:xfrm>
              <a:off x="10684722" y="1385705"/>
              <a:ext cx="94205" cy="344858"/>
            </a:xfrm>
            <a:custGeom>
              <a:avLst/>
              <a:gdLst>
                <a:gd name="T0" fmla="*/ 10 w 27"/>
                <a:gd name="T1" fmla="*/ 0 h 99"/>
                <a:gd name="T2" fmla="*/ 17 w 27"/>
                <a:gd name="T3" fmla="*/ 12 h 99"/>
                <a:gd name="T4" fmla="*/ 0 w 27"/>
                <a:gd name="T5" fmla="*/ 88 h 99"/>
                <a:gd name="T6" fmla="*/ 9 w 27"/>
                <a:gd name="T7" fmla="*/ 99 h 99"/>
                <a:gd name="T8" fmla="*/ 16 w 27"/>
                <a:gd name="T9" fmla="*/ 89 h 99"/>
                <a:gd name="T10" fmla="*/ 22 w 27"/>
                <a:gd name="T11" fmla="*/ 13 h 99"/>
                <a:gd name="T12" fmla="*/ 27 w 27"/>
                <a:gd name="T13" fmla="*/ 0 h 99"/>
                <a:gd name="T14" fmla="*/ 18 w 27"/>
                <a:gd name="T15" fmla="*/ 1 h 99"/>
                <a:gd name="T16" fmla="*/ 10 w 27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99">
                  <a:moveTo>
                    <a:pt x="10" y="0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" y="71"/>
                    <a:pt x="0" y="88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6" y="89"/>
                    <a:pt x="13" y="48"/>
                    <a:pt x="22" y="13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8" y="1"/>
                    <a:pt x="18" y="1"/>
                    <a:pt x="18" y="1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3" name="Freeform 178"/>
            <p:cNvSpPr/>
            <p:nvPr userDrawn="1"/>
          </p:nvSpPr>
          <p:spPr bwMode="auto">
            <a:xfrm>
              <a:off x="10691451" y="1363836"/>
              <a:ext cx="57196" cy="67289"/>
            </a:xfrm>
            <a:custGeom>
              <a:avLst/>
              <a:gdLst>
                <a:gd name="T0" fmla="*/ 0 w 34"/>
                <a:gd name="T1" fmla="*/ 6 h 40"/>
                <a:gd name="T2" fmla="*/ 13 w 34"/>
                <a:gd name="T3" fmla="*/ 0 h 40"/>
                <a:gd name="T4" fmla="*/ 34 w 34"/>
                <a:gd name="T5" fmla="*/ 15 h 40"/>
                <a:gd name="T6" fmla="*/ 11 w 34"/>
                <a:gd name="T7" fmla="*/ 40 h 40"/>
                <a:gd name="T8" fmla="*/ 0 w 34"/>
                <a:gd name="T9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6"/>
                  </a:moveTo>
                  <a:lnTo>
                    <a:pt x="13" y="0"/>
                  </a:lnTo>
                  <a:lnTo>
                    <a:pt x="34" y="15"/>
                  </a:lnTo>
                  <a:lnTo>
                    <a:pt x="11" y="4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4" name="Freeform 179"/>
            <p:cNvSpPr/>
            <p:nvPr userDrawn="1"/>
          </p:nvSpPr>
          <p:spPr bwMode="auto">
            <a:xfrm>
              <a:off x="10748646" y="1353743"/>
              <a:ext cx="87476" cy="65608"/>
            </a:xfrm>
            <a:custGeom>
              <a:avLst/>
              <a:gdLst>
                <a:gd name="T0" fmla="*/ 0 w 52"/>
                <a:gd name="T1" fmla="*/ 21 h 39"/>
                <a:gd name="T2" fmla="*/ 33 w 52"/>
                <a:gd name="T3" fmla="*/ 39 h 39"/>
                <a:gd name="T4" fmla="*/ 52 w 52"/>
                <a:gd name="T5" fmla="*/ 10 h 39"/>
                <a:gd name="T6" fmla="*/ 29 w 52"/>
                <a:gd name="T7" fmla="*/ 0 h 39"/>
                <a:gd name="T8" fmla="*/ 0 w 52"/>
                <a:gd name="T9" fmla="*/ 2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9">
                  <a:moveTo>
                    <a:pt x="0" y="21"/>
                  </a:moveTo>
                  <a:lnTo>
                    <a:pt x="33" y="39"/>
                  </a:lnTo>
                  <a:lnTo>
                    <a:pt x="52" y="10"/>
                  </a:lnTo>
                  <a:lnTo>
                    <a:pt x="29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5" name="Freeform 180"/>
            <p:cNvSpPr/>
            <p:nvPr userDrawn="1"/>
          </p:nvSpPr>
          <p:spPr bwMode="auto">
            <a:xfrm>
              <a:off x="10794067" y="1479910"/>
              <a:ext cx="65608" cy="94205"/>
            </a:xfrm>
            <a:custGeom>
              <a:avLst/>
              <a:gdLst>
                <a:gd name="T0" fmla="*/ 0 w 19"/>
                <a:gd name="T1" fmla="*/ 4 h 27"/>
                <a:gd name="T2" fmla="*/ 19 w 19"/>
                <a:gd name="T3" fmla="*/ 4 h 27"/>
                <a:gd name="T4" fmla="*/ 17 w 19"/>
                <a:gd name="T5" fmla="*/ 22 h 27"/>
                <a:gd name="T6" fmla="*/ 8 w 19"/>
                <a:gd name="T7" fmla="*/ 27 h 27"/>
                <a:gd name="T8" fmla="*/ 0 w 19"/>
                <a:gd name="T9" fmla="*/ 22 h 27"/>
                <a:gd name="T10" fmla="*/ 0 w 19"/>
                <a:gd name="T11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0" y="4"/>
                  </a:moveTo>
                  <a:cubicBezTo>
                    <a:pt x="0" y="4"/>
                    <a:pt x="10" y="0"/>
                    <a:pt x="19" y="4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6" name="Freeform 181"/>
            <p:cNvSpPr/>
            <p:nvPr userDrawn="1"/>
          </p:nvSpPr>
          <p:spPr bwMode="auto">
            <a:xfrm>
              <a:off x="10794067" y="1140099"/>
              <a:ext cx="48785" cy="94205"/>
            </a:xfrm>
            <a:custGeom>
              <a:avLst/>
              <a:gdLst>
                <a:gd name="T0" fmla="*/ 0 w 14"/>
                <a:gd name="T1" fmla="*/ 0 h 27"/>
                <a:gd name="T2" fmla="*/ 3 w 14"/>
                <a:gd name="T3" fmla="*/ 12 h 27"/>
                <a:gd name="T4" fmla="*/ 5 w 14"/>
                <a:gd name="T5" fmla="*/ 27 h 27"/>
                <a:gd name="T6" fmla="*/ 12 w 14"/>
                <a:gd name="T7" fmla="*/ 23 h 27"/>
                <a:gd name="T8" fmla="*/ 0 w 14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7">
                  <a:moveTo>
                    <a:pt x="0" y="0"/>
                  </a:moveTo>
                  <a:cubicBezTo>
                    <a:pt x="0" y="0"/>
                    <a:pt x="1" y="8"/>
                    <a:pt x="3" y="12"/>
                  </a:cubicBezTo>
                  <a:cubicBezTo>
                    <a:pt x="5" y="17"/>
                    <a:pt x="5" y="27"/>
                    <a:pt x="5" y="27"/>
                  </a:cubicBezTo>
                  <a:cubicBezTo>
                    <a:pt x="5" y="27"/>
                    <a:pt x="8" y="18"/>
                    <a:pt x="12" y="23"/>
                  </a:cubicBezTo>
                  <a:cubicBezTo>
                    <a:pt x="12" y="23"/>
                    <a:pt x="14" y="5"/>
                    <a:pt x="0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7" name="Freeform 182"/>
            <p:cNvSpPr/>
            <p:nvPr userDrawn="1"/>
          </p:nvSpPr>
          <p:spPr bwMode="auto">
            <a:xfrm>
              <a:off x="10807525" y="1204024"/>
              <a:ext cx="48785" cy="72336"/>
            </a:xfrm>
            <a:custGeom>
              <a:avLst/>
              <a:gdLst>
                <a:gd name="T0" fmla="*/ 1 w 14"/>
                <a:gd name="T1" fmla="*/ 9 h 21"/>
                <a:gd name="T2" fmla="*/ 8 w 14"/>
                <a:gd name="T3" fmla="*/ 5 h 21"/>
                <a:gd name="T4" fmla="*/ 2 w 14"/>
                <a:gd name="T5" fmla="*/ 20 h 21"/>
                <a:gd name="T6" fmla="*/ 1 w 14"/>
                <a:gd name="T7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1">
                  <a:moveTo>
                    <a:pt x="1" y="9"/>
                  </a:moveTo>
                  <a:cubicBezTo>
                    <a:pt x="1" y="9"/>
                    <a:pt x="2" y="0"/>
                    <a:pt x="8" y="5"/>
                  </a:cubicBezTo>
                  <a:cubicBezTo>
                    <a:pt x="14" y="10"/>
                    <a:pt x="5" y="21"/>
                    <a:pt x="2" y="20"/>
                  </a:cubicBezTo>
                  <a:cubicBezTo>
                    <a:pt x="0" y="1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" name="Freeform 183"/>
            <p:cNvSpPr/>
            <p:nvPr userDrawn="1"/>
          </p:nvSpPr>
          <p:spPr bwMode="auto">
            <a:xfrm>
              <a:off x="10541733" y="1801216"/>
              <a:ext cx="622425" cy="1137188"/>
            </a:xfrm>
            <a:custGeom>
              <a:avLst/>
              <a:gdLst>
                <a:gd name="T0" fmla="*/ 41 w 178"/>
                <a:gd name="T1" fmla="*/ 7 h 326"/>
                <a:gd name="T2" fmla="*/ 106 w 178"/>
                <a:gd name="T3" fmla="*/ 0 h 326"/>
                <a:gd name="T4" fmla="*/ 114 w 178"/>
                <a:gd name="T5" fmla="*/ 24 h 326"/>
                <a:gd name="T6" fmla="*/ 150 w 178"/>
                <a:gd name="T7" fmla="*/ 154 h 326"/>
                <a:gd name="T8" fmla="*/ 156 w 178"/>
                <a:gd name="T9" fmla="*/ 291 h 326"/>
                <a:gd name="T10" fmla="*/ 175 w 178"/>
                <a:gd name="T11" fmla="*/ 317 h 326"/>
                <a:gd name="T12" fmla="*/ 137 w 178"/>
                <a:gd name="T13" fmla="*/ 301 h 326"/>
                <a:gd name="T14" fmla="*/ 124 w 178"/>
                <a:gd name="T15" fmla="*/ 160 h 326"/>
                <a:gd name="T16" fmla="*/ 81 w 178"/>
                <a:gd name="T17" fmla="*/ 62 h 326"/>
                <a:gd name="T18" fmla="*/ 75 w 178"/>
                <a:gd name="T19" fmla="*/ 60 h 326"/>
                <a:gd name="T20" fmla="*/ 38 w 178"/>
                <a:gd name="T21" fmla="*/ 174 h 326"/>
                <a:gd name="T22" fmla="*/ 76 w 178"/>
                <a:gd name="T23" fmla="*/ 288 h 326"/>
                <a:gd name="T24" fmla="*/ 30 w 178"/>
                <a:gd name="T25" fmla="*/ 308 h 326"/>
                <a:gd name="T26" fmla="*/ 55 w 178"/>
                <a:gd name="T27" fmla="*/ 283 h 326"/>
                <a:gd name="T28" fmla="*/ 8 w 178"/>
                <a:gd name="T29" fmla="*/ 179 h 326"/>
                <a:gd name="T30" fmla="*/ 41 w 178"/>
                <a:gd name="T31" fmla="*/ 28 h 326"/>
                <a:gd name="T32" fmla="*/ 41 w 178"/>
                <a:gd name="T33" fmla="*/ 7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8" h="326">
                  <a:moveTo>
                    <a:pt x="41" y="7"/>
                  </a:moveTo>
                  <a:cubicBezTo>
                    <a:pt x="41" y="7"/>
                    <a:pt x="78" y="15"/>
                    <a:pt x="106" y="0"/>
                  </a:cubicBezTo>
                  <a:cubicBezTo>
                    <a:pt x="106" y="0"/>
                    <a:pt x="112" y="18"/>
                    <a:pt x="114" y="24"/>
                  </a:cubicBezTo>
                  <a:cubicBezTo>
                    <a:pt x="124" y="59"/>
                    <a:pt x="145" y="117"/>
                    <a:pt x="150" y="154"/>
                  </a:cubicBezTo>
                  <a:cubicBezTo>
                    <a:pt x="156" y="193"/>
                    <a:pt x="156" y="291"/>
                    <a:pt x="156" y="291"/>
                  </a:cubicBezTo>
                  <a:cubicBezTo>
                    <a:pt x="178" y="312"/>
                    <a:pt x="175" y="317"/>
                    <a:pt x="175" y="317"/>
                  </a:cubicBezTo>
                  <a:cubicBezTo>
                    <a:pt x="146" y="326"/>
                    <a:pt x="137" y="301"/>
                    <a:pt x="137" y="301"/>
                  </a:cubicBezTo>
                  <a:cubicBezTo>
                    <a:pt x="137" y="301"/>
                    <a:pt x="134" y="199"/>
                    <a:pt x="124" y="160"/>
                  </a:cubicBezTo>
                  <a:cubicBezTo>
                    <a:pt x="117" y="134"/>
                    <a:pt x="95" y="99"/>
                    <a:pt x="81" y="62"/>
                  </a:cubicBezTo>
                  <a:cubicBezTo>
                    <a:pt x="80" y="59"/>
                    <a:pt x="76" y="58"/>
                    <a:pt x="75" y="60"/>
                  </a:cubicBezTo>
                  <a:cubicBezTo>
                    <a:pt x="65" y="97"/>
                    <a:pt x="41" y="156"/>
                    <a:pt x="38" y="174"/>
                  </a:cubicBezTo>
                  <a:cubicBezTo>
                    <a:pt x="35" y="190"/>
                    <a:pt x="76" y="288"/>
                    <a:pt x="76" y="288"/>
                  </a:cubicBezTo>
                  <a:cubicBezTo>
                    <a:pt x="76" y="288"/>
                    <a:pt x="52" y="316"/>
                    <a:pt x="30" y="308"/>
                  </a:cubicBezTo>
                  <a:cubicBezTo>
                    <a:pt x="30" y="308"/>
                    <a:pt x="27" y="298"/>
                    <a:pt x="55" y="283"/>
                  </a:cubicBezTo>
                  <a:cubicBezTo>
                    <a:pt x="55" y="283"/>
                    <a:pt x="21" y="213"/>
                    <a:pt x="8" y="179"/>
                  </a:cubicBezTo>
                  <a:cubicBezTo>
                    <a:pt x="0" y="159"/>
                    <a:pt x="36" y="66"/>
                    <a:pt x="41" y="28"/>
                  </a:cubicBezTo>
                  <a:cubicBezTo>
                    <a:pt x="41" y="23"/>
                    <a:pt x="41" y="7"/>
                    <a:pt x="41" y="7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9" name="Freeform 184"/>
            <p:cNvSpPr/>
            <p:nvPr userDrawn="1"/>
          </p:nvSpPr>
          <p:spPr bwMode="auto">
            <a:xfrm>
              <a:off x="10745282" y="1844954"/>
              <a:ext cx="65608" cy="35327"/>
            </a:xfrm>
            <a:custGeom>
              <a:avLst/>
              <a:gdLst>
                <a:gd name="T0" fmla="*/ 0 w 19"/>
                <a:gd name="T1" fmla="*/ 0 h 10"/>
                <a:gd name="T2" fmla="*/ 1 w 19"/>
                <a:gd name="T3" fmla="*/ 8 h 10"/>
                <a:gd name="T4" fmla="*/ 19 w 19"/>
                <a:gd name="T5" fmla="*/ 8 h 10"/>
                <a:gd name="T6" fmla="*/ 19 w 19"/>
                <a:gd name="T7" fmla="*/ 0 h 10"/>
                <a:gd name="T8" fmla="*/ 0 w 1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0" y="0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0" y="10"/>
                    <a:pt x="19" y="8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0" name="Freeform 185"/>
            <p:cNvSpPr/>
            <p:nvPr userDrawn="1"/>
          </p:nvSpPr>
          <p:spPr bwMode="auto">
            <a:xfrm>
              <a:off x="10603975" y="2425323"/>
              <a:ext cx="87476" cy="142990"/>
            </a:xfrm>
            <a:custGeom>
              <a:avLst/>
              <a:gdLst>
                <a:gd name="T0" fmla="*/ 8 w 25"/>
                <a:gd name="T1" fmla="*/ 31 h 41"/>
                <a:gd name="T2" fmla="*/ 0 w 25"/>
                <a:gd name="T3" fmla="*/ 20 h 41"/>
                <a:gd name="T4" fmla="*/ 0 w 25"/>
                <a:gd name="T5" fmla="*/ 12 h 41"/>
                <a:gd name="T6" fmla="*/ 2 w 25"/>
                <a:gd name="T7" fmla="*/ 18 h 41"/>
                <a:gd name="T8" fmla="*/ 5 w 25"/>
                <a:gd name="T9" fmla="*/ 22 h 41"/>
                <a:gd name="T10" fmla="*/ 6 w 25"/>
                <a:gd name="T11" fmla="*/ 11 h 41"/>
                <a:gd name="T12" fmla="*/ 10 w 25"/>
                <a:gd name="T13" fmla="*/ 1 h 41"/>
                <a:gd name="T14" fmla="*/ 12 w 25"/>
                <a:gd name="T15" fmla="*/ 2 h 41"/>
                <a:gd name="T16" fmla="*/ 10 w 25"/>
                <a:gd name="T17" fmla="*/ 10 h 41"/>
                <a:gd name="T18" fmla="*/ 10 w 25"/>
                <a:gd name="T19" fmla="*/ 15 h 41"/>
                <a:gd name="T20" fmla="*/ 14 w 25"/>
                <a:gd name="T21" fmla="*/ 10 h 41"/>
                <a:gd name="T22" fmla="*/ 22 w 25"/>
                <a:gd name="T23" fmla="*/ 5 h 41"/>
                <a:gd name="T24" fmla="*/ 18 w 25"/>
                <a:gd name="T25" fmla="*/ 10 h 41"/>
                <a:gd name="T26" fmla="*/ 15 w 25"/>
                <a:gd name="T27" fmla="*/ 15 h 41"/>
                <a:gd name="T28" fmla="*/ 20 w 25"/>
                <a:gd name="T29" fmla="*/ 13 h 41"/>
                <a:gd name="T30" fmla="*/ 25 w 25"/>
                <a:gd name="T31" fmla="*/ 13 h 41"/>
                <a:gd name="T32" fmla="*/ 23 w 25"/>
                <a:gd name="T33" fmla="*/ 15 h 41"/>
                <a:gd name="T34" fmla="*/ 24 w 25"/>
                <a:gd name="T35" fmla="*/ 15 h 41"/>
                <a:gd name="T36" fmla="*/ 22 w 25"/>
                <a:gd name="T37" fmla="*/ 18 h 41"/>
                <a:gd name="T38" fmla="*/ 20 w 25"/>
                <a:gd name="T39" fmla="*/ 22 h 41"/>
                <a:gd name="T40" fmla="*/ 15 w 25"/>
                <a:gd name="T41" fmla="*/ 35 h 41"/>
                <a:gd name="T42" fmla="*/ 12 w 25"/>
                <a:gd name="T43" fmla="*/ 41 h 41"/>
                <a:gd name="T44" fmla="*/ 8 w 25"/>
                <a:gd name="T45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41">
                  <a:moveTo>
                    <a:pt x="8" y="3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2" y="13"/>
                    <a:pt x="2" y="1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2" y="0"/>
                    <a:pt x="12" y="2"/>
                  </a:cubicBezTo>
                  <a:cubicBezTo>
                    <a:pt x="12" y="4"/>
                    <a:pt x="10" y="10"/>
                    <a:pt x="10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3" y="8"/>
                    <a:pt x="18" y="10"/>
                  </a:cubicBezTo>
                  <a:cubicBezTo>
                    <a:pt x="15" y="11"/>
                    <a:pt x="15" y="15"/>
                    <a:pt x="15" y="1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4" y="12"/>
                    <a:pt x="25" y="13"/>
                  </a:cubicBezTo>
                  <a:cubicBezTo>
                    <a:pt x="25" y="14"/>
                    <a:pt x="23" y="15"/>
                    <a:pt x="23" y="15"/>
                  </a:cubicBezTo>
                  <a:cubicBezTo>
                    <a:pt x="23" y="15"/>
                    <a:pt x="24" y="15"/>
                    <a:pt x="24" y="15"/>
                  </a:cubicBezTo>
                  <a:cubicBezTo>
                    <a:pt x="24" y="17"/>
                    <a:pt x="22" y="18"/>
                    <a:pt x="22" y="18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1" y="32"/>
                    <a:pt x="15" y="35"/>
                  </a:cubicBezTo>
                  <a:cubicBezTo>
                    <a:pt x="14" y="35"/>
                    <a:pt x="12" y="41"/>
                    <a:pt x="12" y="41"/>
                  </a:cubicBezTo>
                  <a:lnTo>
                    <a:pt x="8" y="31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1" name="Freeform 186"/>
            <p:cNvSpPr/>
            <p:nvPr userDrawn="1"/>
          </p:nvSpPr>
          <p:spPr bwMode="auto">
            <a:xfrm>
              <a:off x="10460986" y="2536350"/>
              <a:ext cx="227102" cy="496258"/>
            </a:xfrm>
            <a:custGeom>
              <a:avLst/>
              <a:gdLst>
                <a:gd name="T0" fmla="*/ 10 w 65"/>
                <a:gd name="T1" fmla="*/ 110 h 142"/>
                <a:gd name="T2" fmla="*/ 41 w 65"/>
                <a:gd name="T3" fmla="*/ 71 h 142"/>
                <a:gd name="T4" fmla="*/ 48 w 65"/>
                <a:gd name="T5" fmla="*/ 1 h 142"/>
                <a:gd name="T6" fmla="*/ 61 w 65"/>
                <a:gd name="T7" fmla="*/ 0 h 142"/>
                <a:gd name="T8" fmla="*/ 61 w 65"/>
                <a:gd name="T9" fmla="*/ 74 h 142"/>
                <a:gd name="T10" fmla="*/ 23 w 65"/>
                <a:gd name="T11" fmla="*/ 142 h 142"/>
                <a:gd name="T12" fmla="*/ 10 w 65"/>
                <a:gd name="T13" fmla="*/ 11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42">
                  <a:moveTo>
                    <a:pt x="10" y="110"/>
                  </a:moveTo>
                  <a:cubicBezTo>
                    <a:pt x="41" y="71"/>
                    <a:pt x="41" y="71"/>
                    <a:pt x="41" y="7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5" y="56"/>
                    <a:pt x="61" y="74"/>
                  </a:cubicBezTo>
                  <a:cubicBezTo>
                    <a:pt x="56" y="93"/>
                    <a:pt x="23" y="142"/>
                    <a:pt x="23" y="142"/>
                  </a:cubicBezTo>
                  <a:cubicBezTo>
                    <a:pt x="23" y="142"/>
                    <a:pt x="0" y="130"/>
                    <a:pt x="10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2" name="Freeform 187"/>
            <p:cNvSpPr/>
            <p:nvPr userDrawn="1"/>
          </p:nvSpPr>
          <p:spPr bwMode="auto">
            <a:xfrm>
              <a:off x="10570330" y="4191665"/>
              <a:ext cx="90840" cy="129532"/>
            </a:xfrm>
            <a:custGeom>
              <a:avLst/>
              <a:gdLst>
                <a:gd name="T0" fmla="*/ 2 w 26"/>
                <a:gd name="T1" fmla="*/ 26 h 37"/>
                <a:gd name="T2" fmla="*/ 0 w 26"/>
                <a:gd name="T3" fmla="*/ 12 h 37"/>
                <a:gd name="T4" fmla="*/ 4 w 26"/>
                <a:gd name="T5" fmla="*/ 5 h 37"/>
                <a:gd name="T6" fmla="*/ 3 w 26"/>
                <a:gd name="T7" fmla="*/ 11 h 37"/>
                <a:gd name="T8" fmla="*/ 4 w 26"/>
                <a:gd name="T9" fmla="*/ 16 h 37"/>
                <a:gd name="T10" fmla="*/ 10 w 26"/>
                <a:gd name="T11" fmla="*/ 7 h 37"/>
                <a:gd name="T12" fmla="*/ 17 w 26"/>
                <a:gd name="T13" fmla="*/ 0 h 37"/>
                <a:gd name="T14" fmla="*/ 18 w 26"/>
                <a:gd name="T15" fmla="*/ 2 h 37"/>
                <a:gd name="T16" fmla="*/ 13 w 26"/>
                <a:gd name="T17" fmla="*/ 8 h 37"/>
                <a:gd name="T18" fmla="*/ 11 w 26"/>
                <a:gd name="T19" fmla="*/ 12 h 37"/>
                <a:gd name="T20" fmla="*/ 17 w 26"/>
                <a:gd name="T21" fmla="*/ 9 h 37"/>
                <a:gd name="T22" fmla="*/ 26 w 26"/>
                <a:gd name="T23" fmla="*/ 9 h 37"/>
                <a:gd name="T24" fmla="*/ 20 w 26"/>
                <a:gd name="T25" fmla="*/ 11 h 37"/>
                <a:gd name="T26" fmla="*/ 15 w 26"/>
                <a:gd name="T27" fmla="*/ 15 h 37"/>
                <a:gd name="T28" fmla="*/ 21 w 26"/>
                <a:gd name="T29" fmla="*/ 15 h 37"/>
                <a:gd name="T30" fmla="*/ 25 w 26"/>
                <a:gd name="T31" fmla="*/ 17 h 37"/>
                <a:gd name="T32" fmla="*/ 23 w 26"/>
                <a:gd name="T33" fmla="*/ 18 h 37"/>
                <a:gd name="T34" fmla="*/ 24 w 26"/>
                <a:gd name="T35" fmla="*/ 19 h 37"/>
                <a:gd name="T36" fmla="*/ 20 w 26"/>
                <a:gd name="T37" fmla="*/ 20 h 37"/>
                <a:gd name="T38" fmla="*/ 17 w 26"/>
                <a:gd name="T39" fmla="*/ 23 h 37"/>
                <a:gd name="T40" fmla="*/ 7 w 26"/>
                <a:gd name="T41" fmla="*/ 32 h 37"/>
                <a:gd name="T42" fmla="*/ 1 w 26"/>
                <a:gd name="T43" fmla="*/ 37 h 37"/>
                <a:gd name="T44" fmla="*/ 2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" y="2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5" y="7"/>
                    <a:pt x="3" y="11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9" y="0"/>
                    <a:pt x="18" y="2"/>
                  </a:cubicBezTo>
                  <a:cubicBezTo>
                    <a:pt x="18" y="3"/>
                    <a:pt x="13" y="8"/>
                    <a:pt x="13" y="8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12"/>
                    <a:pt x="20" y="11"/>
                  </a:cubicBezTo>
                  <a:cubicBezTo>
                    <a:pt x="18" y="11"/>
                    <a:pt x="15" y="15"/>
                    <a:pt x="15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5" y="16"/>
                    <a:pt x="25" y="17"/>
                  </a:cubicBezTo>
                  <a:cubicBezTo>
                    <a:pt x="25" y="18"/>
                    <a:pt x="23" y="18"/>
                    <a:pt x="23" y="18"/>
                  </a:cubicBezTo>
                  <a:cubicBezTo>
                    <a:pt x="23" y="18"/>
                    <a:pt x="24" y="18"/>
                    <a:pt x="24" y="19"/>
                  </a:cubicBezTo>
                  <a:cubicBezTo>
                    <a:pt x="23" y="20"/>
                    <a:pt x="20" y="20"/>
                    <a:pt x="20" y="20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3" y="33"/>
                    <a:pt x="7" y="32"/>
                  </a:cubicBezTo>
                  <a:cubicBezTo>
                    <a:pt x="5" y="32"/>
                    <a:pt x="1" y="37"/>
                    <a:pt x="1" y="37"/>
                  </a:cubicBezTo>
                  <a:lnTo>
                    <a:pt x="2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3" name="Freeform 188"/>
            <p:cNvSpPr/>
            <p:nvPr userDrawn="1"/>
          </p:nvSpPr>
          <p:spPr bwMode="auto">
            <a:xfrm>
              <a:off x="10852945" y="4191665"/>
              <a:ext cx="90840" cy="129532"/>
            </a:xfrm>
            <a:custGeom>
              <a:avLst/>
              <a:gdLst>
                <a:gd name="T0" fmla="*/ 24 w 26"/>
                <a:gd name="T1" fmla="*/ 26 h 37"/>
                <a:gd name="T2" fmla="*/ 26 w 26"/>
                <a:gd name="T3" fmla="*/ 12 h 37"/>
                <a:gd name="T4" fmla="*/ 22 w 26"/>
                <a:gd name="T5" fmla="*/ 5 h 37"/>
                <a:gd name="T6" fmla="*/ 23 w 26"/>
                <a:gd name="T7" fmla="*/ 11 h 37"/>
                <a:gd name="T8" fmla="*/ 22 w 26"/>
                <a:gd name="T9" fmla="*/ 16 h 37"/>
                <a:gd name="T10" fmla="*/ 16 w 26"/>
                <a:gd name="T11" fmla="*/ 7 h 37"/>
                <a:gd name="T12" fmla="*/ 9 w 26"/>
                <a:gd name="T13" fmla="*/ 0 h 37"/>
                <a:gd name="T14" fmla="*/ 7 w 26"/>
                <a:gd name="T15" fmla="*/ 2 h 37"/>
                <a:gd name="T16" fmla="*/ 12 w 26"/>
                <a:gd name="T17" fmla="*/ 8 h 37"/>
                <a:gd name="T18" fmla="*/ 15 w 26"/>
                <a:gd name="T19" fmla="*/ 12 h 37"/>
                <a:gd name="T20" fmla="*/ 9 w 26"/>
                <a:gd name="T21" fmla="*/ 9 h 37"/>
                <a:gd name="T22" fmla="*/ 0 w 26"/>
                <a:gd name="T23" fmla="*/ 9 h 37"/>
                <a:gd name="T24" fmla="*/ 5 w 26"/>
                <a:gd name="T25" fmla="*/ 11 h 37"/>
                <a:gd name="T26" fmla="*/ 10 w 26"/>
                <a:gd name="T27" fmla="*/ 15 h 37"/>
                <a:gd name="T28" fmla="*/ 5 w 26"/>
                <a:gd name="T29" fmla="*/ 15 h 37"/>
                <a:gd name="T30" fmla="*/ 1 w 26"/>
                <a:gd name="T31" fmla="*/ 17 h 37"/>
                <a:gd name="T32" fmla="*/ 3 w 26"/>
                <a:gd name="T33" fmla="*/ 18 h 37"/>
                <a:gd name="T34" fmla="*/ 2 w 26"/>
                <a:gd name="T35" fmla="*/ 19 h 37"/>
                <a:gd name="T36" fmla="*/ 5 w 26"/>
                <a:gd name="T37" fmla="*/ 20 h 37"/>
                <a:gd name="T38" fmla="*/ 9 w 26"/>
                <a:gd name="T39" fmla="*/ 23 h 37"/>
                <a:gd name="T40" fmla="*/ 19 w 26"/>
                <a:gd name="T41" fmla="*/ 32 h 37"/>
                <a:gd name="T42" fmla="*/ 24 w 26"/>
                <a:gd name="T43" fmla="*/ 37 h 37"/>
                <a:gd name="T44" fmla="*/ 24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4" y="26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1" y="7"/>
                    <a:pt x="23" y="11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7" y="0"/>
                    <a:pt x="7" y="2"/>
                  </a:cubicBezTo>
                  <a:cubicBezTo>
                    <a:pt x="8" y="3"/>
                    <a:pt x="12" y="8"/>
                    <a:pt x="12" y="8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2"/>
                    <a:pt x="5" y="11"/>
                  </a:cubicBezTo>
                  <a:cubicBezTo>
                    <a:pt x="8" y="11"/>
                    <a:pt x="10" y="15"/>
                    <a:pt x="1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1" y="16"/>
                    <a:pt x="1" y="17"/>
                  </a:cubicBezTo>
                  <a:cubicBezTo>
                    <a:pt x="1" y="18"/>
                    <a:pt x="3" y="18"/>
                    <a:pt x="3" y="18"/>
                  </a:cubicBezTo>
                  <a:cubicBezTo>
                    <a:pt x="3" y="18"/>
                    <a:pt x="2" y="18"/>
                    <a:pt x="2" y="19"/>
                  </a:cubicBezTo>
                  <a:cubicBezTo>
                    <a:pt x="3" y="20"/>
                    <a:pt x="5" y="20"/>
                    <a:pt x="5" y="2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2" y="33"/>
                    <a:pt x="19" y="32"/>
                  </a:cubicBezTo>
                  <a:cubicBezTo>
                    <a:pt x="20" y="32"/>
                    <a:pt x="24" y="37"/>
                    <a:pt x="24" y="37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4" name="Freeform 189"/>
            <p:cNvSpPr/>
            <p:nvPr userDrawn="1"/>
          </p:nvSpPr>
          <p:spPr bwMode="auto">
            <a:xfrm>
              <a:off x="10915188" y="4267366"/>
              <a:ext cx="60560" cy="97569"/>
            </a:xfrm>
            <a:custGeom>
              <a:avLst/>
              <a:gdLst>
                <a:gd name="T0" fmla="*/ 8 w 17"/>
                <a:gd name="T1" fmla="*/ 28 h 28"/>
                <a:gd name="T2" fmla="*/ 0 w 17"/>
                <a:gd name="T3" fmla="*/ 15 h 28"/>
                <a:gd name="T4" fmla="*/ 6 w 17"/>
                <a:gd name="T5" fmla="*/ 2 h 28"/>
                <a:gd name="T6" fmla="*/ 17 w 17"/>
                <a:gd name="T7" fmla="*/ 10 h 28"/>
                <a:gd name="T8" fmla="*/ 8 w 17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8" y="28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0"/>
                    <a:pt x="6" y="2"/>
                  </a:cubicBezTo>
                  <a:cubicBezTo>
                    <a:pt x="17" y="10"/>
                    <a:pt x="17" y="10"/>
                    <a:pt x="17" y="10"/>
                  </a:cubicBezTo>
                  <a:lnTo>
                    <a:pt x="8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5" name="Freeform 190"/>
            <p:cNvSpPr/>
            <p:nvPr userDrawn="1"/>
          </p:nvSpPr>
          <p:spPr bwMode="auto">
            <a:xfrm>
              <a:off x="10518181" y="4264001"/>
              <a:ext cx="82430" cy="112710"/>
            </a:xfrm>
            <a:custGeom>
              <a:avLst/>
              <a:gdLst>
                <a:gd name="T0" fmla="*/ 16 w 24"/>
                <a:gd name="T1" fmla="*/ 0 h 32"/>
                <a:gd name="T2" fmla="*/ 22 w 24"/>
                <a:gd name="T3" fmla="*/ 7 h 32"/>
                <a:gd name="T4" fmla="*/ 22 w 24"/>
                <a:gd name="T5" fmla="*/ 19 h 32"/>
                <a:gd name="T6" fmla="*/ 0 w 24"/>
                <a:gd name="T7" fmla="*/ 32 h 32"/>
                <a:gd name="T8" fmla="*/ 16 w 24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2">
                  <a:moveTo>
                    <a:pt x="16" y="0"/>
                  </a:moveTo>
                  <a:cubicBezTo>
                    <a:pt x="16" y="0"/>
                    <a:pt x="20" y="1"/>
                    <a:pt x="22" y="7"/>
                  </a:cubicBezTo>
                  <a:cubicBezTo>
                    <a:pt x="24" y="13"/>
                    <a:pt x="22" y="19"/>
                    <a:pt x="22" y="19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6" name="Freeform 191"/>
            <p:cNvSpPr/>
            <p:nvPr userDrawn="1"/>
          </p:nvSpPr>
          <p:spPr bwMode="auto">
            <a:xfrm>
              <a:off x="11280231" y="4048676"/>
              <a:ext cx="85794" cy="142990"/>
            </a:xfrm>
            <a:custGeom>
              <a:avLst/>
              <a:gdLst>
                <a:gd name="T0" fmla="*/ 8 w 25"/>
                <a:gd name="T1" fmla="*/ 31 h 41"/>
                <a:gd name="T2" fmla="*/ 0 w 25"/>
                <a:gd name="T3" fmla="*/ 20 h 41"/>
                <a:gd name="T4" fmla="*/ 1 w 25"/>
                <a:gd name="T5" fmla="*/ 12 h 41"/>
                <a:gd name="T6" fmla="*/ 2 w 25"/>
                <a:gd name="T7" fmla="*/ 18 h 41"/>
                <a:gd name="T8" fmla="*/ 6 w 25"/>
                <a:gd name="T9" fmla="*/ 21 h 41"/>
                <a:gd name="T10" fmla="*/ 6 w 25"/>
                <a:gd name="T11" fmla="*/ 11 h 41"/>
                <a:gd name="T12" fmla="*/ 10 w 25"/>
                <a:gd name="T13" fmla="*/ 1 h 41"/>
                <a:gd name="T14" fmla="*/ 12 w 25"/>
                <a:gd name="T15" fmla="*/ 2 h 41"/>
                <a:gd name="T16" fmla="*/ 10 w 25"/>
                <a:gd name="T17" fmla="*/ 10 h 41"/>
                <a:gd name="T18" fmla="*/ 10 w 25"/>
                <a:gd name="T19" fmla="*/ 14 h 41"/>
                <a:gd name="T20" fmla="*/ 14 w 25"/>
                <a:gd name="T21" fmla="*/ 9 h 41"/>
                <a:gd name="T22" fmla="*/ 22 w 25"/>
                <a:gd name="T23" fmla="*/ 5 h 41"/>
                <a:gd name="T24" fmla="*/ 18 w 25"/>
                <a:gd name="T25" fmla="*/ 10 h 41"/>
                <a:gd name="T26" fmla="*/ 15 w 25"/>
                <a:gd name="T27" fmla="*/ 15 h 41"/>
                <a:gd name="T28" fmla="*/ 20 w 25"/>
                <a:gd name="T29" fmla="*/ 12 h 41"/>
                <a:gd name="T30" fmla="*/ 25 w 25"/>
                <a:gd name="T31" fmla="*/ 12 h 41"/>
                <a:gd name="T32" fmla="*/ 23 w 25"/>
                <a:gd name="T33" fmla="*/ 14 h 41"/>
                <a:gd name="T34" fmla="*/ 24 w 25"/>
                <a:gd name="T35" fmla="*/ 15 h 41"/>
                <a:gd name="T36" fmla="*/ 22 w 25"/>
                <a:gd name="T37" fmla="*/ 17 h 41"/>
                <a:gd name="T38" fmla="*/ 20 w 25"/>
                <a:gd name="T39" fmla="*/ 21 h 41"/>
                <a:gd name="T40" fmla="*/ 16 w 25"/>
                <a:gd name="T41" fmla="*/ 34 h 41"/>
                <a:gd name="T42" fmla="*/ 13 w 25"/>
                <a:gd name="T43" fmla="*/ 41 h 41"/>
                <a:gd name="T44" fmla="*/ 8 w 25"/>
                <a:gd name="T45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41">
                  <a:moveTo>
                    <a:pt x="8" y="3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2" y="13"/>
                    <a:pt x="2" y="18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1" y="0"/>
                    <a:pt x="12" y="2"/>
                  </a:cubicBezTo>
                  <a:cubicBezTo>
                    <a:pt x="12" y="4"/>
                    <a:pt x="10" y="10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3" y="7"/>
                    <a:pt x="18" y="10"/>
                  </a:cubicBezTo>
                  <a:cubicBezTo>
                    <a:pt x="16" y="11"/>
                    <a:pt x="15" y="15"/>
                    <a:pt x="15" y="15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4" y="11"/>
                    <a:pt x="25" y="12"/>
                  </a:cubicBezTo>
                  <a:cubicBezTo>
                    <a:pt x="25" y="13"/>
                    <a:pt x="23" y="14"/>
                    <a:pt x="23" y="14"/>
                  </a:cubicBezTo>
                  <a:cubicBezTo>
                    <a:pt x="23" y="14"/>
                    <a:pt x="25" y="14"/>
                    <a:pt x="24" y="15"/>
                  </a:cubicBezTo>
                  <a:cubicBezTo>
                    <a:pt x="24" y="16"/>
                    <a:pt x="22" y="17"/>
                    <a:pt x="22" y="17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1"/>
                    <a:pt x="22" y="32"/>
                    <a:pt x="16" y="34"/>
                  </a:cubicBezTo>
                  <a:cubicBezTo>
                    <a:pt x="14" y="35"/>
                    <a:pt x="13" y="41"/>
                    <a:pt x="13" y="41"/>
                  </a:cubicBezTo>
                  <a:lnTo>
                    <a:pt x="8" y="31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7" name="Freeform 192"/>
            <p:cNvSpPr/>
            <p:nvPr userDrawn="1"/>
          </p:nvSpPr>
          <p:spPr bwMode="auto">
            <a:xfrm>
              <a:off x="11290325" y="4159703"/>
              <a:ext cx="171587" cy="484482"/>
            </a:xfrm>
            <a:custGeom>
              <a:avLst/>
              <a:gdLst>
                <a:gd name="T0" fmla="*/ 10 w 49"/>
                <a:gd name="T1" fmla="*/ 139 h 139"/>
                <a:gd name="T2" fmla="*/ 2 w 49"/>
                <a:gd name="T3" fmla="*/ 117 h 139"/>
                <a:gd name="T4" fmla="*/ 24 w 49"/>
                <a:gd name="T5" fmla="*/ 62 h 139"/>
                <a:gd name="T6" fmla="*/ 4 w 49"/>
                <a:gd name="T7" fmla="*/ 2 h 139"/>
                <a:gd name="T8" fmla="*/ 17 w 49"/>
                <a:gd name="T9" fmla="*/ 2 h 139"/>
                <a:gd name="T10" fmla="*/ 44 w 49"/>
                <a:gd name="T11" fmla="*/ 57 h 139"/>
                <a:gd name="T12" fmla="*/ 10 w 49"/>
                <a:gd name="T13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39">
                  <a:moveTo>
                    <a:pt x="10" y="139"/>
                  </a:moveTo>
                  <a:cubicBezTo>
                    <a:pt x="10" y="139"/>
                    <a:pt x="3" y="135"/>
                    <a:pt x="2" y="117"/>
                  </a:cubicBezTo>
                  <a:cubicBezTo>
                    <a:pt x="0" y="100"/>
                    <a:pt x="24" y="62"/>
                    <a:pt x="24" y="6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6" y="0"/>
                    <a:pt x="17" y="2"/>
                    <a:pt x="17" y="2"/>
                  </a:cubicBezTo>
                  <a:cubicBezTo>
                    <a:pt x="17" y="2"/>
                    <a:pt x="40" y="35"/>
                    <a:pt x="44" y="57"/>
                  </a:cubicBezTo>
                  <a:cubicBezTo>
                    <a:pt x="49" y="79"/>
                    <a:pt x="26" y="128"/>
                    <a:pt x="10" y="1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8" name="Freeform 193"/>
            <p:cNvSpPr/>
            <p:nvPr userDrawn="1"/>
          </p:nvSpPr>
          <p:spPr bwMode="auto">
            <a:xfrm>
              <a:off x="10185100" y="-453"/>
              <a:ext cx="1014385" cy="454202"/>
            </a:xfrm>
            <a:custGeom>
              <a:avLst/>
              <a:gdLst>
                <a:gd name="T0" fmla="*/ 170 w 290"/>
                <a:gd name="T1" fmla="*/ 0 h 130"/>
                <a:gd name="T2" fmla="*/ 120 w 290"/>
                <a:gd name="T3" fmla="*/ 0 h 130"/>
                <a:gd name="T4" fmla="*/ 0 w 290"/>
                <a:gd name="T5" fmla="*/ 0 h 130"/>
                <a:gd name="T6" fmla="*/ 14 w 290"/>
                <a:gd name="T7" fmla="*/ 24 h 130"/>
                <a:gd name="T8" fmla="*/ 95 w 290"/>
                <a:gd name="T9" fmla="*/ 130 h 130"/>
                <a:gd name="T10" fmla="*/ 144 w 290"/>
                <a:gd name="T11" fmla="*/ 130 h 130"/>
                <a:gd name="T12" fmla="*/ 146 w 290"/>
                <a:gd name="T13" fmla="*/ 130 h 130"/>
                <a:gd name="T14" fmla="*/ 195 w 290"/>
                <a:gd name="T15" fmla="*/ 130 h 130"/>
                <a:gd name="T16" fmla="*/ 276 w 290"/>
                <a:gd name="T17" fmla="*/ 24 h 130"/>
                <a:gd name="T18" fmla="*/ 290 w 290"/>
                <a:gd name="T19" fmla="*/ 0 h 130"/>
                <a:gd name="T20" fmla="*/ 170 w 290"/>
                <a:gd name="T2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0" h="130">
                  <a:moveTo>
                    <a:pt x="170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99" y="64"/>
                    <a:pt x="95" y="130"/>
                    <a:pt x="95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1" y="64"/>
                    <a:pt x="276" y="24"/>
                  </a:cubicBezTo>
                  <a:cubicBezTo>
                    <a:pt x="290" y="0"/>
                    <a:pt x="290" y="0"/>
                    <a:pt x="290" y="0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9" name="Freeform 194"/>
            <p:cNvSpPr/>
            <p:nvPr userDrawn="1"/>
          </p:nvSpPr>
          <p:spPr bwMode="auto">
            <a:xfrm>
              <a:off x="10185100" y="-453"/>
              <a:ext cx="1014385" cy="84112"/>
            </a:xfrm>
            <a:custGeom>
              <a:avLst/>
              <a:gdLst>
                <a:gd name="T0" fmla="*/ 0 w 603"/>
                <a:gd name="T1" fmla="*/ 0 h 50"/>
                <a:gd name="T2" fmla="*/ 29 w 603"/>
                <a:gd name="T3" fmla="*/ 50 h 50"/>
                <a:gd name="T4" fmla="*/ 574 w 603"/>
                <a:gd name="T5" fmla="*/ 50 h 50"/>
                <a:gd name="T6" fmla="*/ 603 w 603"/>
                <a:gd name="T7" fmla="*/ 0 h 50"/>
                <a:gd name="T8" fmla="*/ 0 w 60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3" h="50">
                  <a:moveTo>
                    <a:pt x="0" y="0"/>
                  </a:moveTo>
                  <a:lnTo>
                    <a:pt x="29" y="50"/>
                  </a:lnTo>
                  <a:lnTo>
                    <a:pt x="574" y="50"/>
                  </a:lnTo>
                  <a:lnTo>
                    <a:pt x="6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0" name="Freeform 195"/>
            <p:cNvSpPr/>
            <p:nvPr userDrawn="1"/>
          </p:nvSpPr>
          <p:spPr bwMode="auto">
            <a:xfrm>
              <a:off x="5710367" y="2506070"/>
              <a:ext cx="553454" cy="550090"/>
            </a:xfrm>
            <a:custGeom>
              <a:avLst/>
              <a:gdLst>
                <a:gd name="T0" fmla="*/ 158 w 158"/>
                <a:gd name="T1" fmla="*/ 150 h 158"/>
                <a:gd name="T2" fmla="*/ 150 w 158"/>
                <a:gd name="T3" fmla="*/ 158 h 158"/>
                <a:gd name="T4" fmla="*/ 8 w 158"/>
                <a:gd name="T5" fmla="*/ 158 h 158"/>
                <a:gd name="T6" fmla="*/ 0 w 158"/>
                <a:gd name="T7" fmla="*/ 150 h 158"/>
                <a:gd name="T8" fmla="*/ 0 w 158"/>
                <a:gd name="T9" fmla="*/ 8 h 158"/>
                <a:gd name="T10" fmla="*/ 8 w 158"/>
                <a:gd name="T11" fmla="*/ 0 h 158"/>
                <a:gd name="T12" fmla="*/ 150 w 158"/>
                <a:gd name="T13" fmla="*/ 0 h 158"/>
                <a:gd name="T14" fmla="*/ 158 w 158"/>
                <a:gd name="T15" fmla="*/ 8 h 158"/>
                <a:gd name="T16" fmla="*/ 158 w 158"/>
                <a:gd name="T17" fmla="*/ 15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" h="158">
                  <a:moveTo>
                    <a:pt x="158" y="150"/>
                  </a:moveTo>
                  <a:cubicBezTo>
                    <a:pt x="158" y="155"/>
                    <a:pt x="155" y="158"/>
                    <a:pt x="150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4" y="158"/>
                    <a:pt x="0" y="155"/>
                    <a:pt x="0" y="15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5" y="0"/>
                    <a:pt x="158" y="4"/>
                    <a:pt x="158" y="8"/>
                  </a:cubicBezTo>
                  <a:lnTo>
                    <a:pt x="158" y="15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1" name="Freeform 196"/>
            <p:cNvSpPr/>
            <p:nvPr userDrawn="1"/>
          </p:nvSpPr>
          <p:spPr bwMode="auto">
            <a:xfrm>
              <a:off x="5722142" y="2506070"/>
              <a:ext cx="529903" cy="529903"/>
            </a:xfrm>
            <a:custGeom>
              <a:avLst/>
              <a:gdLst>
                <a:gd name="T0" fmla="*/ 152 w 152"/>
                <a:gd name="T1" fmla="*/ 145 h 152"/>
                <a:gd name="T2" fmla="*/ 145 w 152"/>
                <a:gd name="T3" fmla="*/ 152 h 152"/>
                <a:gd name="T4" fmla="*/ 8 w 152"/>
                <a:gd name="T5" fmla="*/ 152 h 152"/>
                <a:gd name="T6" fmla="*/ 0 w 152"/>
                <a:gd name="T7" fmla="*/ 145 h 152"/>
                <a:gd name="T8" fmla="*/ 0 w 152"/>
                <a:gd name="T9" fmla="*/ 8 h 152"/>
                <a:gd name="T10" fmla="*/ 8 w 152"/>
                <a:gd name="T11" fmla="*/ 0 h 152"/>
                <a:gd name="T12" fmla="*/ 145 w 152"/>
                <a:gd name="T13" fmla="*/ 0 h 152"/>
                <a:gd name="T14" fmla="*/ 152 w 152"/>
                <a:gd name="T15" fmla="*/ 8 h 152"/>
                <a:gd name="T16" fmla="*/ 152 w 152"/>
                <a:gd name="T17" fmla="*/ 14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152">
                  <a:moveTo>
                    <a:pt x="152" y="145"/>
                  </a:moveTo>
                  <a:cubicBezTo>
                    <a:pt x="152" y="149"/>
                    <a:pt x="149" y="152"/>
                    <a:pt x="145" y="152"/>
                  </a:cubicBezTo>
                  <a:cubicBezTo>
                    <a:pt x="8" y="152"/>
                    <a:pt x="8" y="152"/>
                    <a:pt x="8" y="152"/>
                  </a:cubicBezTo>
                  <a:cubicBezTo>
                    <a:pt x="4" y="152"/>
                    <a:pt x="0" y="149"/>
                    <a:pt x="0" y="145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9" y="0"/>
                    <a:pt x="152" y="4"/>
                    <a:pt x="152" y="8"/>
                  </a:cubicBezTo>
                  <a:lnTo>
                    <a:pt x="152" y="14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2" name="Rectangle 197"/>
            <p:cNvSpPr>
              <a:spLocks noChangeArrowheads="1"/>
            </p:cNvSpPr>
            <p:nvPr userDrawn="1"/>
          </p:nvSpPr>
          <p:spPr bwMode="auto">
            <a:xfrm>
              <a:off x="5920646" y="2633919"/>
              <a:ext cx="136261" cy="2943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3" name="Rectangle 198"/>
            <p:cNvSpPr>
              <a:spLocks noChangeArrowheads="1"/>
            </p:cNvSpPr>
            <p:nvPr userDrawn="1"/>
          </p:nvSpPr>
          <p:spPr bwMode="auto">
            <a:xfrm>
              <a:off x="5920646" y="2633919"/>
              <a:ext cx="136261" cy="139626"/>
            </a:xfrm>
            <a:prstGeom prst="rect">
              <a:avLst/>
            </a:pr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4" name="Rectangle 199"/>
            <p:cNvSpPr>
              <a:spLocks noChangeArrowheads="1"/>
            </p:cNvSpPr>
            <p:nvPr userDrawn="1"/>
          </p:nvSpPr>
          <p:spPr bwMode="auto">
            <a:xfrm>
              <a:off x="5920646" y="2928310"/>
              <a:ext cx="136261" cy="20187"/>
            </a:xfrm>
            <a:prstGeom prst="rect">
              <a:avLst/>
            </a:pr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5" name="Freeform 200"/>
            <p:cNvSpPr/>
            <p:nvPr userDrawn="1"/>
          </p:nvSpPr>
          <p:spPr bwMode="auto">
            <a:xfrm>
              <a:off x="6018215" y="2665882"/>
              <a:ext cx="77383" cy="844480"/>
            </a:xfrm>
            <a:custGeom>
              <a:avLst/>
              <a:gdLst>
                <a:gd name="T0" fmla="*/ 18 w 22"/>
                <a:gd name="T1" fmla="*/ 242 h 242"/>
                <a:gd name="T2" fmla="*/ 18 w 22"/>
                <a:gd name="T3" fmla="*/ 242 h 242"/>
                <a:gd name="T4" fmla="*/ 13 w 22"/>
                <a:gd name="T5" fmla="*/ 238 h 242"/>
                <a:gd name="T6" fmla="*/ 0 w 22"/>
                <a:gd name="T7" fmla="*/ 4 h 242"/>
                <a:gd name="T8" fmla="*/ 4 w 22"/>
                <a:gd name="T9" fmla="*/ 0 h 242"/>
                <a:gd name="T10" fmla="*/ 8 w 22"/>
                <a:gd name="T11" fmla="*/ 4 h 242"/>
                <a:gd name="T12" fmla="*/ 21 w 22"/>
                <a:gd name="T13" fmla="*/ 238 h 242"/>
                <a:gd name="T14" fmla="*/ 18 w 22"/>
                <a:gd name="T15" fmla="*/ 24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242">
                  <a:moveTo>
                    <a:pt x="18" y="242"/>
                  </a:moveTo>
                  <a:cubicBezTo>
                    <a:pt x="18" y="242"/>
                    <a:pt x="18" y="242"/>
                    <a:pt x="18" y="242"/>
                  </a:cubicBezTo>
                  <a:cubicBezTo>
                    <a:pt x="15" y="242"/>
                    <a:pt x="14" y="240"/>
                    <a:pt x="13" y="2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ubicBezTo>
                    <a:pt x="21" y="238"/>
                    <a:pt x="21" y="238"/>
                    <a:pt x="21" y="238"/>
                  </a:cubicBezTo>
                  <a:cubicBezTo>
                    <a:pt x="22" y="240"/>
                    <a:pt x="20" y="242"/>
                    <a:pt x="18" y="242"/>
                  </a:cubicBezTo>
                  <a:close/>
                </a:path>
              </a:pathLst>
            </a:custGeom>
            <a:solidFill>
              <a:srgbClr val="936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6" name="Freeform 201"/>
            <p:cNvSpPr/>
            <p:nvPr userDrawn="1"/>
          </p:nvSpPr>
          <p:spPr bwMode="auto">
            <a:xfrm>
              <a:off x="6056907" y="3409428"/>
              <a:ext cx="77383" cy="174952"/>
            </a:xfrm>
            <a:custGeom>
              <a:avLst/>
              <a:gdLst>
                <a:gd name="T0" fmla="*/ 8 w 22"/>
                <a:gd name="T1" fmla="*/ 45 h 50"/>
                <a:gd name="T2" fmla="*/ 0 w 22"/>
                <a:gd name="T3" fmla="*/ 33 h 50"/>
                <a:gd name="T4" fmla="*/ 0 w 22"/>
                <a:gd name="T5" fmla="*/ 13 h 50"/>
                <a:gd name="T6" fmla="*/ 5 w 22"/>
                <a:gd name="T7" fmla="*/ 22 h 50"/>
                <a:gd name="T8" fmla="*/ 8 w 22"/>
                <a:gd name="T9" fmla="*/ 6 h 50"/>
                <a:gd name="T10" fmla="*/ 13 w 22"/>
                <a:gd name="T11" fmla="*/ 6 h 50"/>
                <a:gd name="T12" fmla="*/ 20 w 22"/>
                <a:gd name="T13" fmla="*/ 18 h 50"/>
                <a:gd name="T14" fmla="*/ 20 w 22"/>
                <a:gd name="T15" fmla="*/ 43 h 50"/>
                <a:gd name="T16" fmla="*/ 8 w 22"/>
                <a:gd name="T17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50">
                  <a:moveTo>
                    <a:pt x="8" y="45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2" y="20"/>
                    <a:pt x="0" y="13"/>
                  </a:cubicBezTo>
                  <a:cubicBezTo>
                    <a:pt x="0" y="13"/>
                    <a:pt x="4" y="15"/>
                    <a:pt x="5" y="22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12" y="0"/>
                    <a:pt x="13" y="6"/>
                  </a:cubicBezTo>
                  <a:cubicBezTo>
                    <a:pt x="14" y="12"/>
                    <a:pt x="17" y="15"/>
                    <a:pt x="20" y="18"/>
                  </a:cubicBezTo>
                  <a:cubicBezTo>
                    <a:pt x="22" y="21"/>
                    <a:pt x="18" y="36"/>
                    <a:pt x="20" y="43"/>
                  </a:cubicBezTo>
                  <a:cubicBezTo>
                    <a:pt x="22" y="50"/>
                    <a:pt x="8" y="45"/>
                    <a:pt x="8" y="45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7" name="Freeform 202"/>
            <p:cNvSpPr/>
            <p:nvPr userDrawn="1"/>
          </p:nvSpPr>
          <p:spPr bwMode="auto">
            <a:xfrm>
              <a:off x="5521958" y="4201758"/>
              <a:ext cx="90840" cy="129532"/>
            </a:xfrm>
            <a:custGeom>
              <a:avLst/>
              <a:gdLst>
                <a:gd name="T0" fmla="*/ 24 w 26"/>
                <a:gd name="T1" fmla="*/ 26 h 37"/>
                <a:gd name="T2" fmla="*/ 26 w 26"/>
                <a:gd name="T3" fmla="*/ 12 h 37"/>
                <a:gd name="T4" fmla="*/ 22 w 26"/>
                <a:gd name="T5" fmla="*/ 5 h 37"/>
                <a:gd name="T6" fmla="*/ 23 w 26"/>
                <a:gd name="T7" fmla="*/ 11 h 37"/>
                <a:gd name="T8" fmla="*/ 22 w 26"/>
                <a:gd name="T9" fmla="*/ 16 h 37"/>
                <a:gd name="T10" fmla="*/ 16 w 26"/>
                <a:gd name="T11" fmla="*/ 7 h 37"/>
                <a:gd name="T12" fmla="*/ 9 w 26"/>
                <a:gd name="T13" fmla="*/ 0 h 37"/>
                <a:gd name="T14" fmla="*/ 8 w 26"/>
                <a:gd name="T15" fmla="*/ 2 h 37"/>
                <a:gd name="T16" fmla="*/ 13 w 26"/>
                <a:gd name="T17" fmla="*/ 8 h 37"/>
                <a:gd name="T18" fmla="*/ 15 w 26"/>
                <a:gd name="T19" fmla="*/ 12 h 37"/>
                <a:gd name="T20" fmla="*/ 9 w 26"/>
                <a:gd name="T21" fmla="*/ 9 h 37"/>
                <a:gd name="T22" fmla="*/ 0 w 26"/>
                <a:gd name="T23" fmla="*/ 9 h 37"/>
                <a:gd name="T24" fmla="*/ 6 w 26"/>
                <a:gd name="T25" fmla="*/ 11 h 37"/>
                <a:gd name="T26" fmla="*/ 11 w 26"/>
                <a:gd name="T27" fmla="*/ 15 h 37"/>
                <a:gd name="T28" fmla="*/ 5 w 26"/>
                <a:gd name="T29" fmla="*/ 15 h 37"/>
                <a:gd name="T30" fmla="*/ 1 w 26"/>
                <a:gd name="T31" fmla="*/ 17 h 37"/>
                <a:gd name="T32" fmla="*/ 3 w 26"/>
                <a:gd name="T33" fmla="*/ 18 h 37"/>
                <a:gd name="T34" fmla="*/ 2 w 26"/>
                <a:gd name="T35" fmla="*/ 19 h 37"/>
                <a:gd name="T36" fmla="*/ 6 w 26"/>
                <a:gd name="T37" fmla="*/ 20 h 37"/>
                <a:gd name="T38" fmla="*/ 9 w 26"/>
                <a:gd name="T39" fmla="*/ 23 h 37"/>
                <a:gd name="T40" fmla="*/ 19 w 26"/>
                <a:gd name="T41" fmla="*/ 32 h 37"/>
                <a:gd name="T42" fmla="*/ 25 w 26"/>
                <a:gd name="T43" fmla="*/ 37 h 37"/>
                <a:gd name="T44" fmla="*/ 24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4" y="26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1" y="7"/>
                    <a:pt x="23" y="11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7" y="0"/>
                    <a:pt x="8" y="2"/>
                  </a:cubicBezTo>
                  <a:cubicBezTo>
                    <a:pt x="8" y="4"/>
                    <a:pt x="13" y="8"/>
                    <a:pt x="13" y="8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2"/>
                    <a:pt x="6" y="11"/>
                  </a:cubicBezTo>
                  <a:cubicBezTo>
                    <a:pt x="8" y="11"/>
                    <a:pt x="11" y="15"/>
                    <a:pt x="11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1" y="16"/>
                    <a:pt x="1" y="17"/>
                  </a:cubicBezTo>
                  <a:cubicBezTo>
                    <a:pt x="1" y="18"/>
                    <a:pt x="3" y="18"/>
                    <a:pt x="3" y="18"/>
                  </a:cubicBezTo>
                  <a:cubicBezTo>
                    <a:pt x="3" y="18"/>
                    <a:pt x="2" y="18"/>
                    <a:pt x="2" y="19"/>
                  </a:cubicBezTo>
                  <a:cubicBezTo>
                    <a:pt x="3" y="20"/>
                    <a:pt x="6" y="20"/>
                    <a:pt x="6" y="2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3" y="33"/>
                    <a:pt x="19" y="32"/>
                  </a:cubicBezTo>
                  <a:cubicBezTo>
                    <a:pt x="21" y="32"/>
                    <a:pt x="25" y="37"/>
                    <a:pt x="25" y="37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8" name="Freeform 203"/>
            <p:cNvSpPr/>
            <p:nvPr userDrawn="1"/>
          </p:nvSpPr>
          <p:spPr bwMode="auto">
            <a:xfrm>
              <a:off x="5791114" y="3902321"/>
              <a:ext cx="287662" cy="331400"/>
            </a:xfrm>
            <a:custGeom>
              <a:avLst/>
              <a:gdLst>
                <a:gd name="T0" fmla="*/ 52 w 82"/>
                <a:gd name="T1" fmla="*/ 95 h 95"/>
                <a:gd name="T2" fmla="*/ 39 w 82"/>
                <a:gd name="T3" fmla="*/ 72 h 95"/>
                <a:gd name="T4" fmla="*/ 8 w 82"/>
                <a:gd name="T5" fmla="*/ 46 h 95"/>
                <a:gd name="T6" fmla="*/ 40 w 82"/>
                <a:gd name="T7" fmla="*/ 3 h 95"/>
                <a:gd name="T8" fmla="*/ 70 w 82"/>
                <a:gd name="T9" fmla="*/ 40 h 95"/>
                <a:gd name="T10" fmla="*/ 70 w 82"/>
                <a:gd name="T11" fmla="*/ 59 h 95"/>
                <a:gd name="T12" fmla="*/ 82 w 82"/>
                <a:gd name="T13" fmla="*/ 90 h 95"/>
                <a:gd name="T14" fmla="*/ 52 w 82"/>
                <a:gd name="T1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95">
                  <a:moveTo>
                    <a:pt x="52" y="95"/>
                  </a:moveTo>
                  <a:cubicBezTo>
                    <a:pt x="50" y="91"/>
                    <a:pt x="48" y="75"/>
                    <a:pt x="39" y="72"/>
                  </a:cubicBezTo>
                  <a:cubicBezTo>
                    <a:pt x="29" y="68"/>
                    <a:pt x="16" y="72"/>
                    <a:pt x="8" y="46"/>
                  </a:cubicBezTo>
                  <a:cubicBezTo>
                    <a:pt x="0" y="20"/>
                    <a:pt x="29" y="0"/>
                    <a:pt x="40" y="3"/>
                  </a:cubicBezTo>
                  <a:cubicBezTo>
                    <a:pt x="52" y="7"/>
                    <a:pt x="70" y="28"/>
                    <a:pt x="70" y="40"/>
                  </a:cubicBezTo>
                  <a:cubicBezTo>
                    <a:pt x="70" y="52"/>
                    <a:pt x="70" y="59"/>
                    <a:pt x="70" y="59"/>
                  </a:cubicBezTo>
                  <a:cubicBezTo>
                    <a:pt x="82" y="90"/>
                    <a:pt x="82" y="90"/>
                    <a:pt x="82" y="90"/>
                  </a:cubicBezTo>
                  <a:lnTo>
                    <a:pt x="52" y="95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9" name="Freeform 204"/>
            <p:cNvSpPr/>
            <p:nvPr userDrawn="1"/>
          </p:nvSpPr>
          <p:spPr bwMode="auto">
            <a:xfrm>
              <a:off x="5577471" y="3542324"/>
              <a:ext cx="654388" cy="1179244"/>
            </a:xfrm>
            <a:custGeom>
              <a:avLst/>
              <a:gdLst>
                <a:gd name="T0" fmla="*/ 86 w 187"/>
                <a:gd name="T1" fmla="*/ 205 h 338"/>
                <a:gd name="T2" fmla="*/ 148 w 187"/>
                <a:gd name="T3" fmla="*/ 159 h 338"/>
                <a:gd name="T4" fmla="*/ 158 w 187"/>
                <a:gd name="T5" fmla="*/ 81 h 338"/>
                <a:gd name="T6" fmla="*/ 143 w 187"/>
                <a:gd name="T7" fmla="*/ 6 h 338"/>
                <a:gd name="T8" fmla="*/ 156 w 187"/>
                <a:gd name="T9" fmla="*/ 0 h 338"/>
                <a:gd name="T10" fmla="*/ 180 w 187"/>
                <a:gd name="T11" fmla="*/ 77 h 338"/>
                <a:gd name="T12" fmla="*/ 180 w 187"/>
                <a:gd name="T13" fmla="*/ 181 h 338"/>
                <a:gd name="T14" fmla="*/ 174 w 187"/>
                <a:gd name="T15" fmla="*/ 338 h 338"/>
                <a:gd name="T16" fmla="*/ 108 w 187"/>
                <a:gd name="T17" fmla="*/ 338 h 338"/>
                <a:gd name="T18" fmla="*/ 94 w 187"/>
                <a:gd name="T19" fmla="*/ 257 h 338"/>
                <a:gd name="T20" fmla="*/ 44 w 187"/>
                <a:gd name="T21" fmla="*/ 290 h 338"/>
                <a:gd name="T22" fmla="*/ 0 w 187"/>
                <a:gd name="T23" fmla="*/ 222 h 338"/>
                <a:gd name="T24" fmla="*/ 10 w 187"/>
                <a:gd name="T25" fmla="*/ 215 h 338"/>
                <a:gd name="T26" fmla="*/ 42 w 187"/>
                <a:gd name="T27" fmla="*/ 260 h 338"/>
                <a:gd name="T28" fmla="*/ 86 w 187"/>
                <a:gd name="T29" fmla="*/ 20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338">
                  <a:moveTo>
                    <a:pt x="86" y="205"/>
                  </a:moveTo>
                  <a:cubicBezTo>
                    <a:pt x="86" y="205"/>
                    <a:pt x="142" y="177"/>
                    <a:pt x="148" y="159"/>
                  </a:cubicBezTo>
                  <a:cubicBezTo>
                    <a:pt x="153" y="142"/>
                    <a:pt x="158" y="81"/>
                    <a:pt x="158" y="81"/>
                  </a:cubicBezTo>
                  <a:cubicBezTo>
                    <a:pt x="143" y="6"/>
                    <a:pt x="143" y="6"/>
                    <a:pt x="143" y="6"/>
                  </a:cubicBezTo>
                  <a:cubicBezTo>
                    <a:pt x="145" y="0"/>
                    <a:pt x="156" y="0"/>
                    <a:pt x="156" y="0"/>
                  </a:cubicBezTo>
                  <a:cubicBezTo>
                    <a:pt x="156" y="0"/>
                    <a:pt x="177" y="57"/>
                    <a:pt x="180" y="77"/>
                  </a:cubicBezTo>
                  <a:cubicBezTo>
                    <a:pt x="184" y="102"/>
                    <a:pt x="180" y="181"/>
                    <a:pt x="180" y="181"/>
                  </a:cubicBezTo>
                  <a:cubicBezTo>
                    <a:pt x="180" y="181"/>
                    <a:pt x="187" y="285"/>
                    <a:pt x="174" y="338"/>
                  </a:cubicBezTo>
                  <a:cubicBezTo>
                    <a:pt x="108" y="338"/>
                    <a:pt x="108" y="338"/>
                    <a:pt x="108" y="338"/>
                  </a:cubicBezTo>
                  <a:cubicBezTo>
                    <a:pt x="108" y="338"/>
                    <a:pt x="111" y="277"/>
                    <a:pt x="94" y="257"/>
                  </a:cubicBezTo>
                  <a:cubicBezTo>
                    <a:pt x="94" y="257"/>
                    <a:pt x="61" y="294"/>
                    <a:pt x="44" y="290"/>
                  </a:cubicBezTo>
                  <a:cubicBezTo>
                    <a:pt x="23" y="285"/>
                    <a:pt x="0" y="222"/>
                    <a:pt x="0" y="222"/>
                  </a:cubicBezTo>
                  <a:cubicBezTo>
                    <a:pt x="10" y="215"/>
                    <a:pt x="10" y="215"/>
                    <a:pt x="10" y="215"/>
                  </a:cubicBezTo>
                  <a:cubicBezTo>
                    <a:pt x="42" y="260"/>
                    <a:pt x="42" y="260"/>
                    <a:pt x="42" y="260"/>
                  </a:cubicBezTo>
                  <a:lnTo>
                    <a:pt x="86" y="2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0" name="Freeform 205"/>
            <p:cNvSpPr/>
            <p:nvPr userDrawn="1"/>
          </p:nvSpPr>
          <p:spPr bwMode="auto">
            <a:xfrm>
              <a:off x="5917281" y="4637456"/>
              <a:ext cx="343175" cy="1291953"/>
            </a:xfrm>
            <a:custGeom>
              <a:avLst/>
              <a:gdLst>
                <a:gd name="T0" fmla="*/ 11 w 98"/>
                <a:gd name="T1" fmla="*/ 24 h 370"/>
                <a:gd name="T2" fmla="*/ 21 w 98"/>
                <a:gd name="T3" fmla="*/ 341 h 370"/>
                <a:gd name="T4" fmla="*/ 15 w 98"/>
                <a:gd name="T5" fmla="*/ 370 h 370"/>
                <a:gd name="T6" fmla="*/ 42 w 98"/>
                <a:gd name="T7" fmla="*/ 370 h 370"/>
                <a:gd name="T8" fmla="*/ 44 w 98"/>
                <a:gd name="T9" fmla="*/ 344 h 370"/>
                <a:gd name="T10" fmla="*/ 46 w 98"/>
                <a:gd name="T11" fmla="*/ 96 h 370"/>
                <a:gd name="T12" fmla="*/ 50 w 98"/>
                <a:gd name="T13" fmla="*/ 341 h 370"/>
                <a:gd name="T14" fmla="*/ 56 w 98"/>
                <a:gd name="T15" fmla="*/ 370 h 370"/>
                <a:gd name="T16" fmla="*/ 84 w 98"/>
                <a:gd name="T17" fmla="*/ 370 h 370"/>
                <a:gd name="T18" fmla="*/ 75 w 98"/>
                <a:gd name="T19" fmla="*/ 344 h 370"/>
                <a:gd name="T20" fmla="*/ 77 w 98"/>
                <a:gd name="T21" fmla="*/ 24 h 370"/>
                <a:gd name="T22" fmla="*/ 11 w 98"/>
                <a:gd name="T23" fmla="*/ 24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370">
                  <a:moveTo>
                    <a:pt x="11" y="24"/>
                  </a:moveTo>
                  <a:cubicBezTo>
                    <a:pt x="11" y="24"/>
                    <a:pt x="0" y="161"/>
                    <a:pt x="21" y="341"/>
                  </a:cubicBezTo>
                  <a:cubicBezTo>
                    <a:pt x="15" y="370"/>
                    <a:pt x="15" y="370"/>
                    <a:pt x="15" y="370"/>
                  </a:cubicBezTo>
                  <a:cubicBezTo>
                    <a:pt x="42" y="370"/>
                    <a:pt x="42" y="370"/>
                    <a:pt x="42" y="370"/>
                  </a:cubicBezTo>
                  <a:cubicBezTo>
                    <a:pt x="44" y="344"/>
                    <a:pt x="44" y="344"/>
                    <a:pt x="44" y="344"/>
                  </a:cubicBezTo>
                  <a:cubicBezTo>
                    <a:pt x="44" y="344"/>
                    <a:pt x="30" y="96"/>
                    <a:pt x="46" y="96"/>
                  </a:cubicBezTo>
                  <a:cubicBezTo>
                    <a:pt x="62" y="96"/>
                    <a:pt x="50" y="341"/>
                    <a:pt x="50" y="341"/>
                  </a:cubicBezTo>
                  <a:cubicBezTo>
                    <a:pt x="56" y="370"/>
                    <a:pt x="56" y="370"/>
                    <a:pt x="56" y="370"/>
                  </a:cubicBezTo>
                  <a:cubicBezTo>
                    <a:pt x="84" y="370"/>
                    <a:pt x="84" y="370"/>
                    <a:pt x="84" y="370"/>
                  </a:cubicBezTo>
                  <a:cubicBezTo>
                    <a:pt x="75" y="344"/>
                    <a:pt x="75" y="344"/>
                    <a:pt x="75" y="344"/>
                  </a:cubicBezTo>
                  <a:cubicBezTo>
                    <a:pt x="75" y="344"/>
                    <a:pt x="98" y="150"/>
                    <a:pt x="77" y="24"/>
                  </a:cubicBezTo>
                  <a:cubicBezTo>
                    <a:pt x="77" y="24"/>
                    <a:pt x="43" y="0"/>
                    <a:pt x="11" y="24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1" name="Freeform 206"/>
            <p:cNvSpPr/>
            <p:nvPr userDrawn="1"/>
          </p:nvSpPr>
          <p:spPr bwMode="auto">
            <a:xfrm>
              <a:off x="5945880" y="4131104"/>
              <a:ext cx="107663" cy="90840"/>
            </a:xfrm>
            <a:custGeom>
              <a:avLst/>
              <a:gdLst>
                <a:gd name="T0" fmla="*/ 0 w 31"/>
                <a:gd name="T1" fmla="*/ 26 h 26"/>
                <a:gd name="T2" fmla="*/ 31 w 31"/>
                <a:gd name="T3" fmla="*/ 5 h 26"/>
                <a:gd name="T4" fmla="*/ 0 w 31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6">
                  <a:moveTo>
                    <a:pt x="0" y="26"/>
                  </a:moveTo>
                  <a:cubicBezTo>
                    <a:pt x="0" y="26"/>
                    <a:pt x="5" y="0"/>
                    <a:pt x="31" y="5"/>
                  </a:cubicBezTo>
                  <a:cubicBezTo>
                    <a:pt x="31" y="5"/>
                    <a:pt x="28" y="21"/>
                    <a:pt x="0" y="2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2" name="Freeform 207"/>
            <p:cNvSpPr/>
            <p:nvPr userDrawn="1"/>
          </p:nvSpPr>
          <p:spPr bwMode="auto">
            <a:xfrm>
              <a:off x="5777657" y="3880453"/>
              <a:ext cx="250653" cy="292708"/>
            </a:xfrm>
            <a:custGeom>
              <a:avLst/>
              <a:gdLst>
                <a:gd name="T0" fmla="*/ 59 w 72"/>
                <a:gd name="T1" fmla="*/ 27 h 84"/>
                <a:gd name="T2" fmla="*/ 54 w 72"/>
                <a:gd name="T3" fmla="*/ 27 h 84"/>
                <a:gd name="T4" fmla="*/ 66 w 72"/>
                <a:gd name="T5" fmla="*/ 43 h 84"/>
                <a:gd name="T6" fmla="*/ 66 w 72"/>
                <a:gd name="T7" fmla="*/ 65 h 84"/>
                <a:gd name="T8" fmla="*/ 48 w 72"/>
                <a:gd name="T9" fmla="*/ 82 h 84"/>
                <a:gd name="T10" fmla="*/ 4 w 72"/>
                <a:gd name="T11" fmla="*/ 49 h 84"/>
                <a:gd name="T12" fmla="*/ 48 w 72"/>
                <a:gd name="T13" fmla="*/ 4 h 84"/>
                <a:gd name="T14" fmla="*/ 59 w 72"/>
                <a:gd name="T15" fmla="*/ 2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84">
                  <a:moveTo>
                    <a:pt x="59" y="27"/>
                  </a:moveTo>
                  <a:cubicBezTo>
                    <a:pt x="59" y="27"/>
                    <a:pt x="54" y="23"/>
                    <a:pt x="54" y="27"/>
                  </a:cubicBezTo>
                  <a:cubicBezTo>
                    <a:pt x="54" y="30"/>
                    <a:pt x="59" y="40"/>
                    <a:pt x="66" y="43"/>
                  </a:cubicBezTo>
                  <a:cubicBezTo>
                    <a:pt x="66" y="43"/>
                    <a:pt x="72" y="58"/>
                    <a:pt x="66" y="65"/>
                  </a:cubicBezTo>
                  <a:cubicBezTo>
                    <a:pt x="60" y="71"/>
                    <a:pt x="48" y="82"/>
                    <a:pt x="48" y="82"/>
                  </a:cubicBezTo>
                  <a:cubicBezTo>
                    <a:pt x="48" y="82"/>
                    <a:pt x="9" y="84"/>
                    <a:pt x="4" y="49"/>
                  </a:cubicBezTo>
                  <a:cubicBezTo>
                    <a:pt x="0" y="15"/>
                    <a:pt x="43" y="0"/>
                    <a:pt x="48" y="4"/>
                  </a:cubicBezTo>
                  <a:cubicBezTo>
                    <a:pt x="48" y="4"/>
                    <a:pt x="52" y="10"/>
                    <a:pt x="59" y="27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23" name="标题 1"/>
          <p:cNvSpPr>
            <a:spLocks noGrp="1"/>
          </p:cNvSpPr>
          <p:nvPr>
            <p:ph type="ctrTitle" hasCustomPrompt="1"/>
          </p:nvPr>
        </p:nvSpPr>
        <p:spPr>
          <a:xfrm>
            <a:off x="6091348" y="1917592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224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091348" y="4223828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225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091349" y="3927557"/>
            <a:ext cx="5426076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tags" Target="../tags/tag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4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ags" Target="../tags/tag25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7117607" y="1284395"/>
            <a:ext cx="5426373" cy="558799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Subtitle here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470785" y="239395"/>
            <a:ext cx="6709410" cy="1351915"/>
          </a:xfrm>
        </p:spPr>
        <p:txBody>
          <a:bodyPr>
            <a:normAutofit/>
          </a:bodyPr>
          <a:lstStyle/>
          <a:p>
            <a:r>
              <a:rPr lang="zh-CN" dirty="0">
                <a:solidFill>
                  <a:schemeClr val="bg1"/>
                </a:solidFill>
              </a:rPr>
              <a:t>中国科学技术大学通用</a:t>
            </a:r>
            <a:r>
              <a:rPr lang="en-US" altLang="zh-CN" dirty="0">
                <a:solidFill>
                  <a:schemeClr val="bg1"/>
                </a:solidFill>
              </a:rPr>
              <a:t>PPT</a:t>
            </a:r>
            <a:endParaRPr lang="en-US" altLang="zh-CN" dirty="0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5407" y="-272"/>
            <a:ext cx="1913240" cy="1913240"/>
            <a:chOff x="7169922" y="1459593"/>
            <a:chExt cx="1913240" cy="1913240"/>
          </a:xfrm>
        </p:grpSpPr>
        <p:sp>
          <p:nvSpPr>
            <p:cNvPr id="24" name="矩形 23"/>
            <p:cNvSpPr/>
            <p:nvPr/>
          </p:nvSpPr>
          <p:spPr>
            <a:xfrm>
              <a:off x="7169922" y="1459593"/>
              <a:ext cx="1913240" cy="1913240"/>
            </a:xfrm>
            <a:prstGeom prst="rect">
              <a:avLst/>
            </a:prstGeom>
            <a:solidFill>
              <a:schemeClr val="accent2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331016" y="1619339"/>
              <a:ext cx="1591052" cy="394166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6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ANNUAL</a:t>
              </a:r>
              <a:endParaRPr lang="zh-CN" altLang="en-US" spc="6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331016" y="2178005"/>
              <a:ext cx="1591052" cy="394166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6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REPORT</a:t>
              </a:r>
              <a:endParaRPr lang="zh-CN" altLang="en-US" spc="6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331016" y="2736672"/>
              <a:ext cx="1591052" cy="394166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2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2020</a:t>
              </a:r>
              <a:endParaRPr lang="zh-CN" altLang="en-US" spc="12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7331915" y="2095755"/>
              <a:ext cx="158925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7331915" y="2654421"/>
              <a:ext cx="158925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7331915" y="3213087"/>
              <a:ext cx="158925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7653" y="59867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08d88193-e4ed-466c-8c16-919c5770a12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94492" y="1960700"/>
            <a:ext cx="9432226" cy="3165200"/>
            <a:chOff x="1379887" y="1960700"/>
            <a:chExt cx="9432226" cy="3165200"/>
          </a:xfrm>
        </p:grpSpPr>
        <p:grpSp>
          <p:nvGrpSpPr>
            <p:cNvPr id="141" name="ïŝḷíḋé"/>
            <p:cNvGrpSpPr/>
            <p:nvPr/>
          </p:nvGrpSpPr>
          <p:grpSpPr>
            <a:xfrm>
              <a:off x="1379887" y="1960700"/>
              <a:ext cx="2735482" cy="1569660"/>
              <a:chOff x="1199456" y="1204010"/>
              <a:chExt cx="2735482" cy="1569660"/>
            </a:xfrm>
          </p:grpSpPr>
          <p:sp>
            <p:nvSpPr>
              <p:cNvPr id="172" name="ísḷide"/>
              <p:cNvSpPr/>
              <p:nvPr/>
            </p:nvSpPr>
            <p:spPr>
              <a:xfrm>
                <a:off x="1199456" y="1556792"/>
                <a:ext cx="864096" cy="8640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73" name="îs1íḍé"/>
              <p:cNvSpPr txBox="1"/>
              <p:nvPr/>
            </p:nvSpPr>
            <p:spPr>
              <a:xfrm>
                <a:off x="1559496" y="1204010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 dirty="0">
                    <a:solidFill>
                      <a:schemeClr val="bg1"/>
                    </a:solidFill>
                  </a:rPr>
                  <a:t>1</a:t>
                </a:r>
                <a:endParaRPr lang="en-US" altLang="zh-CN" sz="96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4" name="îşḷiďê"/>
              <p:cNvGrpSpPr/>
              <p:nvPr/>
            </p:nvGrpSpPr>
            <p:grpSpPr>
              <a:xfrm>
                <a:off x="1994070" y="1556792"/>
                <a:ext cx="1940868" cy="926443"/>
                <a:chOff x="1925286" y="1494446"/>
                <a:chExt cx="1940868" cy="926443"/>
              </a:xfrm>
            </p:grpSpPr>
            <p:sp>
              <p:nvSpPr>
                <p:cNvPr id="175" name="isļïḋe"/>
                <p:cNvSpPr/>
                <p:nvPr/>
              </p:nvSpPr>
              <p:spPr>
                <a:xfrm>
                  <a:off x="1925286" y="1494446"/>
                  <a:ext cx="1940868" cy="38201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b">
                  <a:normAutofit/>
                </a:bodyPr>
                <a:lstStyle/>
                <a:p>
                  <a:r>
                    <a:rPr lang="en-US" altLang="zh-CN" sz="1600" b="1" dirty="0">
                      <a:solidFill>
                        <a:schemeClr val="accent1"/>
                      </a:solidFill>
                    </a:rPr>
                    <a:t>Text here</a:t>
                  </a:r>
                  <a:endParaRPr lang="zh-CN" altLang="en-US" sz="16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76" name="iSḻîḍé"/>
                <p:cNvSpPr/>
                <p:nvPr/>
              </p:nvSpPr>
              <p:spPr>
                <a:xfrm>
                  <a:off x="1928598" y="1876459"/>
                  <a:ext cx="1935154" cy="544430"/>
                </a:xfrm>
                <a:prstGeom prst="rect">
                  <a:avLst/>
                </a:prstGeom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Supporting text here.</a:t>
                  </a:r>
                  <a:endParaRPr lang="en-US" altLang="zh-CN" sz="1100" dirty="0"/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  <p:grpSp>
          <p:nvGrpSpPr>
            <p:cNvPr id="142" name="íṩļíďé"/>
            <p:cNvGrpSpPr/>
            <p:nvPr/>
          </p:nvGrpSpPr>
          <p:grpSpPr>
            <a:xfrm>
              <a:off x="4548239" y="1960700"/>
              <a:ext cx="2735482" cy="1569660"/>
              <a:chOff x="1199456" y="1204010"/>
              <a:chExt cx="2735482" cy="1569660"/>
            </a:xfrm>
          </p:grpSpPr>
          <p:sp>
            <p:nvSpPr>
              <p:cNvPr id="167" name="íşḻïḍé"/>
              <p:cNvSpPr/>
              <p:nvPr/>
            </p:nvSpPr>
            <p:spPr>
              <a:xfrm>
                <a:off x="1199456" y="1556792"/>
                <a:ext cx="864096" cy="86409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68" name="íŝļïḓe"/>
              <p:cNvSpPr txBox="1"/>
              <p:nvPr/>
            </p:nvSpPr>
            <p:spPr>
              <a:xfrm>
                <a:off x="1562265" y="1204010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>
                    <a:solidFill>
                      <a:schemeClr val="bg1"/>
                    </a:solidFill>
                  </a:rPr>
                  <a:t>2</a:t>
                </a:r>
                <a:endParaRPr lang="en-US" altLang="zh-CN" sz="96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69" name="iŝľíďè"/>
              <p:cNvGrpSpPr/>
              <p:nvPr/>
            </p:nvGrpSpPr>
            <p:grpSpPr>
              <a:xfrm>
                <a:off x="1994070" y="1556792"/>
                <a:ext cx="1940868" cy="926443"/>
                <a:chOff x="1925286" y="1494446"/>
                <a:chExt cx="1940868" cy="926443"/>
              </a:xfrm>
            </p:grpSpPr>
            <p:sp>
              <p:nvSpPr>
                <p:cNvPr id="170" name="íṥḻïḑé"/>
                <p:cNvSpPr/>
                <p:nvPr/>
              </p:nvSpPr>
              <p:spPr>
                <a:xfrm>
                  <a:off x="1925286" y="1494446"/>
                  <a:ext cx="1940868" cy="38201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b">
                  <a:normAutofit/>
                </a:bodyPr>
                <a:lstStyle/>
                <a:p>
                  <a:r>
                    <a:rPr lang="en-US" altLang="zh-CN" sz="1600" b="1" dirty="0"/>
                    <a:t>Text here</a:t>
                  </a:r>
                  <a:endParaRPr lang="zh-CN" altLang="en-US" sz="1600" b="1" dirty="0"/>
                </a:p>
              </p:txBody>
            </p:sp>
            <p:sp>
              <p:nvSpPr>
                <p:cNvPr id="171" name="îŝ1iḋè"/>
                <p:cNvSpPr/>
                <p:nvPr/>
              </p:nvSpPr>
              <p:spPr>
                <a:xfrm>
                  <a:off x="1928598" y="1876459"/>
                  <a:ext cx="1935154" cy="544430"/>
                </a:xfrm>
                <a:prstGeom prst="rect">
                  <a:avLst/>
                </a:prstGeom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Supporting text here.</a:t>
                  </a:r>
                  <a:endParaRPr lang="en-US" altLang="zh-CN" sz="1100" dirty="0"/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  <p:grpSp>
          <p:nvGrpSpPr>
            <p:cNvPr id="143" name="íşľiḋe"/>
            <p:cNvGrpSpPr/>
            <p:nvPr/>
          </p:nvGrpSpPr>
          <p:grpSpPr>
            <a:xfrm>
              <a:off x="8076631" y="1960700"/>
              <a:ext cx="2735482" cy="1569660"/>
              <a:chOff x="1199456" y="1204010"/>
              <a:chExt cx="2735482" cy="1569660"/>
            </a:xfrm>
          </p:grpSpPr>
          <p:sp>
            <p:nvSpPr>
              <p:cNvPr id="162" name="îṥľiḍê"/>
              <p:cNvSpPr/>
              <p:nvPr/>
            </p:nvSpPr>
            <p:spPr>
              <a:xfrm>
                <a:off x="1199456" y="1556792"/>
                <a:ext cx="864096" cy="8640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63" name="íṧļiḓe"/>
              <p:cNvSpPr txBox="1"/>
              <p:nvPr/>
            </p:nvSpPr>
            <p:spPr>
              <a:xfrm>
                <a:off x="1559495" y="1204010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>
                    <a:solidFill>
                      <a:schemeClr val="bg1"/>
                    </a:solidFill>
                  </a:rPr>
                  <a:t>3</a:t>
                </a:r>
                <a:endParaRPr lang="en-US" altLang="zh-CN" sz="96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64" name="í$ḷíḑê"/>
              <p:cNvGrpSpPr/>
              <p:nvPr/>
            </p:nvGrpSpPr>
            <p:grpSpPr>
              <a:xfrm>
                <a:off x="1994070" y="1556792"/>
                <a:ext cx="1940868" cy="926443"/>
                <a:chOff x="1925286" y="1494446"/>
                <a:chExt cx="1940868" cy="926443"/>
              </a:xfrm>
            </p:grpSpPr>
            <p:sp>
              <p:nvSpPr>
                <p:cNvPr id="165" name="íŝḷîďé"/>
                <p:cNvSpPr/>
                <p:nvPr/>
              </p:nvSpPr>
              <p:spPr>
                <a:xfrm>
                  <a:off x="1925286" y="1494446"/>
                  <a:ext cx="1940868" cy="38201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b">
                  <a:normAutofit/>
                </a:bodyPr>
                <a:lstStyle/>
                <a:p>
                  <a:r>
                    <a:rPr lang="en-US" altLang="zh-CN" sz="1600" b="1" dirty="0">
                      <a:solidFill>
                        <a:schemeClr val="accent1"/>
                      </a:solidFill>
                    </a:rPr>
                    <a:t>Text here</a:t>
                  </a:r>
                  <a:endParaRPr lang="zh-CN" altLang="en-US" sz="16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66" name="i$ľíḋé"/>
                <p:cNvSpPr/>
                <p:nvPr/>
              </p:nvSpPr>
              <p:spPr>
                <a:xfrm>
                  <a:off x="1928598" y="1876459"/>
                  <a:ext cx="1935154" cy="544430"/>
                </a:xfrm>
                <a:prstGeom prst="rect">
                  <a:avLst/>
                </a:prstGeom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Supporting text here.</a:t>
                  </a:r>
                  <a:endParaRPr lang="en-US" altLang="zh-CN" sz="1100" dirty="0"/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  <p:grpSp>
          <p:nvGrpSpPr>
            <p:cNvPr id="144" name="iṩlídé"/>
            <p:cNvGrpSpPr/>
            <p:nvPr/>
          </p:nvGrpSpPr>
          <p:grpSpPr>
            <a:xfrm>
              <a:off x="1379887" y="3556240"/>
              <a:ext cx="2735482" cy="1569660"/>
              <a:chOff x="1199456" y="1204010"/>
              <a:chExt cx="2735482" cy="1569660"/>
            </a:xfrm>
          </p:grpSpPr>
          <p:sp>
            <p:nvSpPr>
              <p:cNvPr id="157" name="iṡļíḓé"/>
              <p:cNvSpPr/>
              <p:nvPr/>
            </p:nvSpPr>
            <p:spPr>
              <a:xfrm>
                <a:off x="1199456" y="1556792"/>
                <a:ext cx="864096" cy="86409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58" name="îśļíḍê"/>
              <p:cNvSpPr txBox="1"/>
              <p:nvPr/>
            </p:nvSpPr>
            <p:spPr>
              <a:xfrm>
                <a:off x="1533747" y="1204010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>
                    <a:solidFill>
                      <a:schemeClr val="bg1"/>
                    </a:solidFill>
                  </a:rPr>
                  <a:t>4</a:t>
                </a:r>
                <a:endParaRPr lang="en-US" altLang="zh-CN" sz="96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59" name="ïš1iḋe"/>
              <p:cNvGrpSpPr/>
              <p:nvPr/>
            </p:nvGrpSpPr>
            <p:grpSpPr>
              <a:xfrm>
                <a:off x="1994070" y="1556792"/>
                <a:ext cx="1940868" cy="926443"/>
                <a:chOff x="1925286" y="1494446"/>
                <a:chExt cx="1940868" cy="926443"/>
              </a:xfrm>
            </p:grpSpPr>
            <p:sp>
              <p:nvSpPr>
                <p:cNvPr id="160" name="iślïḍê"/>
                <p:cNvSpPr/>
                <p:nvPr/>
              </p:nvSpPr>
              <p:spPr>
                <a:xfrm>
                  <a:off x="1925286" y="1494446"/>
                  <a:ext cx="1940868" cy="38201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b">
                  <a:normAutofit/>
                </a:bodyPr>
                <a:lstStyle/>
                <a:p>
                  <a:r>
                    <a:rPr lang="en-US" altLang="zh-CN" sz="1600" b="1" dirty="0"/>
                    <a:t>Text here</a:t>
                  </a:r>
                  <a:endParaRPr lang="zh-CN" altLang="en-US" sz="1600" b="1" dirty="0"/>
                </a:p>
              </p:txBody>
            </p:sp>
            <p:sp>
              <p:nvSpPr>
                <p:cNvPr id="161" name="îṡḻïḍê"/>
                <p:cNvSpPr/>
                <p:nvPr/>
              </p:nvSpPr>
              <p:spPr>
                <a:xfrm>
                  <a:off x="1928598" y="1876459"/>
                  <a:ext cx="1935154" cy="544430"/>
                </a:xfrm>
                <a:prstGeom prst="rect">
                  <a:avLst/>
                </a:prstGeom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Supporting text here.</a:t>
                  </a:r>
                  <a:endParaRPr lang="en-US" altLang="zh-CN" sz="1100" dirty="0"/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  <p:grpSp>
          <p:nvGrpSpPr>
            <p:cNvPr id="145" name="îṡľîdé"/>
            <p:cNvGrpSpPr/>
            <p:nvPr/>
          </p:nvGrpSpPr>
          <p:grpSpPr>
            <a:xfrm>
              <a:off x="4545837" y="3530360"/>
              <a:ext cx="2735482" cy="1569660"/>
              <a:chOff x="1199456" y="1178130"/>
              <a:chExt cx="2735482" cy="1569660"/>
            </a:xfrm>
          </p:grpSpPr>
          <p:sp>
            <p:nvSpPr>
              <p:cNvPr id="152" name="ïsḷíḋe"/>
              <p:cNvSpPr/>
              <p:nvPr/>
            </p:nvSpPr>
            <p:spPr>
              <a:xfrm>
                <a:off x="1199456" y="1556792"/>
                <a:ext cx="864096" cy="8640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53" name="ïślîde"/>
              <p:cNvSpPr txBox="1"/>
              <p:nvPr/>
            </p:nvSpPr>
            <p:spPr>
              <a:xfrm>
                <a:off x="1480228" y="1178130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>
                    <a:solidFill>
                      <a:schemeClr val="bg1"/>
                    </a:solidFill>
                  </a:rPr>
                  <a:t>5</a:t>
                </a:r>
                <a:endParaRPr lang="en-US" altLang="zh-CN" sz="96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54" name="ïṥḷíde"/>
              <p:cNvGrpSpPr/>
              <p:nvPr/>
            </p:nvGrpSpPr>
            <p:grpSpPr>
              <a:xfrm>
                <a:off x="1994070" y="1556792"/>
                <a:ext cx="1940868" cy="926443"/>
                <a:chOff x="1925286" y="1494446"/>
                <a:chExt cx="1940868" cy="926443"/>
              </a:xfrm>
            </p:grpSpPr>
            <p:sp>
              <p:nvSpPr>
                <p:cNvPr id="155" name="íS1ïḑè"/>
                <p:cNvSpPr/>
                <p:nvPr/>
              </p:nvSpPr>
              <p:spPr>
                <a:xfrm>
                  <a:off x="1925286" y="1494446"/>
                  <a:ext cx="1940868" cy="38201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b">
                  <a:normAutofit/>
                </a:bodyPr>
                <a:lstStyle/>
                <a:p>
                  <a:r>
                    <a:rPr lang="en-US" altLang="zh-CN" sz="1600" b="1" dirty="0">
                      <a:solidFill>
                        <a:schemeClr val="accent1"/>
                      </a:solidFill>
                    </a:rPr>
                    <a:t>Text here</a:t>
                  </a:r>
                  <a:endParaRPr lang="zh-CN" altLang="en-US" sz="16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56" name="îšlïḍé"/>
                <p:cNvSpPr/>
                <p:nvPr/>
              </p:nvSpPr>
              <p:spPr>
                <a:xfrm>
                  <a:off x="1928598" y="1876459"/>
                  <a:ext cx="1935154" cy="544430"/>
                </a:xfrm>
                <a:prstGeom prst="rect">
                  <a:avLst/>
                </a:prstGeom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Supporting text here.</a:t>
                  </a:r>
                  <a:endParaRPr lang="en-US" altLang="zh-CN" sz="1100" dirty="0"/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  <p:grpSp>
          <p:nvGrpSpPr>
            <p:cNvPr id="146" name="íṩḷîḓé"/>
            <p:cNvGrpSpPr/>
            <p:nvPr/>
          </p:nvGrpSpPr>
          <p:grpSpPr>
            <a:xfrm>
              <a:off x="8074229" y="3530360"/>
              <a:ext cx="2735482" cy="1569660"/>
              <a:chOff x="1199456" y="1178130"/>
              <a:chExt cx="2735482" cy="1569660"/>
            </a:xfrm>
          </p:grpSpPr>
          <p:sp>
            <p:nvSpPr>
              <p:cNvPr id="147" name="í$ḷíḑê"/>
              <p:cNvSpPr/>
              <p:nvPr/>
            </p:nvSpPr>
            <p:spPr>
              <a:xfrm>
                <a:off x="1199456" y="1556792"/>
                <a:ext cx="864096" cy="86409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148" name="ïṡḻîḑé"/>
              <p:cNvSpPr txBox="1"/>
              <p:nvPr/>
            </p:nvSpPr>
            <p:spPr>
              <a:xfrm>
                <a:off x="1508631" y="1178130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>
                    <a:solidFill>
                      <a:schemeClr val="bg1"/>
                    </a:solidFill>
                  </a:rPr>
                  <a:t>6</a:t>
                </a:r>
                <a:endParaRPr lang="en-US" altLang="zh-CN" sz="9600" b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49" name="iSḻîdè"/>
              <p:cNvGrpSpPr/>
              <p:nvPr/>
            </p:nvGrpSpPr>
            <p:grpSpPr>
              <a:xfrm>
                <a:off x="1994070" y="1556792"/>
                <a:ext cx="1940868" cy="926443"/>
                <a:chOff x="1925286" y="1494446"/>
                <a:chExt cx="1940868" cy="926443"/>
              </a:xfrm>
            </p:grpSpPr>
            <p:sp>
              <p:nvSpPr>
                <p:cNvPr id="150" name="ïs1îḍe"/>
                <p:cNvSpPr/>
                <p:nvPr/>
              </p:nvSpPr>
              <p:spPr>
                <a:xfrm>
                  <a:off x="1925286" y="1494446"/>
                  <a:ext cx="1940868" cy="38201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b">
                  <a:normAutofit/>
                </a:bodyPr>
                <a:lstStyle/>
                <a:p>
                  <a:r>
                    <a:rPr lang="en-US" altLang="zh-CN" sz="1600" b="1" dirty="0"/>
                    <a:t>Text here</a:t>
                  </a:r>
                  <a:endParaRPr lang="zh-CN" altLang="en-US" sz="1600" b="1" dirty="0"/>
                </a:p>
              </p:txBody>
            </p:sp>
            <p:sp>
              <p:nvSpPr>
                <p:cNvPr id="151" name="îṡliḍè"/>
                <p:cNvSpPr/>
                <p:nvPr/>
              </p:nvSpPr>
              <p:spPr>
                <a:xfrm>
                  <a:off x="1928598" y="1876459"/>
                  <a:ext cx="1935154" cy="544430"/>
                </a:xfrm>
                <a:prstGeom prst="rect">
                  <a:avLst/>
                </a:prstGeom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Supporting text here.</a:t>
                  </a:r>
                  <a:endParaRPr lang="en-US" altLang="zh-CN" sz="1100" dirty="0"/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96972" y="524736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bg1">
                  <a:lumMod val="85000"/>
                </a:schemeClr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991533" y="149987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a627f7b-cbfd-416e-b60d-f273030a27e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51716" y="1584000"/>
            <a:ext cx="10488568" cy="3992620"/>
            <a:chOff x="851716" y="1584000"/>
            <a:chExt cx="10488568" cy="3992620"/>
          </a:xfrm>
        </p:grpSpPr>
        <p:sp>
          <p:nvSpPr>
            <p:cNvPr id="6" name="ïšlíḑê"/>
            <p:cNvSpPr/>
            <p:nvPr/>
          </p:nvSpPr>
          <p:spPr>
            <a:xfrm>
              <a:off x="4800929" y="1924638"/>
              <a:ext cx="3268712" cy="3268712"/>
            </a:xfrm>
            <a:prstGeom prst="ellipse">
              <a:avLst/>
            </a:prstGeom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" name="î$1íḑè"/>
            <p:cNvSpPr/>
            <p:nvPr/>
          </p:nvSpPr>
          <p:spPr bwMode="auto">
            <a:xfrm>
              <a:off x="5465383" y="2590774"/>
              <a:ext cx="1939803" cy="1936440"/>
            </a:xfrm>
            <a:custGeom>
              <a:avLst/>
              <a:gdLst>
                <a:gd name="connsiteX0" fmla="*/ 566340 w 597701"/>
                <a:gd name="connsiteY0" fmla="*/ 235720 h 596665"/>
                <a:gd name="connsiteX1" fmla="*/ 565418 w 597701"/>
                <a:gd name="connsiteY1" fmla="*/ 236641 h 596665"/>
                <a:gd name="connsiteX2" fmla="*/ 567263 w 597701"/>
                <a:gd name="connsiteY2" fmla="*/ 240324 h 596665"/>
                <a:gd name="connsiteX3" fmla="*/ 566340 w 597701"/>
                <a:gd name="connsiteY3" fmla="*/ 235720 h 596665"/>
                <a:gd name="connsiteX4" fmla="*/ 206613 w 597701"/>
                <a:gd name="connsiteY4" fmla="*/ 174948 h 596665"/>
                <a:gd name="connsiteX5" fmla="*/ 200156 w 597701"/>
                <a:gd name="connsiteY5" fmla="*/ 175869 h 596665"/>
                <a:gd name="connsiteX6" fmla="*/ 199234 w 597701"/>
                <a:gd name="connsiteY6" fmla="*/ 177711 h 596665"/>
                <a:gd name="connsiteX7" fmla="*/ 195544 w 597701"/>
                <a:gd name="connsiteY7" fmla="*/ 177711 h 596665"/>
                <a:gd name="connsiteX8" fmla="*/ 193700 w 597701"/>
                <a:gd name="connsiteY8" fmla="*/ 184156 h 596665"/>
                <a:gd name="connsiteX9" fmla="*/ 202923 w 597701"/>
                <a:gd name="connsiteY9" fmla="*/ 184156 h 596665"/>
                <a:gd name="connsiteX10" fmla="*/ 206613 w 597701"/>
                <a:gd name="connsiteY10" fmla="*/ 180473 h 596665"/>
                <a:gd name="connsiteX11" fmla="*/ 543281 w 597701"/>
                <a:gd name="connsiteY11" fmla="*/ 174028 h 596665"/>
                <a:gd name="connsiteX12" fmla="*/ 541436 w 597701"/>
                <a:gd name="connsiteY12" fmla="*/ 175869 h 596665"/>
                <a:gd name="connsiteX13" fmla="*/ 541436 w 597701"/>
                <a:gd name="connsiteY13" fmla="*/ 187839 h 596665"/>
                <a:gd name="connsiteX14" fmla="*/ 546970 w 597701"/>
                <a:gd name="connsiteY14" fmla="*/ 187839 h 596665"/>
                <a:gd name="connsiteX15" fmla="*/ 549738 w 597701"/>
                <a:gd name="connsiteY15" fmla="*/ 187839 h 596665"/>
                <a:gd name="connsiteX16" fmla="*/ 543281 w 597701"/>
                <a:gd name="connsiteY16" fmla="*/ 174028 h 596665"/>
                <a:gd name="connsiteX17" fmla="*/ 56219 w 597701"/>
                <a:gd name="connsiteY17" fmla="*/ 171321 h 596665"/>
                <a:gd name="connsiteX18" fmla="*/ 54256 w 597701"/>
                <a:gd name="connsiteY18" fmla="*/ 175277 h 596665"/>
                <a:gd name="connsiteX19" fmla="*/ 46159 w 597701"/>
                <a:gd name="connsiteY19" fmla="*/ 191442 h 596665"/>
                <a:gd name="connsiteX20" fmla="*/ 46159 w 597701"/>
                <a:gd name="connsiteY20" fmla="*/ 182377 h 596665"/>
                <a:gd name="connsiteX21" fmla="*/ 211225 w 597701"/>
                <a:gd name="connsiteY21" fmla="*/ 170344 h 596665"/>
                <a:gd name="connsiteX22" fmla="*/ 211225 w 597701"/>
                <a:gd name="connsiteY22" fmla="*/ 174948 h 596665"/>
                <a:gd name="connsiteX23" fmla="*/ 213070 w 597701"/>
                <a:gd name="connsiteY23" fmla="*/ 178631 h 596665"/>
                <a:gd name="connsiteX24" fmla="*/ 222293 w 597701"/>
                <a:gd name="connsiteY24" fmla="*/ 178631 h 596665"/>
                <a:gd name="connsiteX25" fmla="*/ 222293 w 597701"/>
                <a:gd name="connsiteY25" fmla="*/ 173107 h 596665"/>
                <a:gd name="connsiteX26" fmla="*/ 258292 w 597701"/>
                <a:gd name="connsiteY26" fmla="*/ 165699 h 596665"/>
                <a:gd name="connsiteX27" fmla="*/ 262012 w 597701"/>
                <a:gd name="connsiteY27" fmla="*/ 168473 h 596665"/>
                <a:gd name="connsiteX28" fmla="*/ 261082 w 597701"/>
                <a:gd name="connsiteY28" fmla="*/ 172172 h 596665"/>
                <a:gd name="connsiteX29" fmla="*/ 255502 w 597701"/>
                <a:gd name="connsiteY29" fmla="*/ 173096 h 596665"/>
                <a:gd name="connsiteX30" fmla="*/ 255502 w 597701"/>
                <a:gd name="connsiteY30" fmla="*/ 168473 h 596665"/>
                <a:gd name="connsiteX31" fmla="*/ 199234 w 597701"/>
                <a:gd name="connsiteY31" fmla="*/ 163898 h 596665"/>
                <a:gd name="connsiteX32" fmla="*/ 199234 w 597701"/>
                <a:gd name="connsiteY32" fmla="*/ 173107 h 596665"/>
                <a:gd name="connsiteX33" fmla="*/ 204768 w 597701"/>
                <a:gd name="connsiteY33" fmla="*/ 172186 h 596665"/>
                <a:gd name="connsiteX34" fmla="*/ 208458 w 597701"/>
                <a:gd name="connsiteY34" fmla="*/ 169423 h 596665"/>
                <a:gd name="connsiteX35" fmla="*/ 208458 w 597701"/>
                <a:gd name="connsiteY35" fmla="*/ 163898 h 596665"/>
                <a:gd name="connsiteX36" fmla="*/ 185398 w 597701"/>
                <a:gd name="connsiteY36" fmla="*/ 163898 h 596665"/>
                <a:gd name="connsiteX37" fmla="*/ 178942 w 597701"/>
                <a:gd name="connsiteY37" fmla="*/ 170344 h 596665"/>
                <a:gd name="connsiteX38" fmla="*/ 178019 w 597701"/>
                <a:gd name="connsiteY38" fmla="*/ 177711 h 596665"/>
                <a:gd name="connsiteX39" fmla="*/ 182631 w 597701"/>
                <a:gd name="connsiteY39" fmla="*/ 180473 h 596665"/>
                <a:gd name="connsiteX40" fmla="*/ 193700 w 597701"/>
                <a:gd name="connsiteY40" fmla="*/ 163898 h 596665"/>
                <a:gd name="connsiteX41" fmla="*/ 216759 w 597701"/>
                <a:gd name="connsiteY41" fmla="*/ 162978 h 596665"/>
                <a:gd name="connsiteX42" fmla="*/ 213992 w 597701"/>
                <a:gd name="connsiteY42" fmla="*/ 165740 h 596665"/>
                <a:gd name="connsiteX43" fmla="*/ 217681 w 597701"/>
                <a:gd name="connsiteY43" fmla="*/ 168502 h 596665"/>
                <a:gd name="connsiteX44" fmla="*/ 220449 w 597701"/>
                <a:gd name="connsiteY44" fmla="*/ 165740 h 596665"/>
                <a:gd name="connsiteX45" fmla="*/ 275804 w 597701"/>
                <a:gd name="connsiteY45" fmla="*/ 161113 h 596665"/>
                <a:gd name="connsiteX46" fmla="*/ 279486 w 597701"/>
                <a:gd name="connsiteY46" fmla="*/ 161113 h 596665"/>
                <a:gd name="connsiteX47" fmla="*/ 283168 w 597701"/>
                <a:gd name="connsiteY47" fmla="*/ 162037 h 596665"/>
                <a:gd name="connsiteX48" fmla="*/ 281327 w 597701"/>
                <a:gd name="connsiteY48" fmla="*/ 165736 h 596665"/>
                <a:gd name="connsiteX49" fmla="*/ 277645 w 597701"/>
                <a:gd name="connsiteY49" fmla="*/ 165736 h 596665"/>
                <a:gd name="connsiteX50" fmla="*/ 276724 w 597701"/>
                <a:gd name="connsiteY50" fmla="*/ 169435 h 596665"/>
                <a:gd name="connsiteX51" fmla="*/ 273963 w 597701"/>
                <a:gd name="connsiteY51" fmla="*/ 171284 h 596665"/>
                <a:gd name="connsiteX52" fmla="*/ 268439 w 597701"/>
                <a:gd name="connsiteY52" fmla="*/ 172209 h 596665"/>
                <a:gd name="connsiteX53" fmla="*/ 268439 w 597701"/>
                <a:gd name="connsiteY53" fmla="*/ 169435 h 596665"/>
                <a:gd name="connsiteX54" fmla="*/ 266598 w 597701"/>
                <a:gd name="connsiteY54" fmla="*/ 169435 h 596665"/>
                <a:gd name="connsiteX55" fmla="*/ 266598 w 597701"/>
                <a:gd name="connsiteY55" fmla="*/ 165736 h 596665"/>
                <a:gd name="connsiteX56" fmla="*/ 274883 w 597701"/>
                <a:gd name="connsiteY56" fmla="*/ 165736 h 596665"/>
                <a:gd name="connsiteX57" fmla="*/ 203846 w 597701"/>
                <a:gd name="connsiteY57" fmla="*/ 155611 h 596665"/>
                <a:gd name="connsiteX58" fmla="*/ 203846 w 597701"/>
                <a:gd name="connsiteY58" fmla="*/ 162057 h 596665"/>
                <a:gd name="connsiteX59" fmla="*/ 209380 w 597701"/>
                <a:gd name="connsiteY59" fmla="*/ 160215 h 596665"/>
                <a:gd name="connsiteX60" fmla="*/ 188165 w 597701"/>
                <a:gd name="connsiteY60" fmla="*/ 152849 h 596665"/>
                <a:gd name="connsiteX61" fmla="*/ 179864 w 597701"/>
                <a:gd name="connsiteY61" fmla="*/ 156532 h 596665"/>
                <a:gd name="connsiteX62" fmla="*/ 178942 w 597701"/>
                <a:gd name="connsiteY62" fmla="*/ 160215 h 596665"/>
                <a:gd name="connsiteX63" fmla="*/ 184476 w 597701"/>
                <a:gd name="connsiteY63" fmla="*/ 162057 h 596665"/>
                <a:gd name="connsiteX64" fmla="*/ 201079 w 597701"/>
                <a:gd name="connsiteY64" fmla="*/ 162057 h 596665"/>
                <a:gd name="connsiteX65" fmla="*/ 201079 w 597701"/>
                <a:gd name="connsiteY65" fmla="*/ 156532 h 596665"/>
                <a:gd name="connsiteX66" fmla="*/ 199234 w 597701"/>
                <a:gd name="connsiteY66" fmla="*/ 156532 h 596665"/>
                <a:gd name="connsiteX67" fmla="*/ 199234 w 597701"/>
                <a:gd name="connsiteY67" fmla="*/ 152849 h 596665"/>
                <a:gd name="connsiteX68" fmla="*/ 170640 w 597701"/>
                <a:gd name="connsiteY68" fmla="*/ 132592 h 596665"/>
                <a:gd name="connsiteX69" fmla="*/ 163261 w 597701"/>
                <a:gd name="connsiteY69" fmla="*/ 135354 h 596665"/>
                <a:gd name="connsiteX70" fmla="*/ 167873 w 597701"/>
                <a:gd name="connsiteY70" fmla="*/ 144562 h 596665"/>
                <a:gd name="connsiteX71" fmla="*/ 174330 w 597701"/>
                <a:gd name="connsiteY71" fmla="*/ 142721 h 596665"/>
                <a:gd name="connsiteX72" fmla="*/ 177097 w 597701"/>
                <a:gd name="connsiteY72" fmla="*/ 133513 h 596665"/>
                <a:gd name="connsiteX73" fmla="*/ 423392 w 597701"/>
                <a:gd name="connsiteY73" fmla="*/ 127973 h 596665"/>
                <a:gd name="connsiteX74" fmla="*/ 428895 w 597701"/>
                <a:gd name="connsiteY74" fmla="*/ 130734 h 596665"/>
                <a:gd name="connsiteX75" fmla="*/ 427978 w 597701"/>
                <a:gd name="connsiteY75" fmla="*/ 136258 h 596665"/>
                <a:gd name="connsiteX76" fmla="*/ 416971 w 597701"/>
                <a:gd name="connsiteY76" fmla="*/ 144543 h 596665"/>
                <a:gd name="connsiteX77" fmla="*/ 410550 w 597701"/>
                <a:gd name="connsiteY77" fmla="*/ 144543 h 596665"/>
                <a:gd name="connsiteX78" fmla="*/ 410550 w 597701"/>
                <a:gd name="connsiteY78" fmla="*/ 139019 h 596665"/>
                <a:gd name="connsiteX79" fmla="*/ 416054 w 597701"/>
                <a:gd name="connsiteY79" fmla="*/ 129814 h 596665"/>
                <a:gd name="connsiteX80" fmla="*/ 437185 w 597701"/>
                <a:gd name="connsiteY80" fmla="*/ 115989 h 596665"/>
                <a:gd name="connsiteX81" fmla="*/ 439029 w 597701"/>
                <a:gd name="connsiteY81" fmla="*/ 127047 h 596665"/>
                <a:gd name="connsiteX82" fmla="*/ 443640 w 597701"/>
                <a:gd name="connsiteY82" fmla="*/ 134418 h 596665"/>
                <a:gd name="connsiteX83" fmla="*/ 447329 w 597701"/>
                <a:gd name="connsiteY83" fmla="*/ 138104 h 596665"/>
                <a:gd name="connsiteX84" fmla="*/ 452862 w 597701"/>
                <a:gd name="connsiteY84" fmla="*/ 140869 h 596665"/>
                <a:gd name="connsiteX85" fmla="*/ 447329 w 597701"/>
                <a:gd name="connsiteY85" fmla="*/ 147319 h 596665"/>
                <a:gd name="connsiteX86" fmla="*/ 437185 w 597701"/>
                <a:gd name="connsiteY86" fmla="*/ 148241 h 596665"/>
                <a:gd name="connsiteX87" fmla="*/ 428885 w 597701"/>
                <a:gd name="connsiteY87" fmla="*/ 148241 h 596665"/>
                <a:gd name="connsiteX88" fmla="*/ 429807 w 597701"/>
                <a:gd name="connsiteY88" fmla="*/ 139026 h 596665"/>
                <a:gd name="connsiteX89" fmla="*/ 436263 w 597701"/>
                <a:gd name="connsiteY89" fmla="*/ 137183 h 596665"/>
                <a:gd name="connsiteX90" fmla="*/ 435340 w 597701"/>
                <a:gd name="connsiteY90" fmla="*/ 132575 h 596665"/>
                <a:gd name="connsiteX91" fmla="*/ 429807 w 597701"/>
                <a:gd name="connsiteY91" fmla="*/ 128890 h 596665"/>
                <a:gd name="connsiteX92" fmla="*/ 425196 w 597701"/>
                <a:gd name="connsiteY92" fmla="*/ 126125 h 596665"/>
                <a:gd name="connsiteX93" fmla="*/ 425196 w 597701"/>
                <a:gd name="connsiteY93" fmla="*/ 121518 h 596665"/>
                <a:gd name="connsiteX94" fmla="*/ 427963 w 597701"/>
                <a:gd name="connsiteY94" fmla="*/ 117832 h 596665"/>
                <a:gd name="connsiteX95" fmla="*/ 498084 w 597701"/>
                <a:gd name="connsiteY95" fmla="*/ 110493 h 596665"/>
                <a:gd name="connsiteX96" fmla="*/ 498084 w 597701"/>
                <a:gd name="connsiteY96" fmla="*/ 124305 h 596665"/>
                <a:gd name="connsiteX97" fmla="*/ 487016 w 597701"/>
                <a:gd name="connsiteY97" fmla="*/ 129830 h 596665"/>
                <a:gd name="connsiteX98" fmla="*/ 487938 w 597701"/>
                <a:gd name="connsiteY98" fmla="*/ 133513 h 596665"/>
                <a:gd name="connsiteX99" fmla="*/ 506386 w 597701"/>
                <a:gd name="connsiteY99" fmla="*/ 134434 h 596665"/>
                <a:gd name="connsiteX100" fmla="*/ 511920 w 597701"/>
                <a:gd name="connsiteY100" fmla="*/ 126147 h 596665"/>
                <a:gd name="connsiteX101" fmla="*/ 498084 w 597701"/>
                <a:gd name="connsiteY101" fmla="*/ 110493 h 596665"/>
                <a:gd name="connsiteX102" fmla="*/ 154037 w 597701"/>
                <a:gd name="connsiteY102" fmla="*/ 103127 h 596665"/>
                <a:gd name="connsiteX103" fmla="*/ 147581 w 597701"/>
                <a:gd name="connsiteY103" fmla="*/ 104048 h 596665"/>
                <a:gd name="connsiteX104" fmla="*/ 137435 w 597701"/>
                <a:gd name="connsiteY104" fmla="*/ 106810 h 596665"/>
                <a:gd name="connsiteX105" fmla="*/ 140202 w 597701"/>
                <a:gd name="connsiteY105" fmla="*/ 109572 h 596665"/>
                <a:gd name="connsiteX106" fmla="*/ 154037 w 597701"/>
                <a:gd name="connsiteY106" fmla="*/ 109572 h 596665"/>
                <a:gd name="connsiteX107" fmla="*/ 154037 w 597701"/>
                <a:gd name="connsiteY107" fmla="*/ 103127 h 596665"/>
                <a:gd name="connsiteX108" fmla="*/ 143891 w 597701"/>
                <a:gd name="connsiteY108" fmla="*/ 88395 h 596665"/>
                <a:gd name="connsiteX109" fmla="*/ 143891 w 597701"/>
                <a:gd name="connsiteY109" fmla="*/ 90236 h 596665"/>
                <a:gd name="connsiteX110" fmla="*/ 137435 w 597701"/>
                <a:gd name="connsiteY110" fmla="*/ 90236 h 596665"/>
                <a:gd name="connsiteX111" fmla="*/ 137435 w 597701"/>
                <a:gd name="connsiteY111" fmla="*/ 91157 h 596665"/>
                <a:gd name="connsiteX112" fmla="*/ 137435 w 597701"/>
                <a:gd name="connsiteY112" fmla="*/ 96682 h 596665"/>
                <a:gd name="connsiteX113" fmla="*/ 151270 w 597701"/>
                <a:gd name="connsiteY113" fmla="*/ 96682 h 596665"/>
                <a:gd name="connsiteX114" fmla="*/ 154037 w 597701"/>
                <a:gd name="connsiteY114" fmla="*/ 92998 h 596665"/>
                <a:gd name="connsiteX115" fmla="*/ 154037 w 597701"/>
                <a:gd name="connsiteY115" fmla="*/ 88395 h 596665"/>
                <a:gd name="connsiteX116" fmla="*/ 298851 w 597701"/>
                <a:gd name="connsiteY116" fmla="*/ 24861 h 596665"/>
                <a:gd name="connsiteX117" fmla="*/ 137435 w 597701"/>
                <a:gd name="connsiteY117" fmla="*/ 77345 h 596665"/>
                <a:gd name="connsiteX118" fmla="*/ 151270 w 597701"/>
                <a:gd name="connsiteY118" fmla="*/ 76424 h 596665"/>
                <a:gd name="connsiteX119" fmla="*/ 157727 w 597701"/>
                <a:gd name="connsiteY119" fmla="*/ 80108 h 596665"/>
                <a:gd name="connsiteX120" fmla="*/ 169718 w 597701"/>
                <a:gd name="connsiteY120" fmla="*/ 82870 h 596665"/>
                <a:gd name="connsiteX121" fmla="*/ 170640 w 597701"/>
                <a:gd name="connsiteY121" fmla="*/ 87474 h 596665"/>
                <a:gd name="connsiteX122" fmla="*/ 189088 w 597701"/>
                <a:gd name="connsiteY122" fmla="*/ 88395 h 596665"/>
                <a:gd name="connsiteX123" fmla="*/ 186321 w 597701"/>
                <a:gd name="connsiteY123" fmla="*/ 81949 h 596665"/>
                <a:gd name="connsiteX124" fmla="*/ 169718 w 597701"/>
                <a:gd name="connsiteY124" fmla="*/ 81949 h 596665"/>
                <a:gd name="connsiteX125" fmla="*/ 173407 w 597701"/>
                <a:gd name="connsiteY125" fmla="*/ 78266 h 596665"/>
                <a:gd name="connsiteX126" fmla="*/ 172485 w 597701"/>
                <a:gd name="connsiteY126" fmla="*/ 73662 h 596665"/>
                <a:gd name="connsiteX127" fmla="*/ 157727 w 597701"/>
                <a:gd name="connsiteY127" fmla="*/ 73662 h 596665"/>
                <a:gd name="connsiteX128" fmla="*/ 173407 w 597701"/>
                <a:gd name="connsiteY128" fmla="*/ 61692 h 596665"/>
                <a:gd name="connsiteX129" fmla="*/ 189088 w 597701"/>
                <a:gd name="connsiteY129" fmla="*/ 61692 h 596665"/>
                <a:gd name="connsiteX130" fmla="*/ 196467 w 597701"/>
                <a:gd name="connsiteY130" fmla="*/ 71821 h 596665"/>
                <a:gd name="connsiteX131" fmla="*/ 208458 w 597701"/>
                <a:gd name="connsiteY131" fmla="*/ 72741 h 596665"/>
                <a:gd name="connsiteX132" fmla="*/ 215837 w 597701"/>
                <a:gd name="connsiteY132" fmla="*/ 65375 h 596665"/>
                <a:gd name="connsiteX133" fmla="*/ 221371 w 597701"/>
                <a:gd name="connsiteY133" fmla="*/ 68137 h 596665"/>
                <a:gd name="connsiteX134" fmla="*/ 211225 w 597701"/>
                <a:gd name="connsiteY134" fmla="*/ 78266 h 596665"/>
                <a:gd name="connsiteX135" fmla="*/ 198312 w 597701"/>
                <a:gd name="connsiteY135" fmla="*/ 78266 h 596665"/>
                <a:gd name="connsiteX136" fmla="*/ 199234 w 597701"/>
                <a:gd name="connsiteY136" fmla="*/ 87474 h 596665"/>
                <a:gd name="connsiteX137" fmla="*/ 215837 w 597701"/>
                <a:gd name="connsiteY137" fmla="*/ 87474 h 596665"/>
                <a:gd name="connsiteX138" fmla="*/ 217681 w 597701"/>
                <a:gd name="connsiteY138" fmla="*/ 82870 h 596665"/>
                <a:gd name="connsiteX139" fmla="*/ 229672 w 597701"/>
                <a:gd name="connsiteY139" fmla="*/ 81949 h 596665"/>
                <a:gd name="connsiteX140" fmla="*/ 230595 w 597701"/>
                <a:gd name="connsiteY140" fmla="*/ 75504 h 596665"/>
                <a:gd name="connsiteX141" fmla="*/ 224138 w 597701"/>
                <a:gd name="connsiteY141" fmla="*/ 73662 h 596665"/>
                <a:gd name="connsiteX142" fmla="*/ 225983 w 597701"/>
                <a:gd name="connsiteY142" fmla="*/ 68137 h 596665"/>
                <a:gd name="connsiteX143" fmla="*/ 231517 w 597701"/>
                <a:gd name="connsiteY143" fmla="*/ 66296 h 596665"/>
                <a:gd name="connsiteX144" fmla="*/ 249965 w 597701"/>
                <a:gd name="connsiteY144" fmla="*/ 67217 h 596665"/>
                <a:gd name="connsiteX145" fmla="*/ 239819 w 597701"/>
                <a:gd name="connsiteY145" fmla="*/ 76424 h 596665"/>
                <a:gd name="connsiteX146" fmla="*/ 241663 w 597701"/>
                <a:gd name="connsiteY146" fmla="*/ 82870 h 596665"/>
                <a:gd name="connsiteX147" fmla="*/ 251809 w 597701"/>
                <a:gd name="connsiteY147" fmla="*/ 84711 h 596665"/>
                <a:gd name="connsiteX148" fmla="*/ 250887 w 597701"/>
                <a:gd name="connsiteY148" fmla="*/ 71821 h 596665"/>
                <a:gd name="connsiteX149" fmla="*/ 261033 w 597701"/>
                <a:gd name="connsiteY149" fmla="*/ 67217 h 596665"/>
                <a:gd name="connsiteX150" fmla="*/ 279481 w 597701"/>
                <a:gd name="connsiteY150" fmla="*/ 64454 h 596665"/>
                <a:gd name="connsiteX151" fmla="*/ 304385 w 597701"/>
                <a:gd name="connsiteY151" fmla="*/ 76424 h 596665"/>
                <a:gd name="connsiteX152" fmla="*/ 304385 w 597701"/>
                <a:gd name="connsiteY152" fmla="*/ 85632 h 596665"/>
                <a:gd name="connsiteX153" fmla="*/ 312686 w 597701"/>
                <a:gd name="connsiteY153" fmla="*/ 88395 h 596665"/>
                <a:gd name="connsiteX154" fmla="*/ 308997 w 597701"/>
                <a:gd name="connsiteY154" fmla="*/ 95761 h 596665"/>
                <a:gd name="connsiteX155" fmla="*/ 297006 w 597701"/>
                <a:gd name="connsiteY155" fmla="*/ 95761 h 596665"/>
                <a:gd name="connsiteX156" fmla="*/ 294239 w 597701"/>
                <a:gd name="connsiteY156" fmla="*/ 104969 h 596665"/>
                <a:gd name="connsiteX157" fmla="*/ 267490 w 597701"/>
                <a:gd name="connsiteY157" fmla="*/ 98523 h 596665"/>
                <a:gd name="connsiteX158" fmla="*/ 287782 w 597701"/>
                <a:gd name="connsiteY158" fmla="*/ 87474 h 596665"/>
                <a:gd name="connsiteX159" fmla="*/ 280403 w 597701"/>
                <a:gd name="connsiteY159" fmla="*/ 81028 h 596665"/>
                <a:gd name="connsiteX160" fmla="*/ 261956 w 597701"/>
                <a:gd name="connsiteY160" fmla="*/ 82870 h 596665"/>
                <a:gd name="connsiteX161" fmla="*/ 261033 w 597701"/>
                <a:gd name="connsiteY161" fmla="*/ 84711 h 596665"/>
                <a:gd name="connsiteX162" fmla="*/ 260111 w 597701"/>
                <a:gd name="connsiteY162" fmla="*/ 84711 h 596665"/>
                <a:gd name="connsiteX163" fmla="*/ 255499 w 597701"/>
                <a:gd name="connsiteY163" fmla="*/ 90236 h 596665"/>
                <a:gd name="connsiteX164" fmla="*/ 246275 w 597701"/>
                <a:gd name="connsiteY164" fmla="*/ 91157 h 596665"/>
                <a:gd name="connsiteX165" fmla="*/ 247198 w 597701"/>
                <a:gd name="connsiteY165" fmla="*/ 94840 h 596665"/>
                <a:gd name="connsiteX166" fmla="*/ 249965 w 597701"/>
                <a:gd name="connsiteY166" fmla="*/ 96682 h 596665"/>
                <a:gd name="connsiteX167" fmla="*/ 249965 w 597701"/>
                <a:gd name="connsiteY167" fmla="*/ 97602 h 596665"/>
                <a:gd name="connsiteX168" fmla="*/ 243508 w 597701"/>
                <a:gd name="connsiteY168" fmla="*/ 98523 h 596665"/>
                <a:gd name="connsiteX169" fmla="*/ 242586 w 597701"/>
                <a:gd name="connsiteY169" fmla="*/ 103127 h 596665"/>
                <a:gd name="connsiteX170" fmla="*/ 236129 w 597701"/>
                <a:gd name="connsiteY170" fmla="*/ 103127 h 596665"/>
                <a:gd name="connsiteX171" fmla="*/ 234284 w 597701"/>
                <a:gd name="connsiteY171" fmla="*/ 94840 h 596665"/>
                <a:gd name="connsiteX172" fmla="*/ 222293 w 597701"/>
                <a:gd name="connsiteY172" fmla="*/ 98523 h 596665"/>
                <a:gd name="connsiteX173" fmla="*/ 198312 w 597701"/>
                <a:gd name="connsiteY173" fmla="*/ 113256 h 596665"/>
                <a:gd name="connsiteX174" fmla="*/ 201079 w 597701"/>
                <a:gd name="connsiteY174" fmla="*/ 123384 h 596665"/>
                <a:gd name="connsiteX175" fmla="*/ 207535 w 597701"/>
                <a:gd name="connsiteY175" fmla="*/ 127988 h 596665"/>
                <a:gd name="connsiteX176" fmla="*/ 221371 w 597701"/>
                <a:gd name="connsiteY176" fmla="*/ 129830 h 596665"/>
                <a:gd name="connsiteX177" fmla="*/ 221371 w 597701"/>
                <a:gd name="connsiteY177" fmla="*/ 145483 h 596665"/>
                <a:gd name="connsiteX178" fmla="*/ 227828 w 597701"/>
                <a:gd name="connsiteY178" fmla="*/ 143641 h 596665"/>
                <a:gd name="connsiteX179" fmla="*/ 233362 w 597701"/>
                <a:gd name="connsiteY179" fmla="*/ 131671 h 596665"/>
                <a:gd name="connsiteX180" fmla="*/ 248120 w 597701"/>
                <a:gd name="connsiteY180" fmla="*/ 127067 h 596665"/>
                <a:gd name="connsiteX181" fmla="*/ 248120 w 597701"/>
                <a:gd name="connsiteY181" fmla="*/ 108652 h 596665"/>
                <a:gd name="connsiteX182" fmla="*/ 256421 w 597701"/>
                <a:gd name="connsiteY182" fmla="*/ 102206 h 596665"/>
                <a:gd name="connsiteX183" fmla="*/ 275791 w 597701"/>
                <a:gd name="connsiteY183" fmla="*/ 106810 h 596665"/>
                <a:gd name="connsiteX184" fmla="*/ 274869 w 597701"/>
                <a:gd name="connsiteY184" fmla="*/ 119701 h 596665"/>
                <a:gd name="connsiteX185" fmla="*/ 279481 w 597701"/>
                <a:gd name="connsiteY185" fmla="*/ 119701 h 596665"/>
                <a:gd name="connsiteX186" fmla="*/ 294239 w 597701"/>
                <a:gd name="connsiteY186" fmla="*/ 112335 h 596665"/>
                <a:gd name="connsiteX187" fmla="*/ 295161 w 597701"/>
                <a:gd name="connsiteY187" fmla="*/ 128909 h 596665"/>
                <a:gd name="connsiteX188" fmla="*/ 305307 w 597701"/>
                <a:gd name="connsiteY188" fmla="*/ 135354 h 596665"/>
                <a:gd name="connsiteX189" fmla="*/ 305307 w 597701"/>
                <a:gd name="connsiteY189" fmla="*/ 144562 h 596665"/>
                <a:gd name="connsiteX190" fmla="*/ 295161 w 597701"/>
                <a:gd name="connsiteY190" fmla="*/ 148245 h 596665"/>
                <a:gd name="connsiteX191" fmla="*/ 295161 w 597701"/>
                <a:gd name="connsiteY191" fmla="*/ 151008 h 596665"/>
                <a:gd name="connsiteX192" fmla="*/ 307152 w 597701"/>
                <a:gd name="connsiteY192" fmla="*/ 156532 h 596665"/>
                <a:gd name="connsiteX193" fmla="*/ 307152 w 597701"/>
                <a:gd name="connsiteY193" fmla="*/ 162978 h 596665"/>
                <a:gd name="connsiteX194" fmla="*/ 303463 w 597701"/>
                <a:gd name="connsiteY194" fmla="*/ 163898 h 596665"/>
                <a:gd name="connsiteX195" fmla="*/ 303463 w 597701"/>
                <a:gd name="connsiteY195" fmla="*/ 162978 h 596665"/>
                <a:gd name="connsiteX196" fmla="*/ 288705 w 597701"/>
                <a:gd name="connsiteY196" fmla="*/ 158374 h 596665"/>
                <a:gd name="connsiteX197" fmla="*/ 287782 w 597701"/>
                <a:gd name="connsiteY197" fmla="*/ 153770 h 596665"/>
                <a:gd name="connsiteX198" fmla="*/ 292394 w 597701"/>
                <a:gd name="connsiteY198" fmla="*/ 151008 h 596665"/>
                <a:gd name="connsiteX199" fmla="*/ 292394 w 597701"/>
                <a:gd name="connsiteY199" fmla="*/ 146404 h 596665"/>
                <a:gd name="connsiteX200" fmla="*/ 287782 w 597701"/>
                <a:gd name="connsiteY200" fmla="*/ 145483 h 596665"/>
                <a:gd name="connsiteX201" fmla="*/ 285937 w 597701"/>
                <a:gd name="connsiteY201" fmla="*/ 149166 h 596665"/>
                <a:gd name="connsiteX202" fmla="*/ 277636 w 597701"/>
                <a:gd name="connsiteY202" fmla="*/ 150087 h 596665"/>
                <a:gd name="connsiteX203" fmla="*/ 276714 w 597701"/>
                <a:gd name="connsiteY203" fmla="*/ 150087 h 596665"/>
                <a:gd name="connsiteX204" fmla="*/ 276714 w 597701"/>
                <a:gd name="connsiteY204" fmla="*/ 151008 h 596665"/>
                <a:gd name="connsiteX205" fmla="*/ 273947 w 597701"/>
                <a:gd name="connsiteY205" fmla="*/ 151008 h 596665"/>
                <a:gd name="connsiteX206" fmla="*/ 272102 w 597701"/>
                <a:gd name="connsiteY206" fmla="*/ 146404 h 596665"/>
                <a:gd name="connsiteX207" fmla="*/ 269335 w 597701"/>
                <a:gd name="connsiteY207" fmla="*/ 144562 h 596665"/>
                <a:gd name="connsiteX208" fmla="*/ 262878 w 597701"/>
                <a:gd name="connsiteY208" fmla="*/ 144562 h 596665"/>
                <a:gd name="connsiteX209" fmla="*/ 260111 w 597701"/>
                <a:gd name="connsiteY209" fmla="*/ 147324 h 596665"/>
                <a:gd name="connsiteX210" fmla="*/ 260111 w 597701"/>
                <a:gd name="connsiteY210" fmla="*/ 151928 h 596665"/>
                <a:gd name="connsiteX211" fmla="*/ 265645 w 597701"/>
                <a:gd name="connsiteY211" fmla="*/ 153770 h 596665"/>
                <a:gd name="connsiteX212" fmla="*/ 270257 w 597701"/>
                <a:gd name="connsiteY212" fmla="*/ 154691 h 596665"/>
                <a:gd name="connsiteX213" fmla="*/ 269335 w 597701"/>
                <a:gd name="connsiteY213" fmla="*/ 154691 h 596665"/>
                <a:gd name="connsiteX214" fmla="*/ 264723 w 597701"/>
                <a:gd name="connsiteY214" fmla="*/ 160215 h 596665"/>
                <a:gd name="connsiteX215" fmla="*/ 262878 w 597701"/>
                <a:gd name="connsiteY215" fmla="*/ 157453 h 596665"/>
                <a:gd name="connsiteX216" fmla="*/ 258266 w 597701"/>
                <a:gd name="connsiteY216" fmla="*/ 156532 h 596665"/>
                <a:gd name="connsiteX217" fmla="*/ 246275 w 597701"/>
                <a:gd name="connsiteY217" fmla="*/ 167582 h 596665"/>
                <a:gd name="connsiteX218" fmla="*/ 248120 w 597701"/>
                <a:gd name="connsiteY218" fmla="*/ 169423 h 596665"/>
                <a:gd name="connsiteX219" fmla="*/ 229672 w 597701"/>
                <a:gd name="connsiteY219" fmla="*/ 178631 h 596665"/>
                <a:gd name="connsiteX220" fmla="*/ 213070 w 597701"/>
                <a:gd name="connsiteY220" fmla="*/ 197047 h 596665"/>
                <a:gd name="connsiteX221" fmla="*/ 212147 w 597701"/>
                <a:gd name="connsiteY221" fmla="*/ 204413 h 596665"/>
                <a:gd name="connsiteX222" fmla="*/ 194622 w 597701"/>
                <a:gd name="connsiteY222" fmla="*/ 215463 h 596665"/>
                <a:gd name="connsiteX223" fmla="*/ 186321 w 597701"/>
                <a:gd name="connsiteY223" fmla="*/ 223750 h 596665"/>
                <a:gd name="connsiteX224" fmla="*/ 187243 w 597701"/>
                <a:gd name="connsiteY224" fmla="*/ 240324 h 596665"/>
                <a:gd name="connsiteX225" fmla="*/ 176174 w 597701"/>
                <a:gd name="connsiteY225" fmla="*/ 235720 h 596665"/>
                <a:gd name="connsiteX226" fmla="*/ 176174 w 597701"/>
                <a:gd name="connsiteY226" fmla="*/ 225591 h 596665"/>
                <a:gd name="connsiteX227" fmla="*/ 143891 w 597701"/>
                <a:gd name="connsiteY227" fmla="*/ 225591 h 596665"/>
                <a:gd name="connsiteX228" fmla="*/ 126366 w 597701"/>
                <a:gd name="connsiteY228" fmla="*/ 233878 h 596665"/>
                <a:gd name="connsiteX229" fmla="*/ 119909 w 597701"/>
                <a:gd name="connsiteY229" fmla="*/ 247690 h 596665"/>
                <a:gd name="connsiteX230" fmla="*/ 116220 w 597701"/>
                <a:gd name="connsiteY230" fmla="*/ 257818 h 596665"/>
                <a:gd name="connsiteX231" fmla="*/ 121754 w 597701"/>
                <a:gd name="connsiteY231" fmla="*/ 267947 h 596665"/>
                <a:gd name="connsiteX232" fmla="*/ 134667 w 597701"/>
                <a:gd name="connsiteY232" fmla="*/ 269789 h 596665"/>
                <a:gd name="connsiteX233" fmla="*/ 155882 w 597701"/>
                <a:gd name="connsiteY233" fmla="*/ 255977 h 596665"/>
                <a:gd name="connsiteX234" fmla="*/ 157727 w 597701"/>
                <a:gd name="connsiteY234" fmla="*/ 262422 h 596665"/>
                <a:gd name="connsiteX235" fmla="*/ 151270 w 597701"/>
                <a:gd name="connsiteY235" fmla="*/ 275313 h 596665"/>
                <a:gd name="connsiteX236" fmla="*/ 166951 w 597701"/>
                <a:gd name="connsiteY236" fmla="*/ 278076 h 596665"/>
                <a:gd name="connsiteX237" fmla="*/ 168795 w 597701"/>
                <a:gd name="connsiteY237" fmla="*/ 302016 h 596665"/>
                <a:gd name="connsiteX238" fmla="*/ 190010 w 597701"/>
                <a:gd name="connsiteY238" fmla="*/ 305699 h 596665"/>
                <a:gd name="connsiteX239" fmla="*/ 203846 w 597701"/>
                <a:gd name="connsiteY239" fmla="*/ 290046 h 596665"/>
                <a:gd name="connsiteX240" fmla="*/ 221371 w 597701"/>
                <a:gd name="connsiteY240" fmla="*/ 293729 h 596665"/>
                <a:gd name="connsiteX241" fmla="*/ 226905 w 597701"/>
                <a:gd name="connsiteY241" fmla="*/ 302016 h 596665"/>
                <a:gd name="connsiteX242" fmla="*/ 243508 w 597701"/>
                <a:gd name="connsiteY242" fmla="*/ 301095 h 596665"/>
                <a:gd name="connsiteX243" fmla="*/ 243508 w 597701"/>
                <a:gd name="connsiteY243" fmla="*/ 295570 h 596665"/>
                <a:gd name="connsiteX244" fmla="*/ 252732 w 597701"/>
                <a:gd name="connsiteY244" fmla="*/ 300174 h 596665"/>
                <a:gd name="connsiteX245" fmla="*/ 262878 w 597701"/>
                <a:gd name="connsiteY245" fmla="*/ 315828 h 596665"/>
                <a:gd name="connsiteX246" fmla="*/ 280403 w 597701"/>
                <a:gd name="connsiteY246" fmla="*/ 315828 h 596665"/>
                <a:gd name="connsiteX247" fmla="*/ 285937 w 597701"/>
                <a:gd name="connsiteY247" fmla="*/ 326877 h 596665"/>
                <a:gd name="connsiteX248" fmla="*/ 286860 w 597701"/>
                <a:gd name="connsiteY248" fmla="*/ 340689 h 596665"/>
                <a:gd name="connsiteX249" fmla="*/ 306230 w 597701"/>
                <a:gd name="connsiteY249" fmla="*/ 348055 h 596665"/>
                <a:gd name="connsiteX250" fmla="*/ 330212 w 597701"/>
                <a:gd name="connsiteY250" fmla="*/ 348055 h 596665"/>
                <a:gd name="connsiteX251" fmla="*/ 337591 w 597701"/>
                <a:gd name="connsiteY251" fmla="*/ 360025 h 596665"/>
                <a:gd name="connsiteX252" fmla="*/ 348659 w 597701"/>
                <a:gd name="connsiteY252" fmla="*/ 363708 h 596665"/>
                <a:gd name="connsiteX253" fmla="*/ 345892 w 597701"/>
                <a:gd name="connsiteY253" fmla="*/ 372916 h 596665"/>
                <a:gd name="connsiteX254" fmla="*/ 334823 w 597701"/>
                <a:gd name="connsiteY254" fmla="*/ 387648 h 596665"/>
                <a:gd name="connsiteX255" fmla="*/ 331134 w 597701"/>
                <a:gd name="connsiteY255" fmla="*/ 420796 h 596665"/>
                <a:gd name="connsiteX256" fmla="*/ 320988 w 597701"/>
                <a:gd name="connsiteY256" fmla="*/ 429083 h 596665"/>
                <a:gd name="connsiteX257" fmla="*/ 305307 w 597701"/>
                <a:gd name="connsiteY257" fmla="*/ 429083 h 596665"/>
                <a:gd name="connsiteX258" fmla="*/ 299773 w 597701"/>
                <a:gd name="connsiteY258" fmla="*/ 438291 h 596665"/>
                <a:gd name="connsiteX259" fmla="*/ 303463 w 597701"/>
                <a:gd name="connsiteY259" fmla="*/ 454865 h 596665"/>
                <a:gd name="connsiteX260" fmla="*/ 285937 w 597701"/>
                <a:gd name="connsiteY260" fmla="*/ 476964 h 596665"/>
                <a:gd name="connsiteX261" fmla="*/ 281326 w 597701"/>
                <a:gd name="connsiteY261" fmla="*/ 487092 h 596665"/>
                <a:gd name="connsiteX262" fmla="*/ 264723 w 597701"/>
                <a:gd name="connsiteY262" fmla="*/ 494459 h 596665"/>
                <a:gd name="connsiteX263" fmla="*/ 253654 w 597701"/>
                <a:gd name="connsiteY263" fmla="*/ 496300 h 596665"/>
                <a:gd name="connsiteX264" fmla="*/ 253654 w 597701"/>
                <a:gd name="connsiteY264" fmla="*/ 500904 h 596665"/>
                <a:gd name="connsiteX265" fmla="*/ 261033 w 597701"/>
                <a:gd name="connsiteY265" fmla="*/ 502746 h 596665"/>
                <a:gd name="connsiteX266" fmla="*/ 260111 w 597701"/>
                <a:gd name="connsiteY266" fmla="*/ 508270 h 596665"/>
                <a:gd name="connsiteX267" fmla="*/ 253654 w 597701"/>
                <a:gd name="connsiteY267" fmla="*/ 514716 h 596665"/>
                <a:gd name="connsiteX268" fmla="*/ 257344 w 597701"/>
                <a:gd name="connsiteY268" fmla="*/ 519320 h 596665"/>
                <a:gd name="connsiteX269" fmla="*/ 265645 w 597701"/>
                <a:gd name="connsiteY269" fmla="*/ 519320 h 596665"/>
                <a:gd name="connsiteX270" fmla="*/ 264723 w 597701"/>
                <a:gd name="connsiteY270" fmla="*/ 525765 h 596665"/>
                <a:gd name="connsiteX271" fmla="*/ 262878 w 597701"/>
                <a:gd name="connsiteY271" fmla="*/ 532211 h 596665"/>
                <a:gd name="connsiteX272" fmla="*/ 261956 w 597701"/>
                <a:gd name="connsiteY272" fmla="*/ 536815 h 596665"/>
                <a:gd name="connsiteX273" fmla="*/ 273947 w 597701"/>
                <a:gd name="connsiteY273" fmla="*/ 546943 h 596665"/>
                <a:gd name="connsiteX274" fmla="*/ 273024 w 597701"/>
                <a:gd name="connsiteY274" fmla="*/ 552468 h 596665"/>
                <a:gd name="connsiteX275" fmla="*/ 256421 w 597701"/>
                <a:gd name="connsiteY275" fmla="*/ 552468 h 596665"/>
                <a:gd name="connsiteX276" fmla="*/ 239819 w 597701"/>
                <a:gd name="connsiteY276" fmla="*/ 537735 h 596665"/>
                <a:gd name="connsiteX277" fmla="*/ 227828 w 597701"/>
                <a:gd name="connsiteY277" fmla="*/ 515637 h 596665"/>
                <a:gd name="connsiteX278" fmla="*/ 228750 w 597701"/>
                <a:gd name="connsiteY278" fmla="*/ 494459 h 596665"/>
                <a:gd name="connsiteX279" fmla="*/ 219526 w 597701"/>
                <a:gd name="connsiteY279" fmla="*/ 481568 h 596665"/>
                <a:gd name="connsiteX280" fmla="*/ 223216 w 597701"/>
                <a:gd name="connsiteY280" fmla="*/ 460390 h 596665"/>
                <a:gd name="connsiteX281" fmla="*/ 217681 w 597701"/>
                <a:gd name="connsiteY281" fmla="*/ 458548 h 596665"/>
                <a:gd name="connsiteX282" fmla="*/ 217681 w 597701"/>
                <a:gd name="connsiteY282" fmla="*/ 411589 h 596665"/>
                <a:gd name="connsiteX283" fmla="*/ 201079 w 597701"/>
                <a:gd name="connsiteY283" fmla="*/ 399618 h 596665"/>
                <a:gd name="connsiteX284" fmla="*/ 192777 w 597701"/>
                <a:gd name="connsiteY284" fmla="*/ 397777 h 596665"/>
                <a:gd name="connsiteX285" fmla="*/ 190933 w 597701"/>
                <a:gd name="connsiteY285" fmla="*/ 388569 h 596665"/>
                <a:gd name="connsiteX286" fmla="*/ 169718 w 597701"/>
                <a:gd name="connsiteY286" fmla="*/ 362787 h 596665"/>
                <a:gd name="connsiteX287" fmla="*/ 172485 w 597701"/>
                <a:gd name="connsiteY287" fmla="*/ 353579 h 596665"/>
                <a:gd name="connsiteX288" fmla="*/ 172485 w 597701"/>
                <a:gd name="connsiteY288" fmla="*/ 337926 h 596665"/>
                <a:gd name="connsiteX289" fmla="*/ 187243 w 597701"/>
                <a:gd name="connsiteY289" fmla="*/ 327798 h 596665"/>
                <a:gd name="connsiteX290" fmla="*/ 185398 w 597701"/>
                <a:gd name="connsiteY290" fmla="*/ 311224 h 596665"/>
                <a:gd name="connsiteX291" fmla="*/ 164184 w 597701"/>
                <a:gd name="connsiteY291" fmla="*/ 309382 h 596665"/>
                <a:gd name="connsiteX292" fmla="*/ 147581 w 597701"/>
                <a:gd name="connsiteY292" fmla="*/ 290966 h 596665"/>
                <a:gd name="connsiteX293" fmla="*/ 136512 w 597701"/>
                <a:gd name="connsiteY293" fmla="*/ 287283 h 596665"/>
                <a:gd name="connsiteX294" fmla="*/ 128211 w 597701"/>
                <a:gd name="connsiteY294" fmla="*/ 286363 h 596665"/>
                <a:gd name="connsiteX295" fmla="*/ 129133 w 597701"/>
                <a:gd name="connsiteY295" fmla="*/ 278996 h 596665"/>
                <a:gd name="connsiteX296" fmla="*/ 119909 w 597701"/>
                <a:gd name="connsiteY296" fmla="*/ 278076 h 596665"/>
                <a:gd name="connsiteX297" fmla="*/ 119909 w 597701"/>
                <a:gd name="connsiteY297" fmla="*/ 281759 h 596665"/>
                <a:gd name="connsiteX298" fmla="*/ 95928 w 597701"/>
                <a:gd name="connsiteY298" fmla="*/ 276234 h 596665"/>
                <a:gd name="connsiteX299" fmla="*/ 86704 w 597701"/>
                <a:gd name="connsiteY299" fmla="*/ 261502 h 596665"/>
                <a:gd name="connsiteX300" fmla="*/ 90393 w 597701"/>
                <a:gd name="connsiteY300" fmla="*/ 254135 h 596665"/>
                <a:gd name="connsiteX301" fmla="*/ 74713 w 597701"/>
                <a:gd name="connsiteY301" fmla="*/ 232037 h 596665"/>
                <a:gd name="connsiteX302" fmla="*/ 72868 w 597701"/>
                <a:gd name="connsiteY302" fmla="*/ 215463 h 596665"/>
                <a:gd name="connsiteX303" fmla="*/ 66411 w 597701"/>
                <a:gd name="connsiteY303" fmla="*/ 215463 h 596665"/>
                <a:gd name="connsiteX304" fmla="*/ 68256 w 597701"/>
                <a:gd name="connsiteY304" fmla="*/ 231116 h 596665"/>
                <a:gd name="connsiteX305" fmla="*/ 79325 w 597701"/>
                <a:gd name="connsiteY305" fmla="*/ 247690 h 596665"/>
                <a:gd name="connsiteX306" fmla="*/ 77480 w 597701"/>
                <a:gd name="connsiteY306" fmla="*/ 254135 h 596665"/>
                <a:gd name="connsiteX307" fmla="*/ 69179 w 597701"/>
                <a:gd name="connsiteY307" fmla="*/ 252294 h 596665"/>
                <a:gd name="connsiteX308" fmla="*/ 58110 w 597701"/>
                <a:gd name="connsiteY308" fmla="*/ 233878 h 596665"/>
                <a:gd name="connsiteX309" fmla="*/ 58110 w 597701"/>
                <a:gd name="connsiteY309" fmla="*/ 212700 h 596665"/>
                <a:gd name="connsiteX310" fmla="*/ 46119 w 597701"/>
                <a:gd name="connsiteY310" fmla="*/ 207176 h 596665"/>
                <a:gd name="connsiteX311" fmla="*/ 46119 w 597701"/>
                <a:gd name="connsiteY311" fmla="*/ 191522 h 596665"/>
                <a:gd name="connsiteX312" fmla="*/ 46159 w 597701"/>
                <a:gd name="connsiteY312" fmla="*/ 191442 h 596665"/>
                <a:gd name="connsiteX313" fmla="*/ 46159 w 597701"/>
                <a:gd name="connsiteY313" fmla="*/ 191590 h 596665"/>
                <a:gd name="connsiteX314" fmla="*/ 54256 w 597701"/>
                <a:gd name="connsiteY314" fmla="*/ 175277 h 596665"/>
                <a:gd name="connsiteX315" fmla="*/ 56265 w 597701"/>
                <a:gd name="connsiteY315" fmla="*/ 171265 h 596665"/>
                <a:gd name="connsiteX316" fmla="*/ 67334 w 597701"/>
                <a:gd name="connsiteY316" fmla="*/ 157453 h 596665"/>
                <a:gd name="connsiteX317" fmla="*/ 67334 w 597701"/>
                <a:gd name="connsiteY317" fmla="*/ 151928 h 596665"/>
                <a:gd name="connsiteX318" fmla="*/ 56265 w 597701"/>
                <a:gd name="connsiteY318" fmla="*/ 171265 h 596665"/>
                <a:gd name="connsiteX319" fmla="*/ 46119 w 597701"/>
                <a:gd name="connsiteY319" fmla="*/ 182315 h 596665"/>
                <a:gd name="connsiteX320" fmla="*/ 46119 w 597701"/>
                <a:gd name="connsiteY320" fmla="*/ 191522 h 596665"/>
                <a:gd name="connsiteX321" fmla="*/ 24904 w 597701"/>
                <a:gd name="connsiteY321" fmla="*/ 298333 h 596665"/>
                <a:gd name="connsiteX322" fmla="*/ 298851 w 597701"/>
                <a:gd name="connsiteY322" fmla="*/ 572725 h 596665"/>
                <a:gd name="connsiteX323" fmla="*/ 511920 w 597701"/>
                <a:gd name="connsiteY323" fmla="*/ 471439 h 596665"/>
                <a:gd name="connsiteX324" fmla="*/ 502696 w 597701"/>
                <a:gd name="connsiteY324" fmla="*/ 471439 h 596665"/>
                <a:gd name="connsiteX325" fmla="*/ 502696 w 597701"/>
                <a:gd name="connsiteY325" fmla="*/ 453024 h 596665"/>
                <a:gd name="connsiteX326" fmla="*/ 492550 w 597701"/>
                <a:gd name="connsiteY326" fmla="*/ 439212 h 596665"/>
                <a:gd name="connsiteX327" fmla="*/ 492550 w 597701"/>
                <a:gd name="connsiteY327" fmla="*/ 417113 h 596665"/>
                <a:gd name="connsiteX328" fmla="*/ 484249 w 597701"/>
                <a:gd name="connsiteY328" fmla="*/ 408826 h 596665"/>
                <a:gd name="connsiteX329" fmla="*/ 483326 w 597701"/>
                <a:gd name="connsiteY329" fmla="*/ 399618 h 596665"/>
                <a:gd name="connsiteX330" fmla="*/ 493473 w 597701"/>
                <a:gd name="connsiteY330" fmla="*/ 380282 h 596665"/>
                <a:gd name="connsiteX331" fmla="*/ 474103 w 597701"/>
                <a:gd name="connsiteY331" fmla="*/ 346213 h 596665"/>
                <a:gd name="connsiteX332" fmla="*/ 476870 w 597701"/>
                <a:gd name="connsiteY332" fmla="*/ 323194 h 596665"/>
                <a:gd name="connsiteX333" fmla="*/ 459345 w 597701"/>
                <a:gd name="connsiteY333" fmla="*/ 322273 h 596665"/>
                <a:gd name="connsiteX334" fmla="*/ 452888 w 597701"/>
                <a:gd name="connsiteY334" fmla="*/ 315828 h 596665"/>
                <a:gd name="connsiteX335" fmla="*/ 441819 w 597701"/>
                <a:gd name="connsiteY335" fmla="*/ 315828 h 596665"/>
                <a:gd name="connsiteX336" fmla="*/ 435363 w 597701"/>
                <a:gd name="connsiteY336" fmla="*/ 321352 h 596665"/>
                <a:gd name="connsiteX337" fmla="*/ 415070 w 597701"/>
                <a:gd name="connsiteY337" fmla="*/ 321352 h 596665"/>
                <a:gd name="connsiteX338" fmla="*/ 414148 w 597701"/>
                <a:gd name="connsiteY338" fmla="*/ 322273 h 596665"/>
                <a:gd name="connsiteX339" fmla="*/ 403079 w 597701"/>
                <a:gd name="connsiteY339" fmla="*/ 322273 h 596665"/>
                <a:gd name="connsiteX340" fmla="*/ 376330 w 597701"/>
                <a:gd name="connsiteY340" fmla="*/ 292808 h 596665"/>
                <a:gd name="connsiteX341" fmla="*/ 377253 w 597701"/>
                <a:gd name="connsiteY341" fmla="*/ 269789 h 596665"/>
                <a:gd name="connsiteX342" fmla="*/ 380942 w 597701"/>
                <a:gd name="connsiteY342" fmla="*/ 267947 h 596665"/>
                <a:gd name="connsiteX343" fmla="*/ 382787 w 597701"/>
                <a:gd name="connsiteY343" fmla="*/ 259660 h 596665"/>
                <a:gd name="connsiteX344" fmla="*/ 376330 w 597701"/>
                <a:gd name="connsiteY344" fmla="*/ 259660 h 596665"/>
                <a:gd name="connsiteX345" fmla="*/ 374486 w 597701"/>
                <a:gd name="connsiteY345" fmla="*/ 249531 h 596665"/>
                <a:gd name="connsiteX346" fmla="*/ 404924 w 597701"/>
                <a:gd name="connsiteY346" fmla="*/ 228354 h 596665"/>
                <a:gd name="connsiteX347" fmla="*/ 404924 w 597701"/>
                <a:gd name="connsiteY347" fmla="*/ 212700 h 596665"/>
                <a:gd name="connsiteX348" fmla="*/ 419682 w 597701"/>
                <a:gd name="connsiteY348" fmla="*/ 204413 h 596665"/>
                <a:gd name="connsiteX349" fmla="*/ 425217 w 597701"/>
                <a:gd name="connsiteY349" fmla="*/ 205334 h 596665"/>
                <a:gd name="connsiteX350" fmla="*/ 437207 w 597701"/>
                <a:gd name="connsiteY350" fmla="*/ 205334 h 596665"/>
                <a:gd name="connsiteX351" fmla="*/ 447354 w 597701"/>
                <a:gd name="connsiteY351" fmla="*/ 199809 h 596665"/>
                <a:gd name="connsiteX352" fmla="*/ 477792 w 597701"/>
                <a:gd name="connsiteY352" fmla="*/ 197047 h 596665"/>
                <a:gd name="connsiteX353" fmla="*/ 477792 w 597701"/>
                <a:gd name="connsiteY353" fmla="*/ 212700 h 596665"/>
                <a:gd name="connsiteX354" fmla="*/ 501774 w 597701"/>
                <a:gd name="connsiteY354" fmla="*/ 219146 h 596665"/>
                <a:gd name="connsiteX355" fmla="*/ 507308 w 597701"/>
                <a:gd name="connsiteY355" fmla="*/ 222829 h 596665"/>
                <a:gd name="connsiteX356" fmla="*/ 511920 w 597701"/>
                <a:gd name="connsiteY356" fmla="*/ 222829 h 596665"/>
                <a:gd name="connsiteX357" fmla="*/ 511920 w 597701"/>
                <a:gd name="connsiteY357" fmla="*/ 214542 h 596665"/>
                <a:gd name="connsiteX358" fmla="*/ 525756 w 597701"/>
                <a:gd name="connsiteY358" fmla="*/ 212700 h 596665"/>
                <a:gd name="connsiteX359" fmla="*/ 538669 w 597701"/>
                <a:gd name="connsiteY359" fmla="*/ 222829 h 596665"/>
                <a:gd name="connsiteX360" fmla="*/ 560806 w 597701"/>
                <a:gd name="connsiteY360" fmla="*/ 222829 h 596665"/>
                <a:gd name="connsiteX361" fmla="*/ 562651 w 597701"/>
                <a:gd name="connsiteY361" fmla="*/ 220987 h 596665"/>
                <a:gd name="connsiteX362" fmla="*/ 554349 w 597701"/>
                <a:gd name="connsiteY362" fmla="*/ 199809 h 596665"/>
                <a:gd name="connsiteX363" fmla="*/ 540514 w 597701"/>
                <a:gd name="connsiteY363" fmla="*/ 199809 h 596665"/>
                <a:gd name="connsiteX364" fmla="*/ 533135 w 597701"/>
                <a:gd name="connsiteY364" fmla="*/ 192443 h 596665"/>
                <a:gd name="connsiteX365" fmla="*/ 532212 w 597701"/>
                <a:gd name="connsiteY365" fmla="*/ 179552 h 596665"/>
                <a:gd name="connsiteX366" fmla="*/ 524833 w 597701"/>
                <a:gd name="connsiteY366" fmla="*/ 183235 h 596665"/>
                <a:gd name="connsiteX367" fmla="*/ 520221 w 597701"/>
                <a:gd name="connsiteY367" fmla="*/ 198889 h 596665"/>
                <a:gd name="connsiteX368" fmla="*/ 510075 w 597701"/>
                <a:gd name="connsiteY368" fmla="*/ 187839 h 596665"/>
                <a:gd name="connsiteX369" fmla="*/ 509153 w 597701"/>
                <a:gd name="connsiteY369" fmla="*/ 176790 h 596665"/>
                <a:gd name="connsiteX370" fmla="*/ 499007 w 597701"/>
                <a:gd name="connsiteY370" fmla="*/ 168502 h 596665"/>
                <a:gd name="connsiteX371" fmla="*/ 495317 w 597701"/>
                <a:gd name="connsiteY371" fmla="*/ 163898 h 596665"/>
                <a:gd name="connsiteX372" fmla="*/ 483326 w 597701"/>
                <a:gd name="connsiteY372" fmla="*/ 163898 h 596665"/>
                <a:gd name="connsiteX373" fmla="*/ 487016 w 597701"/>
                <a:gd name="connsiteY373" fmla="*/ 174948 h 596665"/>
                <a:gd name="connsiteX374" fmla="*/ 501774 w 597701"/>
                <a:gd name="connsiteY374" fmla="*/ 183235 h 596665"/>
                <a:gd name="connsiteX375" fmla="*/ 504541 w 597701"/>
                <a:gd name="connsiteY375" fmla="*/ 185077 h 596665"/>
                <a:gd name="connsiteX376" fmla="*/ 500852 w 597701"/>
                <a:gd name="connsiteY376" fmla="*/ 186918 h 596665"/>
                <a:gd name="connsiteX377" fmla="*/ 500852 w 597701"/>
                <a:gd name="connsiteY377" fmla="*/ 195205 h 596665"/>
                <a:gd name="connsiteX378" fmla="*/ 494395 w 597701"/>
                <a:gd name="connsiteY378" fmla="*/ 197968 h 596665"/>
                <a:gd name="connsiteX379" fmla="*/ 487938 w 597701"/>
                <a:gd name="connsiteY379" fmla="*/ 197047 h 596665"/>
                <a:gd name="connsiteX380" fmla="*/ 484249 w 597701"/>
                <a:gd name="connsiteY380" fmla="*/ 191522 h 596665"/>
                <a:gd name="connsiteX381" fmla="*/ 494395 w 597701"/>
                <a:gd name="connsiteY381" fmla="*/ 192443 h 596665"/>
                <a:gd name="connsiteX382" fmla="*/ 497162 w 597701"/>
                <a:gd name="connsiteY382" fmla="*/ 188760 h 596665"/>
                <a:gd name="connsiteX383" fmla="*/ 475947 w 597701"/>
                <a:gd name="connsiteY383" fmla="*/ 174028 h 596665"/>
                <a:gd name="connsiteX384" fmla="*/ 474103 w 597701"/>
                <a:gd name="connsiteY384" fmla="*/ 168502 h 596665"/>
                <a:gd name="connsiteX385" fmla="*/ 464879 w 597701"/>
                <a:gd name="connsiteY385" fmla="*/ 175869 h 596665"/>
                <a:gd name="connsiteX386" fmla="*/ 456577 w 597701"/>
                <a:gd name="connsiteY386" fmla="*/ 174028 h 596665"/>
                <a:gd name="connsiteX387" fmla="*/ 442742 w 597701"/>
                <a:gd name="connsiteY387" fmla="*/ 191522 h 596665"/>
                <a:gd name="connsiteX388" fmla="*/ 439975 w 597701"/>
                <a:gd name="connsiteY388" fmla="*/ 198889 h 596665"/>
                <a:gd name="connsiteX389" fmla="*/ 431673 w 597701"/>
                <a:gd name="connsiteY389" fmla="*/ 198889 h 596665"/>
                <a:gd name="connsiteX390" fmla="*/ 418760 w 597701"/>
                <a:gd name="connsiteY390" fmla="*/ 198889 h 596665"/>
                <a:gd name="connsiteX391" fmla="*/ 411381 w 597701"/>
                <a:gd name="connsiteY391" fmla="*/ 196126 h 596665"/>
                <a:gd name="connsiteX392" fmla="*/ 409536 w 597701"/>
                <a:gd name="connsiteY392" fmla="*/ 180473 h 596665"/>
                <a:gd name="connsiteX393" fmla="*/ 412303 w 597701"/>
                <a:gd name="connsiteY393" fmla="*/ 173107 h 596665"/>
                <a:gd name="connsiteX394" fmla="*/ 425217 w 597701"/>
                <a:gd name="connsiteY394" fmla="*/ 170344 h 596665"/>
                <a:gd name="connsiteX395" fmla="*/ 439052 w 597701"/>
                <a:gd name="connsiteY395" fmla="*/ 173107 h 596665"/>
                <a:gd name="connsiteX396" fmla="*/ 440897 w 597701"/>
                <a:gd name="connsiteY396" fmla="*/ 165740 h 596665"/>
                <a:gd name="connsiteX397" fmla="*/ 434440 w 597701"/>
                <a:gd name="connsiteY397" fmla="*/ 163898 h 596665"/>
                <a:gd name="connsiteX398" fmla="*/ 436285 w 597701"/>
                <a:gd name="connsiteY398" fmla="*/ 151928 h 596665"/>
                <a:gd name="connsiteX399" fmla="*/ 451043 w 597701"/>
                <a:gd name="connsiteY399" fmla="*/ 150087 h 596665"/>
                <a:gd name="connsiteX400" fmla="*/ 461189 w 597701"/>
                <a:gd name="connsiteY400" fmla="*/ 136275 h 596665"/>
                <a:gd name="connsiteX401" fmla="*/ 471335 w 597701"/>
                <a:gd name="connsiteY401" fmla="*/ 134434 h 596665"/>
                <a:gd name="connsiteX402" fmla="*/ 480559 w 597701"/>
                <a:gd name="connsiteY402" fmla="*/ 135354 h 596665"/>
                <a:gd name="connsiteX403" fmla="*/ 483326 w 597701"/>
                <a:gd name="connsiteY403" fmla="*/ 135354 h 596665"/>
                <a:gd name="connsiteX404" fmla="*/ 481482 w 597701"/>
                <a:gd name="connsiteY404" fmla="*/ 122463 h 596665"/>
                <a:gd name="connsiteX405" fmla="*/ 470413 w 597701"/>
                <a:gd name="connsiteY405" fmla="*/ 127067 h 596665"/>
                <a:gd name="connsiteX406" fmla="*/ 466724 w 597701"/>
                <a:gd name="connsiteY406" fmla="*/ 116939 h 596665"/>
                <a:gd name="connsiteX407" fmla="*/ 460267 w 597701"/>
                <a:gd name="connsiteY407" fmla="*/ 116018 h 596665"/>
                <a:gd name="connsiteX408" fmla="*/ 459345 w 597701"/>
                <a:gd name="connsiteY408" fmla="*/ 109572 h 596665"/>
                <a:gd name="connsiteX409" fmla="*/ 463956 w 597701"/>
                <a:gd name="connsiteY409" fmla="*/ 104048 h 596665"/>
                <a:gd name="connsiteX410" fmla="*/ 476870 w 597701"/>
                <a:gd name="connsiteY410" fmla="*/ 98523 h 596665"/>
                <a:gd name="connsiteX411" fmla="*/ 480559 w 597701"/>
                <a:gd name="connsiteY411" fmla="*/ 92998 h 596665"/>
                <a:gd name="connsiteX412" fmla="*/ 298851 w 597701"/>
                <a:gd name="connsiteY412" fmla="*/ 24861 h 596665"/>
                <a:gd name="connsiteX413" fmla="*/ 298851 w 597701"/>
                <a:gd name="connsiteY413" fmla="*/ 0 h 596665"/>
                <a:gd name="connsiteX414" fmla="*/ 499929 w 597701"/>
                <a:gd name="connsiteY414" fmla="*/ 77345 h 596665"/>
                <a:gd name="connsiteX415" fmla="*/ 513765 w 597701"/>
                <a:gd name="connsiteY415" fmla="*/ 91157 h 596665"/>
                <a:gd name="connsiteX416" fmla="*/ 518377 w 597701"/>
                <a:gd name="connsiteY416" fmla="*/ 95761 h 596665"/>
                <a:gd name="connsiteX417" fmla="*/ 574642 w 597701"/>
                <a:gd name="connsiteY417" fmla="*/ 182315 h 596665"/>
                <a:gd name="connsiteX418" fmla="*/ 576487 w 597701"/>
                <a:gd name="connsiteY418" fmla="*/ 187839 h 596665"/>
                <a:gd name="connsiteX419" fmla="*/ 596779 w 597701"/>
                <a:gd name="connsiteY419" fmla="*/ 269789 h 596665"/>
                <a:gd name="connsiteX420" fmla="*/ 597701 w 597701"/>
                <a:gd name="connsiteY420" fmla="*/ 295570 h 596665"/>
                <a:gd name="connsiteX421" fmla="*/ 597701 w 597701"/>
                <a:gd name="connsiteY421" fmla="*/ 298333 h 596665"/>
                <a:gd name="connsiteX422" fmla="*/ 593089 w 597701"/>
                <a:gd name="connsiteY422" fmla="*/ 350817 h 596665"/>
                <a:gd name="connsiteX423" fmla="*/ 589400 w 597701"/>
                <a:gd name="connsiteY423" fmla="*/ 368312 h 596665"/>
                <a:gd name="connsiteX424" fmla="*/ 565418 w 597701"/>
                <a:gd name="connsiteY424" fmla="*/ 433687 h 596665"/>
                <a:gd name="connsiteX425" fmla="*/ 298851 w 597701"/>
                <a:gd name="connsiteY425" fmla="*/ 596665 h 596665"/>
                <a:gd name="connsiteX426" fmla="*/ 0 w 597701"/>
                <a:gd name="connsiteY426" fmla="*/ 298333 h 596665"/>
                <a:gd name="connsiteX427" fmla="*/ 62722 w 597701"/>
                <a:gd name="connsiteY427" fmla="*/ 116018 h 596665"/>
                <a:gd name="connsiteX428" fmla="*/ 96850 w 597701"/>
                <a:gd name="connsiteY428" fmla="*/ 79187 h 596665"/>
                <a:gd name="connsiteX429" fmla="*/ 298851 w 597701"/>
                <a:gd name="connsiteY429" fmla="*/ 0 h 596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</a:cxnLst>
              <a:rect l="l" t="t" r="r" b="b"/>
              <a:pathLst>
                <a:path w="597701" h="596665">
                  <a:moveTo>
                    <a:pt x="566340" y="235720"/>
                  </a:moveTo>
                  <a:lnTo>
                    <a:pt x="565418" y="236641"/>
                  </a:lnTo>
                  <a:lnTo>
                    <a:pt x="567263" y="240324"/>
                  </a:lnTo>
                  <a:cubicBezTo>
                    <a:pt x="566340" y="238482"/>
                    <a:pt x="566340" y="236641"/>
                    <a:pt x="566340" y="235720"/>
                  </a:cubicBezTo>
                  <a:close/>
                  <a:moveTo>
                    <a:pt x="206613" y="174948"/>
                  </a:moveTo>
                  <a:lnTo>
                    <a:pt x="200156" y="175869"/>
                  </a:lnTo>
                  <a:lnTo>
                    <a:pt x="199234" y="177711"/>
                  </a:lnTo>
                  <a:lnTo>
                    <a:pt x="195544" y="177711"/>
                  </a:lnTo>
                  <a:lnTo>
                    <a:pt x="193700" y="184156"/>
                  </a:lnTo>
                  <a:lnTo>
                    <a:pt x="202923" y="184156"/>
                  </a:lnTo>
                  <a:lnTo>
                    <a:pt x="206613" y="180473"/>
                  </a:lnTo>
                  <a:close/>
                  <a:moveTo>
                    <a:pt x="543281" y="174028"/>
                  </a:moveTo>
                  <a:lnTo>
                    <a:pt x="541436" y="175869"/>
                  </a:lnTo>
                  <a:lnTo>
                    <a:pt x="541436" y="187839"/>
                  </a:lnTo>
                  <a:lnTo>
                    <a:pt x="546970" y="187839"/>
                  </a:lnTo>
                  <a:lnTo>
                    <a:pt x="549738" y="187839"/>
                  </a:lnTo>
                  <a:cubicBezTo>
                    <a:pt x="547893" y="183235"/>
                    <a:pt x="546048" y="178631"/>
                    <a:pt x="543281" y="174028"/>
                  </a:cubicBezTo>
                  <a:close/>
                  <a:moveTo>
                    <a:pt x="56219" y="171321"/>
                  </a:moveTo>
                  <a:lnTo>
                    <a:pt x="54256" y="175277"/>
                  </a:lnTo>
                  <a:lnTo>
                    <a:pt x="46159" y="191442"/>
                  </a:lnTo>
                  <a:lnTo>
                    <a:pt x="46159" y="182377"/>
                  </a:lnTo>
                  <a:close/>
                  <a:moveTo>
                    <a:pt x="211225" y="170344"/>
                  </a:moveTo>
                  <a:lnTo>
                    <a:pt x="211225" y="174948"/>
                  </a:lnTo>
                  <a:lnTo>
                    <a:pt x="213070" y="178631"/>
                  </a:lnTo>
                  <a:lnTo>
                    <a:pt x="222293" y="178631"/>
                  </a:lnTo>
                  <a:lnTo>
                    <a:pt x="222293" y="173107"/>
                  </a:lnTo>
                  <a:close/>
                  <a:moveTo>
                    <a:pt x="258292" y="165699"/>
                  </a:moveTo>
                  <a:lnTo>
                    <a:pt x="262012" y="168473"/>
                  </a:lnTo>
                  <a:lnTo>
                    <a:pt x="261082" y="172172"/>
                  </a:lnTo>
                  <a:lnTo>
                    <a:pt x="255502" y="173096"/>
                  </a:lnTo>
                  <a:lnTo>
                    <a:pt x="255502" y="168473"/>
                  </a:lnTo>
                  <a:close/>
                  <a:moveTo>
                    <a:pt x="199234" y="163898"/>
                  </a:moveTo>
                  <a:lnTo>
                    <a:pt x="199234" y="173107"/>
                  </a:lnTo>
                  <a:lnTo>
                    <a:pt x="204768" y="172186"/>
                  </a:lnTo>
                  <a:lnTo>
                    <a:pt x="208458" y="169423"/>
                  </a:lnTo>
                  <a:lnTo>
                    <a:pt x="208458" y="163898"/>
                  </a:lnTo>
                  <a:close/>
                  <a:moveTo>
                    <a:pt x="185398" y="163898"/>
                  </a:moveTo>
                  <a:lnTo>
                    <a:pt x="178942" y="170344"/>
                  </a:lnTo>
                  <a:lnTo>
                    <a:pt x="178019" y="177711"/>
                  </a:lnTo>
                  <a:lnTo>
                    <a:pt x="182631" y="180473"/>
                  </a:lnTo>
                  <a:lnTo>
                    <a:pt x="193700" y="163898"/>
                  </a:lnTo>
                  <a:close/>
                  <a:moveTo>
                    <a:pt x="216759" y="162978"/>
                  </a:moveTo>
                  <a:lnTo>
                    <a:pt x="213992" y="165740"/>
                  </a:lnTo>
                  <a:lnTo>
                    <a:pt x="217681" y="168502"/>
                  </a:lnTo>
                  <a:lnTo>
                    <a:pt x="220449" y="165740"/>
                  </a:lnTo>
                  <a:close/>
                  <a:moveTo>
                    <a:pt x="275804" y="161113"/>
                  </a:moveTo>
                  <a:lnTo>
                    <a:pt x="279486" y="161113"/>
                  </a:lnTo>
                  <a:lnTo>
                    <a:pt x="283168" y="162037"/>
                  </a:lnTo>
                  <a:lnTo>
                    <a:pt x="281327" y="165736"/>
                  </a:lnTo>
                  <a:lnTo>
                    <a:pt x="277645" y="165736"/>
                  </a:lnTo>
                  <a:lnTo>
                    <a:pt x="276724" y="169435"/>
                  </a:lnTo>
                  <a:lnTo>
                    <a:pt x="273963" y="171284"/>
                  </a:lnTo>
                  <a:lnTo>
                    <a:pt x="268439" y="172209"/>
                  </a:lnTo>
                  <a:cubicBezTo>
                    <a:pt x="268439" y="170359"/>
                    <a:pt x="268439" y="169435"/>
                    <a:pt x="268439" y="169435"/>
                  </a:cubicBezTo>
                  <a:lnTo>
                    <a:pt x="266598" y="169435"/>
                  </a:lnTo>
                  <a:lnTo>
                    <a:pt x="266598" y="165736"/>
                  </a:lnTo>
                  <a:lnTo>
                    <a:pt x="274883" y="165736"/>
                  </a:lnTo>
                  <a:close/>
                  <a:moveTo>
                    <a:pt x="203846" y="155611"/>
                  </a:moveTo>
                  <a:lnTo>
                    <a:pt x="203846" y="162057"/>
                  </a:lnTo>
                  <a:lnTo>
                    <a:pt x="209380" y="160215"/>
                  </a:lnTo>
                  <a:close/>
                  <a:moveTo>
                    <a:pt x="188165" y="152849"/>
                  </a:moveTo>
                  <a:lnTo>
                    <a:pt x="179864" y="156532"/>
                  </a:lnTo>
                  <a:lnTo>
                    <a:pt x="178942" y="160215"/>
                  </a:lnTo>
                  <a:lnTo>
                    <a:pt x="184476" y="162057"/>
                  </a:lnTo>
                  <a:lnTo>
                    <a:pt x="201079" y="162057"/>
                  </a:lnTo>
                  <a:lnTo>
                    <a:pt x="201079" y="156532"/>
                  </a:lnTo>
                  <a:lnTo>
                    <a:pt x="199234" y="156532"/>
                  </a:lnTo>
                  <a:lnTo>
                    <a:pt x="199234" y="152849"/>
                  </a:lnTo>
                  <a:close/>
                  <a:moveTo>
                    <a:pt x="170640" y="132592"/>
                  </a:moveTo>
                  <a:lnTo>
                    <a:pt x="163261" y="135354"/>
                  </a:lnTo>
                  <a:lnTo>
                    <a:pt x="167873" y="144562"/>
                  </a:lnTo>
                  <a:lnTo>
                    <a:pt x="174330" y="142721"/>
                  </a:lnTo>
                  <a:lnTo>
                    <a:pt x="177097" y="133513"/>
                  </a:lnTo>
                  <a:close/>
                  <a:moveTo>
                    <a:pt x="423392" y="127973"/>
                  </a:moveTo>
                  <a:lnTo>
                    <a:pt x="428895" y="130734"/>
                  </a:lnTo>
                  <a:lnTo>
                    <a:pt x="427978" y="136258"/>
                  </a:lnTo>
                  <a:lnTo>
                    <a:pt x="416971" y="144543"/>
                  </a:lnTo>
                  <a:lnTo>
                    <a:pt x="410550" y="144543"/>
                  </a:lnTo>
                  <a:lnTo>
                    <a:pt x="410550" y="139019"/>
                  </a:lnTo>
                  <a:lnTo>
                    <a:pt x="416054" y="129814"/>
                  </a:lnTo>
                  <a:close/>
                  <a:moveTo>
                    <a:pt x="437185" y="115989"/>
                  </a:moveTo>
                  <a:lnTo>
                    <a:pt x="439029" y="127047"/>
                  </a:lnTo>
                  <a:lnTo>
                    <a:pt x="443640" y="134418"/>
                  </a:lnTo>
                  <a:lnTo>
                    <a:pt x="447329" y="138104"/>
                  </a:lnTo>
                  <a:lnTo>
                    <a:pt x="452862" y="140869"/>
                  </a:lnTo>
                  <a:lnTo>
                    <a:pt x="447329" y="147319"/>
                  </a:lnTo>
                  <a:lnTo>
                    <a:pt x="437185" y="148241"/>
                  </a:lnTo>
                  <a:lnTo>
                    <a:pt x="428885" y="148241"/>
                  </a:lnTo>
                  <a:lnTo>
                    <a:pt x="429807" y="139026"/>
                  </a:lnTo>
                  <a:lnTo>
                    <a:pt x="436263" y="137183"/>
                  </a:lnTo>
                  <a:lnTo>
                    <a:pt x="435340" y="132575"/>
                  </a:lnTo>
                  <a:lnTo>
                    <a:pt x="429807" y="128890"/>
                  </a:lnTo>
                  <a:lnTo>
                    <a:pt x="425196" y="126125"/>
                  </a:lnTo>
                  <a:lnTo>
                    <a:pt x="425196" y="121518"/>
                  </a:lnTo>
                  <a:lnTo>
                    <a:pt x="427963" y="117832"/>
                  </a:lnTo>
                  <a:close/>
                  <a:moveTo>
                    <a:pt x="498084" y="110493"/>
                  </a:moveTo>
                  <a:lnTo>
                    <a:pt x="498084" y="124305"/>
                  </a:lnTo>
                  <a:lnTo>
                    <a:pt x="487016" y="129830"/>
                  </a:lnTo>
                  <a:lnTo>
                    <a:pt x="487938" y="133513"/>
                  </a:lnTo>
                  <a:lnTo>
                    <a:pt x="506386" y="134434"/>
                  </a:lnTo>
                  <a:lnTo>
                    <a:pt x="511920" y="126147"/>
                  </a:lnTo>
                  <a:cubicBezTo>
                    <a:pt x="507308" y="120622"/>
                    <a:pt x="503619" y="116018"/>
                    <a:pt x="498084" y="110493"/>
                  </a:cubicBezTo>
                  <a:close/>
                  <a:moveTo>
                    <a:pt x="154037" y="103127"/>
                  </a:moveTo>
                  <a:cubicBezTo>
                    <a:pt x="153115" y="103127"/>
                    <a:pt x="147581" y="104048"/>
                    <a:pt x="147581" y="104048"/>
                  </a:cubicBezTo>
                  <a:lnTo>
                    <a:pt x="137435" y="106810"/>
                  </a:lnTo>
                  <a:lnTo>
                    <a:pt x="140202" y="109572"/>
                  </a:lnTo>
                  <a:lnTo>
                    <a:pt x="154037" y="109572"/>
                  </a:lnTo>
                  <a:cubicBezTo>
                    <a:pt x="154037" y="109572"/>
                    <a:pt x="154037" y="103127"/>
                    <a:pt x="154037" y="103127"/>
                  </a:cubicBezTo>
                  <a:close/>
                  <a:moveTo>
                    <a:pt x="143891" y="88395"/>
                  </a:moveTo>
                  <a:lnTo>
                    <a:pt x="143891" y="90236"/>
                  </a:lnTo>
                  <a:lnTo>
                    <a:pt x="137435" y="90236"/>
                  </a:lnTo>
                  <a:lnTo>
                    <a:pt x="137435" y="91157"/>
                  </a:lnTo>
                  <a:lnTo>
                    <a:pt x="137435" y="96682"/>
                  </a:lnTo>
                  <a:lnTo>
                    <a:pt x="151270" y="96682"/>
                  </a:lnTo>
                  <a:lnTo>
                    <a:pt x="154037" y="92998"/>
                  </a:lnTo>
                  <a:lnTo>
                    <a:pt x="154037" y="88395"/>
                  </a:lnTo>
                  <a:close/>
                  <a:moveTo>
                    <a:pt x="298851" y="24861"/>
                  </a:moveTo>
                  <a:cubicBezTo>
                    <a:pt x="238896" y="24861"/>
                    <a:pt x="183553" y="44197"/>
                    <a:pt x="137435" y="77345"/>
                  </a:cubicBezTo>
                  <a:lnTo>
                    <a:pt x="151270" y="76424"/>
                  </a:lnTo>
                  <a:lnTo>
                    <a:pt x="157727" y="80108"/>
                  </a:lnTo>
                  <a:lnTo>
                    <a:pt x="169718" y="82870"/>
                  </a:lnTo>
                  <a:lnTo>
                    <a:pt x="170640" y="87474"/>
                  </a:lnTo>
                  <a:lnTo>
                    <a:pt x="189088" y="88395"/>
                  </a:lnTo>
                  <a:lnTo>
                    <a:pt x="186321" y="81949"/>
                  </a:lnTo>
                  <a:lnTo>
                    <a:pt x="169718" y="81949"/>
                  </a:lnTo>
                  <a:lnTo>
                    <a:pt x="173407" y="78266"/>
                  </a:lnTo>
                  <a:lnTo>
                    <a:pt x="172485" y="73662"/>
                  </a:lnTo>
                  <a:lnTo>
                    <a:pt x="157727" y="73662"/>
                  </a:lnTo>
                  <a:lnTo>
                    <a:pt x="173407" y="61692"/>
                  </a:lnTo>
                  <a:lnTo>
                    <a:pt x="189088" y="61692"/>
                  </a:lnTo>
                  <a:lnTo>
                    <a:pt x="196467" y="71821"/>
                  </a:lnTo>
                  <a:lnTo>
                    <a:pt x="208458" y="72741"/>
                  </a:lnTo>
                  <a:lnTo>
                    <a:pt x="215837" y="65375"/>
                  </a:lnTo>
                  <a:lnTo>
                    <a:pt x="221371" y="68137"/>
                  </a:lnTo>
                  <a:lnTo>
                    <a:pt x="211225" y="78266"/>
                  </a:lnTo>
                  <a:cubicBezTo>
                    <a:pt x="211225" y="78266"/>
                    <a:pt x="197389" y="78266"/>
                    <a:pt x="198312" y="78266"/>
                  </a:cubicBezTo>
                  <a:cubicBezTo>
                    <a:pt x="199234" y="78266"/>
                    <a:pt x="199234" y="87474"/>
                    <a:pt x="199234" y="87474"/>
                  </a:cubicBezTo>
                  <a:lnTo>
                    <a:pt x="215837" y="87474"/>
                  </a:lnTo>
                  <a:lnTo>
                    <a:pt x="217681" y="82870"/>
                  </a:lnTo>
                  <a:lnTo>
                    <a:pt x="229672" y="81949"/>
                  </a:lnTo>
                  <a:lnTo>
                    <a:pt x="230595" y="75504"/>
                  </a:lnTo>
                  <a:lnTo>
                    <a:pt x="224138" y="73662"/>
                  </a:lnTo>
                  <a:lnTo>
                    <a:pt x="225983" y="68137"/>
                  </a:lnTo>
                  <a:lnTo>
                    <a:pt x="231517" y="66296"/>
                  </a:lnTo>
                  <a:lnTo>
                    <a:pt x="249965" y="67217"/>
                  </a:lnTo>
                  <a:lnTo>
                    <a:pt x="239819" y="76424"/>
                  </a:lnTo>
                  <a:lnTo>
                    <a:pt x="241663" y="82870"/>
                  </a:lnTo>
                  <a:lnTo>
                    <a:pt x="251809" y="84711"/>
                  </a:lnTo>
                  <a:lnTo>
                    <a:pt x="250887" y="71821"/>
                  </a:lnTo>
                  <a:lnTo>
                    <a:pt x="261033" y="67217"/>
                  </a:lnTo>
                  <a:lnTo>
                    <a:pt x="279481" y="64454"/>
                  </a:lnTo>
                  <a:lnTo>
                    <a:pt x="304385" y="76424"/>
                  </a:lnTo>
                  <a:lnTo>
                    <a:pt x="304385" y="85632"/>
                  </a:lnTo>
                  <a:lnTo>
                    <a:pt x="312686" y="88395"/>
                  </a:lnTo>
                  <a:lnTo>
                    <a:pt x="308997" y="95761"/>
                  </a:lnTo>
                  <a:lnTo>
                    <a:pt x="297006" y="95761"/>
                  </a:lnTo>
                  <a:lnTo>
                    <a:pt x="294239" y="104969"/>
                  </a:lnTo>
                  <a:lnTo>
                    <a:pt x="267490" y="98523"/>
                  </a:lnTo>
                  <a:lnTo>
                    <a:pt x="287782" y="87474"/>
                  </a:lnTo>
                  <a:lnTo>
                    <a:pt x="280403" y="81028"/>
                  </a:lnTo>
                  <a:lnTo>
                    <a:pt x="261956" y="82870"/>
                  </a:lnTo>
                  <a:lnTo>
                    <a:pt x="261033" y="84711"/>
                  </a:lnTo>
                  <a:lnTo>
                    <a:pt x="260111" y="84711"/>
                  </a:lnTo>
                  <a:lnTo>
                    <a:pt x="255499" y="90236"/>
                  </a:lnTo>
                  <a:lnTo>
                    <a:pt x="246275" y="91157"/>
                  </a:lnTo>
                  <a:lnTo>
                    <a:pt x="247198" y="94840"/>
                  </a:lnTo>
                  <a:lnTo>
                    <a:pt x="249965" y="96682"/>
                  </a:lnTo>
                  <a:lnTo>
                    <a:pt x="249965" y="97602"/>
                  </a:lnTo>
                  <a:lnTo>
                    <a:pt x="243508" y="98523"/>
                  </a:lnTo>
                  <a:lnTo>
                    <a:pt x="242586" y="103127"/>
                  </a:lnTo>
                  <a:lnTo>
                    <a:pt x="236129" y="103127"/>
                  </a:lnTo>
                  <a:lnTo>
                    <a:pt x="234284" y="94840"/>
                  </a:lnTo>
                  <a:lnTo>
                    <a:pt x="222293" y="98523"/>
                  </a:lnTo>
                  <a:lnTo>
                    <a:pt x="198312" y="113256"/>
                  </a:lnTo>
                  <a:lnTo>
                    <a:pt x="201079" y="123384"/>
                  </a:lnTo>
                  <a:lnTo>
                    <a:pt x="207535" y="127988"/>
                  </a:lnTo>
                  <a:lnTo>
                    <a:pt x="221371" y="129830"/>
                  </a:lnTo>
                  <a:lnTo>
                    <a:pt x="221371" y="145483"/>
                  </a:lnTo>
                  <a:lnTo>
                    <a:pt x="227828" y="143641"/>
                  </a:lnTo>
                  <a:lnTo>
                    <a:pt x="233362" y="131671"/>
                  </a:lnTo>
                  <a:lnTo>
                    <a:pt x="248120" y="127067"/>
                  </a:lnTo>
                  <a:lnTo>
                    <a:pt x="248120" y="108652"/>
                  </a:lnTo>
                  <a:lnTo>
                    <a:pt x="256421" y="102206"/>
                  </a:lnTo>
                  <a:lnTo>
                    <a:pt x="275791" y="106810"/>
                  </a:lnTo>
                  <a:lnTo>
                    <a:pt x="274869" y="119701"/>
                  </a:lnTo>
                  <a:lnTo>
                    <a:pt x="279481" y="119701"/>
                  </a:lnTo>
                  <a:lnTo>
                    <a:pt x="294239" y="112335"/>
                  </a:lnTo>
                  <a:lnTo>
                    <a:pt x="295161" y="128909"/>
                  </a:lnTo>
                  <a:lnTo>
                    <a:pt x="305307" y="135354"/>
                  </a:lnTo>
                  <a:lnTo>
                    <a:pt x="305307" y="144562"/>
                  </a:lnTo>
                  <a:lnTo>
                    <a:pt x="295161" y="148245"/>
                  </a:lnTo>
                  <a:lnTo>
                    <a:pt x="295161" y="151008"/>
                  </a:lnTo>
                  <a:lnTo>
                    <a:pt x="307152" y="156532"/>
                  </a:lnTo>
                  <a:lnTo>
                    <a:pt x="307152" y="162978"/>
                  </a:lnTo>
                  <a:lnTo>
                    <a:pt x="303463" y="163898"/>
                  </a:lnTo>
                  <a:lnTo>
                    <a:pt x="303463" y="162978"/>
                  </a:lnTo>
                  <a:lnTo>
                    <a:pt x="288705" y="158374"/>
                  </a:lnTo>
                  <a:lnTo>
                    <a:pt x="287782" y="153770"/>
                  </a:lnTo>
                  <a:lnTo>
                    <a:pt x="292394" y="151008"/>
                  </a:lnTo>
                  <a:lnTo>
                    <a:pt x="292394" y="146404"/>
                  </a:lnTo>
                  <a:lnTo>
                    <a:pt x="287782" y="145483"/>
                  </a:lnTo>
                  <a:lnTo>
                    <a:pt x="285937" y="149166"/>
                  </a:lnTo>
                  <a:lnTo>
                    <a:pt x="277636" y="150087"/>
                  </a:lnTo>
                  <a:lnTo>
                    <a:pt x="276714" y="150087"/>
                  </a:lnTo>
                  <a:lnTo>
                    <a:pt x="276714" y="151008"/>
                  </a:lnTo>
                  <a:lnTo>
                    <a:pt x="273947" y="151008"/>
                  </a:lnTo>
                  <a:lnTo>
                    <a:pt x="272102" y="146404"/>
                  </a:lnTo>
                  <a:lnTo>
                    <a:pt x="269335" y="144562"/>
                  </a:lnTo>
                  <a:lnTo>
                    <a:pt x="262878" y="144562"/>
                  </a:lnTo>
                  <a:lnTo>
                    <a:pt x="260111" y="147324"/>
                  </a:lnTo>
                  <a:lnTo>
                    <a:pt x="260111" y="151928"/>
                  </a:lnTo>
                  <a:lnTo>
                    <a:pt x="265645" y="153770"/>
                  </a:lnTo>
                  <a:lnTo>
                    <a:pt x="270257" y="154691"/>
                  </a:lnTo>
                  <a:lnTo>
                    <a:pt x="269335" y="154691"/>
                  </a:lnTo>
                  <a:lnTo>
                    <a:pt x="264723" y="160215"/>
                  </a:lnTo>
                  <a:lnTo>
                    <a:pt x="262878" y="157453"/>
                  </a:lnTo>
                  <a:lnTo>
                    <a:pt x="258266" y="156532"/>
                  </a:lnTo>
                  <a:lnTo>
                    <a:pt x="246275" y="167582"/>
                  </a:lnTo>
                  <a:lnTo>
                    <a:pt x="248120" y="169423"/>
                  </a:lnTo>
                  <a:lnTo>
                    <a:pt x="229672" y="178631"/>
                  </a:lnTo>
                  <a:lnTo>
                    <a:pt x="213070" y="197047"/>
                  </a:lnTo>
                  <a:lnTo>
                    <a:pt x="212147" y="204413"/>
                  </a:lnTo>
                  <a:lnTo>
                    <a:pt x="194622" y="215463"/>
                  </a:lnTo>
                  <a:lnTo>
                    <a:pt x="186321" y="223750"/>
                  </a:lnTo>
                  <a:lnTo>
                    <a:pt x="187243" y="240324"/>
                  </a:lnTo>
                  <a:lnTo>
                    <a:pt x="176174" y="235720"/>
                  </a:lnTo>
                  <a:lnTo>
                    <a:pt x="176174" y="225591"/>
                  </a:lnTo>
                  <a:lnTo>
                    <a:pt x="143891" y="225591"/>
                  </a:lnTo>
                  <a:lnTo>
                    <a:pt x="126366" y="233878"/>
                  </a:lnTo>
                  <a:lnTo>
                    <a:pt x="119909" y="247690"/>
                  </a:lnTo>
                  <a:lnTo>
                    <a:pt x="116220" y="257818"/>
                  </a:lnTo>
                  <a:lnTo>
                    <a:pt x="121754" y="267947"/>
                  </a:lnTo>
                  <a:lnTo>
                    <a:pt x="134667" y="269789"/>
                  </a:lnTo>
                  <a:lnTo>
                    <a:pt x="155882" y="255977"/>
                  </a:lnTo>
                  <a:lnTo>
                    <a:pt x="157727" y="262422"/>
                  </a:lnTo>
                  <a:lnTo>
                    <a:pt x="151270" y="275313"/>
                  </a:lnTo>
                  <a:lnTo>
                    <a:pt x="166951" y="278076"/>
                  </a:lnTo>
                  <a:lnTo>
                    <a:pt x="168795" y="302016"/>
                  </a:lnTo>
                  <a:lnTo>
                    <a:pt x="190010" y="305699"/>
                  </a:lnTo>
                  <a:lnTo>
                    <a:pt x="203846" y="290046"/>
                  </a:lnTo>
                  <a:lnTo>
                    <a:pt x="221371" y="293729"/>
                  </a:lnTo>
                  <a:lnTo>
                    <a:pt x="226905" y="302016"/>
                  </a:lnTo>
                  <a:lnTo>
                    <a:pt x="243508" y="301095"/>
                  </a:lnTo>
                  <a:lnTo>
                    <a:pt x="243508" y="295570"/>
                  </a:lnTo>
                  <a:lnTo>
                    <a:pt x="252732" y="300174"/>
                  </a:lnTo>
                  <a:lnTo>
                    <a:pt x="262878" y="315828"/>
                  </a:lnTo>
                  <a:lnTo>
                    <a:pt x="280403" y="315828"/>
                  </a:lnTo>
                  <a:lnTo>
                    <a:pt x="285937" y="326877"/>
                  </a:lnTo>
                  <a:lnTo>
                    <a:pt x="286860" y="340689"/>
                  </a:lnTo>
                  <a:lnTo>
                    <a:pt x="306230" y="348055"/>
                  </a:lnTo>
                  <a:lnTo>
                    <a:pt x="330212" y="348055"/>
                  </a:lnTo>
                  <a:lnTo>
                    <a:pt x="337591" y="360025"/>
                  </a:lnTo>
                  <a:lnTo>
                    <a:pt x="348659" y="363708"/>
                  </a:lnTo>
                  <a:lnTo>
                    <a:pt x="345892" y="372916"/>
                  </a:lnTo>
                  <a:lnTo>
                    <a:pt x="334823" y="387648"/>
                  </a:lnTo>
                  <a:lnTo>
                    <a:pt x="331134" y="420796"/>
                  </a:lnTo>
                  <a:lnTo>
                    <a:pt x="320988" y="429083"/>
                  </a:lnTo>
                  <a:lnTo>
                    <a:pt x="305307" y="429083"/>
                  </a:lnTo>
                  <a:lnTo>
                    <a:pt x="299773" y="438291"/>
                  </a:lnTo>
                  <a:lnTo>
                    <a:pt x="303463" y="454865"/>
                  </a:lnTo>
                  <a:lnTo>
                    <a:pt x="285937" y="476964"/>
                  </a:lnTo>
                  <a:lnTo>
                    <a:pt x="281326" y="487092"/>
                  </a:lnTo>
                  <a:lnTo>
                    <a:pt x="264723" y="494459"/>
                  </a:lnTo>
                  <a:lnTo>
                    <a:pt x="253654" y="496300"/>
                  </a:lnTo>
                  <a:lnTo>
                    <a:pt x="253654" y="500904"/>
                  </a:lnTo>
                  <a:lnTo>
                    <a:pt x="261033" y="502746"/>
                  </a:lnTo>
                  <a:lnTo>
                    <a:pt x="260111" y="508270"/>
                  </a:lnTo>
                  <a:lnTo>
                    <a:pt x="253654" y="514716"/>
                  </a:lnTo>
                  <a:lnTo>
                    <a:pt x="257344" y="519320"/>
                  </a:lnTo>
                  <a:lnTo>
                    <a:pt x="265645" y="519320"/>
                  </a:lnTo>
                  <a:lnTo>
                    <a:pt x="264723" y="525765"/>
                  </a:lnTo>
                  <a:lnTo>
                    <a:pt x="262878" y="532211"/>
                  </a:lnTo>
                  <a:lnTo>
                    <a:pt x="261956" y="536815"/>
                  </a:lnTo>
                  <a:lnTo>
                    <a:pt x="273947" y="546943"/>
                  </a:lnTo>
                  <a:lnTo>
                    <a:pt x="273024" y="552468"/>
                  </a:lnTo>
                  <a:lnTo>
                    <a:pt x="256421" y="552468"/>
                  </a:lnTo>
                  <a:lnTo>
                    <a:pt x="239819" y="537735"/>
                  </a:lnTo>
                  <a:lnTo>
                    <a:pt x="227828" y="515637"/>
                  </a:lnTo>
                  <a:lnTo>
                    <a:pt x="228750" y="494459"/>
                  </a:lnTo>
                  <a:lnTo>
                    <a:pt x="219526" y="481568"/>
                  </a:lnTo>
                  <a:lnTo>
                    <a:pt x="223216" y="460390"/>
                  </a:lnTo>
                  <a:lnTo>
                    <a:pt x="217681" y="458548"/>
                  </a:lnTo>
                  <a:lnTo>
                    <a:pt x="217681" y="411589"/>
                  </a:lnTo>
                  <a:cubicBezTo>
                    <a:pt x="217681" y="411589"/>
                    <a:pt x="202001" y="399618"/>
                    <a:pt x="201079" y="399618"/>
                  </a:cubicBezTo>
                  <a:cubicBezTo>
                    <a:pt x="200156" y="399618"/>
                    <a:pt x="192777" y="397777"/>
                    <a:pt x="192777" y="397777"/>
                  </a:cubicBezTo>
                  <a:lnTo>
                    <a:pt x="190933" y="388569"/>
                  </a:lnTo>
                  <a:lnTo>
                    <a:pt x="169718" y="362787"/>
                  </a:lnTo>
                  <a:lnTo>
                    <a:pt x="172485" y="353579"/>
                  </a:lnTo>
                  <a:lnTo>
                    <a:pt x="172485" y="337926"/>
                  </a:lnTo>
                  <a:lnTo>
                    <a:pt x="187243" y="327798"/>
                  </a:lnTo>
                  <a:lnTo>
                    <a:pt x="185398" y="311224"/>
                  </a:lnTo>
                  <a:lnTo>
                    <a:pt x="164184" y="309382"/>
                  </a:lnTo>
                  <a:lnTo>
                    <a:pt x="147581" y="290966"/>
                  </a:lnTo>
                  <a:lnTo>
                    <a:pt x="136512" y="287283"/>
                  </a:lnTo>
                  <a:lnTo>
                    <a:pt x="128211" y="286363"/>
                  </a:lnTo>
                  <a:lnTo>
                    <a:pt x="129133" y="278996"/>
                  </a:lnTo>
                  <a:lnTo>
                    <a:pt x="119909" y="278076"/>
                  </a:lnTo>
                  <a:lnTo>
                    <a:pt x="119909" y="281759"/>
                  </a:lnTo>
                  <a:lnTo>
                    <a:pt x="95928" y="276234"/>
                  </a:lnTo>
                  <a:lnTo>
                    <a:pt x="86704" y="261502"/>
                  </a:lnTo>
                  <a:lnTo>
                    <a:pt x="90393" y="254135"/>
                  </a:lnTo>
                  <a:lnTo>
                    <a:pt x="74713" y="232037"/>
                  </a:lnTo>
                  <a:lnTo>
                    <a:pt x="72868" y="215463"/>
                  </a:lnTo>
                  <a:lnTo>
                    <a:pt x="66411" y="215463"/>
                  </a:lnTo>
                  <a:lnTo>
                    <a:pt x="68256" y="231116"/>
                  </a:lnTo>
                  <a:lnTo>
                    <a:pt x="79325" y="247690"/>
                  </a:lnTo>
                  <a:lnTo>
                    <a:pt x="77480" y="254135"/>
                  </a:lnTo>
                  <a:lnTo>
                    <a:pt x="69179" y="252294"/>
                  </a:lnTo>
                  <a:lnTo>
                    <a:pt x="58110" y="233878"/>
                  </a:lnTo>
                  <a:lnTo>
                    <a:pt x="58110" y="212700"/>
                  </a:lnTo>
                  <a:lnTo>
                    <a:pt x="46119" y="207176"/>
                  </a:lnTo>
                  <a:lnTo>
                    <a:pt x="46119" y="191522"/>
                  </a:lnTo>
                  <a:lnTo>
                    <a:pt x="46159" y="191442"/>
                  </a:lnTo>
                  <a:lnTo>
                    <a:pt x="46159" y="191590"/>
                  </a:lnTo>
                  <a:lnTo>
                    <a:pt x="54256" y="175277"/>
                  </a:lnTo>
                  <a:lnTo>
                    <a:pt x="56265" y="171265"/>
                  </a:lnTo>
                  <a:lnTo>
                    <a:pt x="67334" y="157453"/>
                  </a:lnTo>
                  <a:lnTo>
                    <a:pt x="67334" y="151928"/>
                  </a:lnTo>
                  <a:cubicBezTo>
                    <a:pt x="63644" y="158374"/>
                    <a:pt x="59955" y="164819"/>
                    <a:pt x="56265" y="171265"/>
                  </a:cubicBezTo>
                  <a:lnTo>
                    <a:pt x="46119" y="182315"/>
                  </a:lnTo>
                  <a:lnTo>
                    <a:pt x="46119" y="191522"/>
                  </a:lnTo>
                  <a:cubicBezTo>
                    <a:pt x="32283" y="224670"/>
                    <a:pt x="24904" y="260581"/>
                    <a:pt x="24904" y="298333"/>
                  </a:cubicBezTo>
                  <a:cubicBezTo>
                    <a:pt x="24904" y="449341"/>
                    <a:pt x="147581" y="572725"/>
                    <a:pt x="298851" y="572725"/>
                  </a:cubicBezTo>
                  <a:cubicBezTo>
                    <a:pt x="384632" y="572725"/>
                    <a:pt x="461189" y="533131"/>
                    <a:pt x="511920" y="471439"/>
                  </a:cubicBezTo>
                  <a:lnTo>
                    <a:pt x="502696" y="471439"/>
                  </a:lnTo>
                  <a:lnTo>
                    <a:pt x="502696" y="453024"/>
                  </a:lnTo>
                  <a:lnTo>
                    <a:pt x="492550" y="439212"/>
                  </a:lnTo>
                  <a:lnTo>
                    <a:pt x="492550" y="417113"/>
                  </a:lnTo>
                  <a:lnTo>
                    <a:pt x="484249" y="408826"/>
                  </a:lnTo>
                  <a:lnTo>
                    <a:pt x="483326" y="399618"/>
                  </a:lnTo>
                  <a:lnTo>
                    <a:pt x="493473" y="380282"/>
                  </a:lnTo>
                  <a:lnTo>
                    <a:pt x="474103" y="346213"/>
                  </a:lnTo>
                  <a:lnTo>
                    <a:pt x="476870" y="323194"/>
                  </a:lnTo>
                  <a:lnTo>
                    <a:pt x="459345" y="322273"/>
                  </a:lnTo>
                  <a:lnTo>
                    <a:pt x="452888" y="315828"/>
                  </a:lnTo>
                  <a:lnTo>
                    <a:pt x="441819" y="315828"/>
                  </a:lnTo>
                  <a:lnTo>
                    <a:pt x="435363" y="321352"/>
                  </a:lnTo>
                  <a:lnTo>
                    <a:pt x="415070" y="321352"/>
                  </a:lnTo>
                  <a:lnTo>
                    <a:pt x="414148" y="322273"/>
                  </a:lnTo>
                  <a:lnTo>
                    <a:pt x="403079" y="322273"/>
                  </a:lnTo>
                  <a:lnTo>
                    <a:pt x="376330" y="292808"/>
                  </a:lnTo>
                  <a:lnTo>
                    <a:pt x="377253" y="269789"/>
                  </a:lnTo>
                  <a:lnTo>
                    <a:pt x="380942" y="267947"/>
                  </a:lnTo>
                  <a:lnTo>
                    <a:pt x="382787" y="259660"/>
                  </a:lnTo>
                  <a:lnTo>
                    <a:pt x="376330" y="259660"/>
                  </a:lnTo>
                  <a:lnTo>
                    <a:pt x="374486" y="249531"/>
                  </a:lnTo>
                  <a:lnTo>
                    <a:pt x="404924" y="228354"/>
                  </a:lnTo>
                  <a:lnTo>
                    <a:pt x="404924" y="212700"/>
                  </a:lnTo>
                  <a:lnTo>
                    <a:pt x="419682" y="204413"/>
                  </a:lnTo>
                  <a:lnTo>
                    <a:pt x="425217" y="205334"/>
                  </a:lnTo>
                  <a:lnTo>
                    <a:pt x="437207" y="205334"/>
                  </a:lnTo>
                  <a:lnTo>
                    <a:pt x="447354" y="199809"/>
                  </a:lnTo>
                  <a:lnTo>
                    <a:pt x="477792" y="197047"/>
                  </a:lnTo>
                  <a:lnTo>
                    <a:pt x="477792" y="212700"/>
                  </a:lnTo>
                  <a:lnTo>
                    <a:pt x="501774" y="219146"/>
                  </a:lnTo>
                  <a:lnTo>
                    <a:pt x="507308" y="222829"/>
                  </a:lnTo>
                  <a:lnTo>
                    <a:pt x="511920" y="222829"/>
                  </a:lnTo>
                  <a:lnTo>
                    <a:pt x="511920" y="214542"/>
                  </a:lnTo>
                  <a:lnTo>
                    <a:pt x="525756" y="212700"/>
                  </a:lnTo>
                  <a:lnTo>
                    <a:pt x="538669" y="222829"/>
                  </a:lnTo>
                  <a:lnTo>
                    <a:pt x="560806" y="222829"/>
                  </a:lnTo>
                  <a:lnTo>
                    <a:pt x="562651" y="220987"/>
                  </a:lnTo>
                  <a:cubicBezTo>
                    <a:pt x="559884" y="213621"/>
                    <a:pt x="557117" y="206255"/>
                    <a:pt x="554349" y="199809"/>
                  </a:cubicBezTo>
                  <a:lnTo>
                    <a:pt x="540514" y="199809"/>
                  </a:lnTo>
                  <a:lnTo>
                    <a:pt x="533135" y="192443"/>
                  </a:lnTo>
                  <a:lnTo>
                    <a:pt x="532212" y="179552"/>
                  </a:lnTo>
                  <a:lnTo>
                    <a:pt x="524833" y="183235"/>
                  </a:lnTo>
                  <a:lnTo>
                    <a:pt x="520221" y="198889"/>
                  </a:lnTo>
                  <a:lnTo>
                    <a:pt x="510075" y="187839"/>
                  </a:lnTo>
                  <a:lnTo>
                    <a:pt x="509153" y="176790"/>
                  </a:lnTo>
                  <a:lnTo>
                    <a:pt x="499007" y="168502"/>
                  </a:lnTo>
                  <a:lnTo>
                    <a:pt x="495317" y="163898"/>
                  </a:lnTo>
                  <a:lnTo>
                    <a:pt x="483326" y="163898"/>
                  </a:lnTo>
                  <a:lnTo>
                    <a:pt x="487016" y="174948"/>
                  </a:lnTo>
                  <a:lnTo>
                    <a:pt x="501774" y="183235"/>
                  </a:lnTo>
                  <a:lnTo>
                    <a:pt x="504541" y="185077"/>
                  </a:lnTo>
                  <a:lnTo>
                    <a:pt x="500852" y="186918"/>
                  </a:lnTo>
                  <a:lnTo>
                    <a:pt x="500852" y="195205"/>
                  </a:lnTo>
                  <a:lnTo>
                    <a:pt x="494395" y="197968"/>
                  </a:lnTo>
                  <a:lnTo>
                    <a:pt x="487938" y="197047"/>
                  </a:lnTo>
                  <a:lnTo>
                    <a:pt x="484249" y="191522"/>
                  </a:lnTo>
                  <a:lnTo>
                    <a:pt x="494395" y="192443"/>
                  </a:lnTo>
                  <a:lnTo>
                    <a:pt x="497162" y="188760"/>
                  </a:lnTo>
                  <a:lnTo>
                    <a:pt x="475947" y="174028"/>
                  </a:lnTo>
                  <a:lnTo>
                    <a:pt x="474103" y="168502"/>
                  </a:lnTo>
                  <a:lnTo>
                    <a:pt x="464879" y="175869"/>
                  </a:lnTo>
                  <a:lnTo>
                    <a:pt x="456577" y="174028"/>
                  </a:lnTo>
                  <a:lnTo>
                    <a:pt x="442742" y="191522"/>
                  </a:lnTo>
                  <a:lnTo>
                    <a:pt x="439975" y="198889"/>
                  </a:lnTo>
                  <a:lnTo>
                    <a:pt x="431673" y="198889"/>
                  </a:lnTo>
                  <a:lnTo>
                    <a:pt x="418760" y="198889"/>
                  </a:lnTo>
                  <a:lnTo>
                    <a:pt x="411381" y="196126"/>
                  </a:lnTo>
                  <a:lnTo>
                    <a:pt x="409536" y="180473"/>
                  </a:lnTo>
                  <a:lnTo>
                    <a:pt x="412303" y="173107"/>
                  </a:lnTo>
                  <a:lnTo>
                    <a:pt x="425217" y="170344"/>
                  </a:lnTo>
                  <a:lnTo>
                    <a:pt x="439052" y="173107"/>
                  </a:lnTo>
                  <a:lnTo>
                    <a:pt x="440897" y="165740"/>
                  </a:lnTo>
                  <a:lnTo>
                    <a:pt x="434440" y="163898"/>
                  </a:lnTo>
                  <a:lnTo>
                    <a:pt x="436285" y="151928"/>
                  </a:lnTo>
                  <a:lnTo>
                    <a:pt x="451043" y="150087"/>
                  </a:lnTo>
                  <a:lnTo>
                    <a:pt x="461189" y="136275"/>
                  </a:lnTo>
                  <a:lnTo>
                    <a:pt x="471335" y="134434"/>
                  </a:lnTo>
                  <a:lnTo>
                    <a:pt x="480559" y="135354"/>
                  </a:lnTo>
                  <a:lnTo>
                    <a:pt x="483326" y="135354"/>
                  </a:lnTo>
                  <a:lnTo>
                    <a:pt x="481482" y="122463"/>
                  </a:lnTo>
                  <a:lnTo>
                    <a:pt x="470413" y="127067"/>
                  </a:lnTo>
                  <a:lnTo>
                    <a:pt x="466724" y="116939"/>
                  </a:lnTo>
                  <a:lnTo>
                    <a:pt x="460267" y="116018"/>
                  </a:lnTo>
                  <a:lnTo>
                    <a:pt x="459345" y="109572"/>
                  </a:lnTo>
                  <a:lnTo>
                    <a:pt x="463956" y="104048"/>
                  </a:lnTo>
                  <a:lnTo>
                    <a:pt x="476870" y="98523"/>
                  </a:lnTo>
                  <a:lnTo>
                    <a:pt x="480559" y="92998"/>
                  </a:lnTo>
                  <a:cubicBezTo>
                    <a:pt x="431673" y="50643"/>
                    <a:pt x="368029" y="24861"/>
                    <a:pt x="298851" y="24861"/>
                  </a:cubicBezTo>
                  <a:close/>
                  <a:moveTo>
                    <a:pt x="298851" y="0"/>
                  </a:moveTo>
                  <a:cubicBezTo>
                    <a:pt x="376330" y="0"/>
                    <a:pt x="447354" y="29465"/>
                    <a:pt x="499929" y="77345"/>
                  </a:cubicBezTo>
                  <a:cubicBezTo>
                    <a:pt x="504541" y="81949"/>
                    <a:pt x="509153" y="86553"/>
                    <a:pt x="513765" y="91157"/>
                  </a:cubicBezTo>
                  <a:cubicBezTo>
                    <a:pt x="515610" y="92998"/>
                    <a:pt x="516532" y="93919"/>
                    <a:pt x="518377" y="95761"/>
                  </a:cubicBezTo>
                  <a:cubicBezTo>
                    <a:pt x="541436" y="121543"/>
                    <a:pt x="560806" y="150087"/>
                    <a:pt x="574642" y="182315"/>
                  </a:cubicBezTo>
                  <a:cubicBezTo>
                    <a:pt x="575564" y="184156"/>
                    <a:pt x="576487" y="185998"/>
                    <a:pt x="576487" y="187839"/>
                  </a:cubicBezTo>
                  <a:cubicBezTo>
                    <a:pt x="586633" y="213621"/>
                    <a:pt x="594012" y="241244"/>
                    <a:pt x="596779" y="269789"/>
                  </a:cubicBezTo>
                  <a:cubicBezTo>
                    <a:pt x="597701" y="278076"/>
                    <a:pt x="597701" y="286363"/>
                    <a:pt x="597701" y="295570"/>
                  </a:cubicBezTo>
                  <a:cubicBezTo>
                    <a:pt x="597701" y="296491"/>
                    <a:pt x="597701" y="297412"/>
                    <a:pt x="597701" y="298333"/>
                  </a:cubicBezTo>
                  <a:cubicBezTo>
                    <a:pt x="597701" y="315828"/>
                    <a:pt x="596779" y="333322"/>
                    <a:pt x="593089" y="350817"/>
                  </a:cubicBezTo>
                  <a:cubicBezTo>
                    <a:pt x="592167" y="356342"/>
                    <a:pt x="591245" y="362787"/>
                    <a:pt x="589400" y="368312"/>
                  </a:cubicBezTo>
                  <a:cubicBezTo>
                    <a:pt x="583866" y="391331"/>
                    <a:pt x="575564" y="413430"/>
                    <a:pt x="565418" y="433687"/>
                  </a:cubicBezTo>
                  <a:cubicBezTo>
                    <a:pt x="515610" y="530369"/>
                    <a:pt x="415070" y="596665"/>
                    <a:pt x="298851" y="596665"/>
                  </a:cubicBezTo>
                  <a:cubicBezTo>
                    <a:pt x="133745" y="596665"/>
                    <a:pt x="0" y="463152"/>
                    <a:pt x="0" y="298333"/>
                  </a:cubicBezTo>
                  <a:cubicBezTo>
                    <a:pt x="0" y="230195"/>
                    <a:pt x="23059" y="166661"/>
                    <a:pt x="62722" y="116018"/>
                  </a:cubicBezTo>
                  <a:cubicBezTo>
                    <a:pt x="72868" y="103127"/>
                    <a:pt x="83937" y="90236"/>
                    <a:pt x="96850" y="79187"/>
                  </a:cubicBezTo>
                  <a:cubicBezTo>
                    <a:pt x="149425" y="30385"/>
                    <a:pt x="221371" y="0"/>
                    <a:pt x="298851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ï$1iďê"/>
            <p:cNvSpPr/>
            <p:nvPr/>
          </p:nvSpPr>
          <p:spPr>
            <a:xfrm>
              <a:off x="5185483" y="2309192"/>
              <a:ext cx="2499603" cy="2499603"/>
            </a:xfrm>
            <a:prstGeom prst="ellipse">
              <a:avLst/>
            </a:prstGeom>
            <a:ln w="57150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" name="íşľíḓé"/>
            <p:cNvSpPr/>
            <p:nvPr/>
          </p:nvSpPr>
          <p:spPr>
            <a:xfrm>
              <a:off x="4460291" y="1584000"/>
              <a:ext cx="3949987" cy="3949987"/>
            </a:xfrm>
            <a:prstGeom prst="ellipse">
              <a:avLst/>
            </a:prstGeom>
            <a:ln w="9525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" name="îṣḻide"/>
            <p:cNvSpPr txBox="1"/>
            <p:nvPr/>
          </p:nvSpPr>
          <p:spPr>
            <a:xfrm>
              <a:off x="851716" y="2617280"/>
              <a:ext cx="3651386" cy="1883427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b="1" dirty="0"/>
                <a:t>Theme color makes PPT more convenient to change.</a:t>
              </a:r>
              <a:endParaRPr lang="en-US" altLang="zh-CN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600" b="1" dirty="0"/>
            </a:p>
          </p:txBody>
        </p:sp>
        <p:grpSp>
          <p:nvGrpSpPr>
            <p:cNvPr id="11" name="iśḻïďe"/>
            <p:cNvGrpSpPr/>
            <p:nvPr/>
          </p:nvGrpSpPr>
          <p:grpSpPr>
            <a:xfrm>
              <a:off x="7721713" y="3288887"/>
              <a:ext cx="540210" cy="540207"/>
              <a:chOff x="7382429" y="3275578"/>
              <a:chExt cx="540210" cy="540207"/>
            </a:xfrm>
          </p:grpSpPr>
          <p:sp>
            <p:nvSpPr>
              <p:cNvPr id="29" name="ïsḻíḓè"/>
              <p:cNvSpPr/>
              <p:nvPr/>
            </p:nvSpPr>
            <p:spPr>
              <a:xfrm>
                <a:off x="7382429" y="3275578"/>
                <a:ext cx="540210" cy="540207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algn="ctr"/>
                <a:endParaRPr dirty="0"/>
              </a:p>
            </p:txBody>
          </p:sp>
          <p:sp>
            <p:nvSpPr>
              <p:cNvPr id="30" name="ïśļîḑê" title="ry6MHxwOH8WsTKLSa514qPVJnvhhWFnRDjZGIbRZNsFBp"/>
              <p:cNvSpPr/>
              <p:nvPr/>
            </p:nvSpPr>
            <p:spPr bwMode="auto">
              <a:xfrm>
                <a:off x="7508392" y="3441657"/>
                <a:ext cx="288293" cy="208040"/>
              </a:xfrm>
              <a:custGeom>
                <a:avLst/>
                <a:gdLst>
                  <a:gd name="connsiteX0" fmla="*/ 91000 w 605879"/>
                  <a:gd name="connsiteY0" fmla="*/ 173662 h 437224"/>
                  <a:gd name="connsiteX1" fmla="*/ 331193 w 605879"/>
                  <a:gd name="connsiteY1" fmla="*/ 173662 h 437224"/>
                  <a:gd name="connsiteX2" fmla="*/ 342454 w 605879"/>
                  <a:gd name="connsiteY2" fmla="*/ 184882 h 437224"/>
                  <a:gd name="connsiteX3" fmla="*/ 331193 w 605879"/>
                  <a:gd name="connsiteY3" fmla="*/ 196102 h 437224"/>
                  <a:gd name="connsiteX4" fmla="*/ 91000 w 605879"/>
                  <a:gd name="connsiteY4" fmla="*/ 196102 h 437224"/>
                  <a:gd name="connsiteX5" fmla="*/ 79739 w 605879"/>
                  <a:gd name="connsiteY5" fmla="*/ 184882 h 437224"/>
                  <a:gd name="connsiteX6" fmla="*/ 91000 w 605879"/>
                  <a:gd name="connsiteY6" fmla="*/ 173662 h 437224"/>
                  <a:gd name="connsiteX7" fmla="*/ 421630 w 605879"/>
                  <a:gd name="connsiteY7" fmla="*/ 131441 h 437224"/>
                  <a:gd name="connsiteX8" fmla="*/ 423552 w 605879"/>
                  <a:gd name="connsiteY8" fmla="*/ 152274 h 437224"/>
                  <a:gd name="connsiteX9" fmla="*/ 275961 w 605879"/>
                  <a:gd name="connsiteY9" fmla="*/ 300986 h 437224"/>
                  <a:gd name="connsiteX10" fmla="*/ 408175 w 605879"/>
                  <a:gd name="connsiteY10" fmla="*/ 358277 h 437224"/>
                  <a:gd name="connsiteX11" fmla="*/ 418060 w 605879"/>
                  <a:gd name="connsiteY11" fmla="*/ 365267 h 437224"/>
                  <a:gd name="connsiteX12" fmla="*/ 488218 w 605879"/>
                  <a:gd name="connsiteY12" fmla="*/ 410360 h 437224"/>
                  <a:gd name="connsiteX13" fmla="*/ 474214 w 605879"/>
                  <a:gd name="connsiteY13" fmla="*/ 363348 h 437224"/>
                  <a:gd name="connsiteX14" fmla="*/ 482039 w 605879"/>
                  <a:gd name="connsiteY14" fmla="*/ 349916 h 437224"/>
                  <a:gd name="connsiteX15" fmla="*/ 583363 w 605879"/>
                  <a:gd name="connsiteY15" fmla="*/ 244928 h 437224"/>
                  <a:gd name="connsiteX16" fmla="*/ 421630 w 605879"/>
                  <a:gd name="connsiteY16" fmla="*/ 131441 h 437224"/>
                  <a:gd name="connsiteX17" fmla="*/ 75898 w 605879"/>
                  <a:gd name="connsiteY17" fmla="*/ 120173 h 437224"/>
                  <a:gd name="connsiteX18" fmla="*/ 340509 w 605879"/>
                  <a:gd name="connsiteY18" fmla="*/ 120173 h 437224"/>
                  <a:gd name="connsiteX19" fmla="*/ 351769 w 605879"/>
                  <a:gd name="connsiteY19" fmla="*/ 131428 h 437224"/>
                  <a:gd name="connsiteX20" fmla="*/ 340509 w 605879"/>
                  <a:gd name="connsiteY20" fmla="*/ 142683 h 437224"/>
                  <a:gd name="connsiteX21" fmla="*/ 75898 w 605879"/>
                  <a:gd name="connsiteY21" fmla="*/ 142683 h 437224"/>
                  <a:gd name="connsiteX22" fmla="*/ 64638 w 605879"/>
                  <a:gd name="connsiteY22" fmla="*/ 131428 h 437224"/>
                  <a:gd name="connsiteX23" fmla="*/ 75898 w 605879"/>
                  <a:gd name="connsiteY23" fmla="*/ 120173 h 437224"/>
                  <a:gd name="connsiteX24" fmla="*/ 210609 w 605879"/>
                  <a:gd name="connsiteY24" fmla="*/ 22478 h 437224"/>
                  <a:gd name="connsiteX25" fmla="*/ 22516 w 605879"/>
                  <a:gd name="connsiteY25" fmla="*/ 153508 h 437224"/>
                  <a:gd name="connsiteX26" fmla="*/ 139216 w 605879"/>
                  <a:gd name="connsiteY26" fmla="*/ 274807 h 437224"/>
                  <a:gd name="connsiteX27" fmla="*/ 147042 w 605879"/>
                  <a:gd name="connsiteY27" fmla="*/ 288102 h 437224"/>
                  <a:gd name="connsiteX28" fmla="*/ 130017 w 605879"/>
                  <a:gd name="connsiteY28" fmla="*/ 344297 h 437224"/>
                  <a:gd name="connsiteX29" fmla="*/ 214041 w 605879"/>
                  <a:gd name="connsiteY29" fmla="*/ 291254 h 437224"/>
                  <a:gd name="connsiteX30" fmla="*/ 223927 w 605879"/>
                  <a:gd name="connsiteY30" fmla="*/ 284264 h 437224"/>
                  <a:gd name="connsiteX31" fmla="*/ 398839 w 605879"/>
                  <a:gd name="connsiteY31" fmla="*/ 152960 h 437224"/>
                  <a:gd name="connsiteX32" fmla="*/ 369596 w 605879"/>
                  <a:gd name="connsiteY32" fmla="*/ 80592 h 437224"/>
                  <a:gd name="connsiteX33" fmla="*/ 210609 w 605879"/>
                  <a:gd name="connsiteY33" fmla="*/ 22478 h 437224"/>
                  <a:gd name="connsiteX34" fmla="*/ 210609 w 605879"/>
                  <a:gd name="connsiteY34" fmla="*/ 0 h 437224"/>
                  <a:gd name="connsiteX35" fmla="*/ 385796 w 605879"/>
                  <a:gd name="connsiteY35" fmla="*/ 64967 h 437224"/>
                  <a:gd name="connsiteX36" fmla="*/ 414079 w 605879"/>
                  <a:gd name="connsiteY36" fmla="*/ 109100 h 437224"/>
                  <a:gd name="connsiteX37" fmla="*/ 419845 w 605879"/>
                  <a:gd name="connsiteY37" fmla="*/ 108963 h 437224"/>
                  <a:gd name="connsiteX38" fmla="*/ 605879 w 605879"/>
                  <a:gd name="connsiteY38" fmla="*/ 244928 h 437224"/>
                  <a:gd name="connsiteX39" fmla="*/ 498515 w 605879"/>
                  <a:gd name="connsiteY39" fmla="*/ 368420 h 437224"/>
                  <a:gd name="connsiteX40" fmla="*/ 516088 w 605879"/>
                  <a:gd name="connsiteY40" fmla="*/ 414609 h 437224"/>
                  <a:gd name="connsiteX41" fmla="*/ 522953 w 605879"/>
                  <a:gd name="connsiteY41" fmla="*/ 428178 h 437224"/>
                  <a:gd name="connsiteX42" fmla="*/ 510185 w 605879"/>
                  <a:gd name="connsiteY42" fmla="*/ 437224 h 437224"/>
                  <a:gd name="connsiteX43" fmla="*/ 400487 w 605879"/>
                  <a:gd name="connsiteY43" fmla="*/ 380344 h 437224"/>
                  <a:gd name="connsiteX44" fmla="*/ 250836 w 605879"/>
                  <a:gd name="connsiteY44" fmla="*/ 304275 h 437224"/>
                  <a:gd name="connsiteX45" fmla="*/ 231752 w 605879"/>
                  <a:gd name="connsiteY45" fmla="*/ 306331 h 437224"/>
                  <a:gd name="connsiteX46" fmla="*/ 107639 w 605879"/>
                  <a:gd name="connsiteY46" fmla="*/ 371161 h 437224"/>
                  <a:gd name="connsiteX47" fmla="*/ 94596 w 605879"/>
                  <a:gd name="connsiteY47" fmla="*/ 361978 h 437224"/>
                  <a:gd name="connsiteX48" fmla="*/ 102009 w 605879"/>
                  <a:gd name="connsiteY48" fmla="*/ 348135 h 437224"/>
                  <a:gd name="connsiteX49" fmla="*/ 122741 w 605879"/>
                  <a:gd name="connsiteY49" fmla="*/ 293173 h 437224"/>
                  <a:gd name="connsiteX50" fmla="*/ 0 w 605879"/>
                  <a:gd name="connsiteY50" fmla="*/ 153508 h 437224"/>
                  <a:gd name="connsiteX51" fmla="*/ 210609 w 605879"/>
                  <a:gd name="connsiteY51" fmla="*/ 0 h 437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605879" h="437224">
                    <a:moveTo>
                      <a:pt x="91000" y="173662"/>
                    </a:moveTo>
                    <a:lnTo>
                      <a:pt x="331193" y="173662"/>
                    </a:lnTo>
                    <a:cubicBezTo>
                      <a:pt x="337373" y="173662"/>
                      <a:pt x="342454" y="178725"/>
                      <a:pt x="342454" y="184882"/>
                    </a:cubicBezTo>
                    <a:cubicBezTo>
                      <a:pt x="342454" y="191040"/>
                      <a:pt x="337373" y="196102"/>
                      <a:pt x="331193" y="196102"/>
                    </a:cubicBezTo>
                    <a:lnTo>
                      <a:pt x="91000" y="196102"/>
                    </a:lnTo>
                    <a:cubicBezTo>
                      <a:pt x="84683" y="196102"/>
                      <a:pt x="79739" y="191040"/>
                      <a:pt x="79739" y="184882"/>
                    </a:cubicBezTo>
                    <a:cubicBezTo>
                      <a:pt x="79739" y="178725"/>
                      <a:pt x="84683" y="173662"/>
                      <a:pt x="91000" y="173662"/>
                    </a:cubicBezTo>
                    <a:close/>
                    <a:moveTo>
                      <a:pt x="421630" y="131441"/>
                    </a:moveTo>
                    <a:cubicBezTo>
                      <a:pt x="423003" y="138294"/>
                      <a:pt x="423552" y="145284"/>
                      <a:pt x="423552" y="152274"/>
                    </a:cubicBezTo>
                    <a:cubicBezTo>
                      <a:pt x="423552" y="220668"/>
                      <a:pt x="362456" y="281249"/>
                      <a:pt x="275961" y="300986"/>
                    </a:cubicBezTo>
                    <a:cubicBezTo>
                      <a:pt x="302047" y="334017"/>
                      <a:pt x="350924" y="355536"/>
                      <a:pt x="408175" y="358277"/>
                    </a:cubicBezTo>
                    <a:cubicBezTo>
                      <a:pt x="412569" y="358551"/>
                      <a:pt x="416413" y="361293"/>
                      <a:pt x="418060" y="365267"/>
                    </a:cubicBezTo>
                    <a:cubicBezTo>
                      <a:pt x="427259" y="388019"/>
                      <a:pt x="463505" y="403370"/>
                      <a:pt x="488218" y="410360"/>
                    </a:cubicBezTo>
                    <a:cubicBezTo>
                      <a:pt x="483962" y="399944"/>
                      <a:pt x="479156" y="385004"/>
                      <a:pt x="474214" y="363348"/>
                    </a:cubicBezTo>
                    <a:cubicBezTo>
                      <a:pt x="472841" y="357455"/>
                      <a:pt x="476273" y="351698"/>
                      <a:pt x="482039" y="349916"/>
                    </a:cubicBezTo>
                    <a:cubicBezTo>
                      <a:pt x="543685" y="332236"/>
                      <a:pt x="583500" y="290980"/>
                      <a:pt x="583363" y="244928"/>
                    </a:cubicBezTo>
                    <a:cubicBezTo>
                      <a:pt x="583363" y="182839"/>
                      <a:pt x="511009" y="132126"/>
                      <a:pt x="421630" y="131441"/>
                    </a:cubicBezTo>
                    <a:close/>
                    <a:moveTo>
                      <a:pt x="75898" y="120173"/>
                    </a:moveTo>
                    <a:lnTo>
                      <a:pt x="340509" y="120173"/>
                    </a:lnTo>
                    <a:cubicBezTo>
                      <a:pt x="346826" y="120173"/>
                      <a:pt x="351769" y="125114"/>
                      <a:pt x="351769" y="131428"/>
                    </a:cubicBezTo>
                    <a:cubicBezTo>
                      <a:pt x="351769" y="137604"/>
                      <a:pt x="346826" y="142683"/>
                      <a:pt x="340509" y="142683"/>
                    </a:cubicBezTo>
                    <a:lnTo>
                      <a:pt x="75898" y="142683"/>
                    </a:lnTo>
                    <a:cubicBezTo>
                      <a:pt x="69719" y="142683"/>
                      <a:pt x="64638" y="137604"/>
                      <a:pt x="64638" y="131428"/>
                    </a:cubicBezTo>
                    <a:cubicBezTo>
                      <a:pt x="64638" y="125114"/>
                      <a:pt x="69719" y="120173"/>
                      <a:pt x="75898" y="120173"/>
                    </a:cubicBezTo>
                    <a:close/>
                    <a:moveTo>
                      <a:pt x="210609" y="22478"/>
                    </a:moveTo>
                    <a:cubicBezTo>
                      <a:pt x="106952" y="22478"/>
                      <a:pt x="22516" y="81277"/>
                      <a:pt x="22516" y="153508"/>
                    </a:cubicBezTo>
                    <a:cubicBezTo>
                      <a:pt x="22516" y="206688"/>
                      <a:pt x="68372" y="254385"/>
                      <a:pt x="139216" y="274807"/>
                    </a:cubicBezTo>
                    <a:cubicBezTo>
                      <a:pt x="144983" y="276452"/>
                      <a:pt x="148415" y="282208"/>
                      <a:pt x="147042" y="288102"/>
                    </a:cubicBezTo>
                    <a:cubicBezTo>
                      <a:pt x="140864" y="314966"/>
                      <a:pt x="135097" y="332647"/>
                      <a:pt x="130017" y="344297"/>
                    </a:cubicBezTo>
                    <a:cubicBezTo>
                      <a:pt x="158437" y="336622"/>
                      <a:pt x="203058" y="318667"/>
                      <a:pt x="214041" y="291254"/>
                    </a:cubicBezTo>
                    <a:cubicBezTo>
                      <a:pt x="215689" y="287280"/>
                      <a:pt x="219533" y="284538"/>
                      <a:pt x="223927" y="284264"/>
                    </a:cubicBezTo>
                    <a:cubicBezTo>
                      <a:pt x="320170" y="279604"/>
                      <a:pt x="395407" y="223135"/>
                      <a:pt x="398839" y="152960"/>
                    </a:cubicBezTo>
                    <a:cubicBezTo>
                      <a:pt x="400075" y="126918"/>
                      <a:pt x="389915" y="101836"/>
                      <a:pt x="369596" y="80592"/>
                    </a:cubicBezTo>
                    <a:cubicBezTo>
                      <a:pt x="334860" y="44133"/>
                      <a:pt x="275412" y="22478"/>
                      <a:pt x="210609" y="22478"/>
                    </a:cubicBezTo>
                    <a:close/>
                    <a:moveTo>
                      <a:pt x="210609" y="0"/>
                    </a:moveTo>
                    <a:cubicBezTo>
                      <a:pt x="281453" y="0"/>
                      <a:pt x="346942" y="24260"/>
                      <a:pt x="385796" y="64967"/>
                    </a:cubicBezTo>
                    <a:cubicBezTo>
                      <a:pt x="398702" y="78536"/>
                      <a:pt x="408175" y="93338"/>
                      <a:pt x="414079" y="109100"/>
                    </a:cubicBezTo>
                    <a:cubicBezTo>
                      <a:pt x="416001" y="108963"/>
                      <a:pt x="417923" y="108963"/>
                      <a:pt x="419845" y="108963"/>
                    </a:cubicBezTo>
                    <a:cubicBezTo>
                      <a:pt x="522404" y="108963"/>
                      <a:pt x="606016" y="169955"/>
                      <a:pt x="605879" y="244928"/>
                    </a:cubicBezTo>
                    <a:cubicBezTo>
                      <a:pt x="605879" y="298519"/>
                      <a:pt x="564141" y="346079"/>
                      <a:pt x="498515" y="368420"/>
                    </a:cubicBezTo>
                    <a:cubicBezTo>
                      <a:pt x="506066" y="398025"/>
                      <a:pt x="512931" y="412279"/>
                      <a:pt x="516088" y="414609"/>
                    </a:cubicBezTo>
                    <a:cubicBezTo>
                      <a:pt x="524601" y="418858"/>
                      <a:pt x="523228" y="426671"/>
                      <a:pt x="522953" y="428178"/>
                    </a:cubicBezTo>
                    <a:cubicBezTo>
                      <a:pt x="522541" y="429686"/>
                      <a:pt x="520207" y="437224"/>
                      <a:pt x="510185" y="437224"/>
                    </a:cubicBezTo>
                    <a:cubicBezTo>
                      <a:pt x="497828" y="437224"/>
                      <a:pt x="423689" y="421325"/>
                      <a:pt x="400487" y="380344"/>
                    </a:cubicBezTo>
                    <a:cubicBezTo>
                      <a:pt x="333899" y="375410"/>
                      <a:pt x="277746" y="346764"/>
                      <a:pt x="250836" y="304275"/>
                    </a:cubicBezTo>
                    <a:cubicBezTo>
                      <a:pt x="244521" y="305098"/>
                      <a:pt x="238205" y="305783"/>
                      <a:pt x="231752" y="306331"/>
                    </a:cubicBezTo>
                    <a:cubicBezTo>
                      <a:pt x="206216" y="353069"/>
                      <a:pt x="121643" y="371161"/>
                      <a:pt x="107639" y="371161"/>
                    </a:cubicBezTo>
                    <a:cubicBezTo>
                      <a:pt x="97616" y="371161"/>
                      <a:pt x="95145" y="364171"/>
                      <a:pt x="94596" y="361978"/>
                    </a:cubicBezTo>
                    <a:cubicBezTo>
                      <a:pt x="94184" y="360470"/>
                      <a:pt x="92948" y="352658"/>
                      <a:pt x="102009" y="348135"/>
                    </a:cubicBezTo>
                    <a:cubicBezTo>
                      <a:pt x="105030" y="345942"/>
                      <a:pt x="113130" y="331550"/>
                      <a:pt x="122741" y="293173"/>
                    </a:cubicBezTo>
                    <a:cubicBezTo>
                      <a:pt x="47778" y="268228"/>
                      <a:pt x="0" y="214226"/>
                      <a:pt x="0" y="153508"/>
                    </a:cubicBezTo>
                    <a:cubicBezTo>
                      <a:pt x="0" y="68804"/>
                      <a:pt x="94458" y="0"/>
                      <a:pt x="21060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</p:grpSp>
        <p:grpSp>
          <p:nvGrpSpPr>
            <p:cNvPr id="12" name="iṡḻiďê"/>
            <p:cNvGrpSpPr/>
            <p:nvPr/>
          </p:nvGrpSpPr>
          <p:grpSpPr>
            <a:xfrm>
              <a:off x="8543487" y="3197811"/>
              <a:ext cx="2796797" cy="944997"/>
              <a:chOff x="8204203" y="3197812"/>
              <a:chExt cx="2796797" cy="944997"/>
            </a:xfrm>
          </p:grpSpPr>
          <p:sp>
            <p:nvSpPr>
              <p:cNvPr id="27" name="îšļîdè"/>
              <p:cNvSpPr/>
              <p:nvPr/>
            </p:nvSpPr>
            <p:spPr bwMode="auto">
              <a:xfrm>
                <a:off x="8204203" y="3585410"/>
                <a:ext cx="2796797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8" name="isľiďè"/>
              <p:cNvSpPr txBox="1"/>
              <p:nvPr/>
            </p:nvSpPr>
            <p:spPr bwMode="auto">
              <a:xfrm>
                <a:off x="8204203" y="3197812"/>
                <a:ext cx="2796797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3" name="íṡļide"/>
            <p:cNvGrpSpPr/>
            <p:nvPr/>
          </p:nvGrpSpPr>
          <p:grpSpPr>
            <a:xfrm>
              <a:off x="7050335" y="1855075"/>
              <a:ext cx="540210" cy="540207"/>
              <a:chOff x="6711051" y="1855075"/>
              <a:chExt cx="540210" cy="540207"/>
            </a:xfrm>
          </p:grpSpPr>
          <p:sp>
            <p:nvSpPr>
              <p:cNvPr id="25" name="ïṣ1ïďe"/>
              <p:cNvSpPr/>
              <p:nvPr/>
            </p:nvSpPr>
            <p:spPr>
              <a:xfrm>
                <a:off x="6711051" y="1855075"/>
                <a:ext cx="540210" cy="540207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algn="ctr"/>
                <a:endParaRPr dirty="0"/>
              </a:p>
            </p:txBody>
          </p:sp>
          <p:sp>
            <p:nvSpPr>
              <p:cNvPr id="26" name="ïṩ1ïḑè" title="ry6MHxwOH8WsTKLSa514qPVJnvhhWFnRDjZGIbRZNsFBp"/>
              <p:cNvSpPr/>
              <p:nvPr/>
            </p:nvSpPr>
            <p:spPr bwMode="auto">
              <a:xfrm>
                <a:off x="6837009" y="2023885"/>
                <a:ext cx="288293" cy="202584"/>
              </a:xfrm>
              <a:custGeom>
                <a:avLst/>
                <a:gdLst>
                  <a:gd name="connsiteX0" fmla="*/ 450100 w 607639"/>
                  <a:gd name="connsiteY0" fmla="*/ 313203 h 426991"/>
                  <a:gd name="connsiteX1" fmla="*/ 450100 w 607639"/>
                  <a:gd name="connsiteY1" fmla="*/ 403167 h 426991"/>
                  <a:gd name="connsiteX2" fmla="*/ 585744 w 607639"/>
                  <a:gd name="connsiteY2" fmla="*/ 403167 h 426991"/>
                  <a:gd name="connsiteX3" fmla="*/ 586100 w 607639"/>
                  <a:gd name="connsiteY3" fmla="*/ 313203 h 426991"/>
                  <a:gd name="connsiteX4" fmla="*/ 530294 w 607639"/>
                  <a:gd name="connsiteY4" fmla="*/ 313203 h 426991"/>
                  <a:gd name="connsiteX5" fmla="*/ 530116 w 607639"/>
                  <a:gd name="connsiteY5" fmla="*/ 313203 h 426991"/>
                  <a:gd name="connsiteX6" fmla="*/ 529760 w 607639"/>
                  <a:gd name="connsiteY6" fmla="*/ 313203 h 426991"/>
                  <a:gd name="connsiteX7" fmla="*/ 450901 w 607639"/>
                  <a:gd name="connsiteY7" fmla="*/ 313203 h 426991"/>
                  <a:gd name="connsiteX8" fmla="*/ 236309 w 607639"/>
                  <a:gd name="connsiteY8" fmla="*/ 313203 h 426991"/>
                  <a:gd name="connsiteX9" fmla="*/ 236309 w 607639"/>
                  <a:gd name="connsiteY9" fmla="*/ 403167 h 426991"/>
                  <a:gd name="connsiteX10" fmla="*/ 371953 w 607639"/>
                  <a:gd name="connsiteY10" fmla="*/ 403167 h 426991"/>
                  <a:gd name="connsiteX11" fmla="*/ 372754 w 607639"/>
                  <a:gd name="connsiteY11" fmla="*/ 313203 h 426991"/>
                  <a:gd name="connsiteX12" fmla="*/ 237110 w 607639"/>
                  <a:gd name="connsiteY12" fmla="*/ 313203 h 426991"/>
                  <a:gd name="connsiteX13" fmla="*/ 22519 w 607639"/>
                  <a:gd name="connsiteY13" fmla="*/ 313203 h 426991"/>
                  <a:gd name="connsiteX14" fmla="*/ 22519 w 607639"/>
                  <a:gd name="connsiteY14" fmla="*/ 403167 h 426991"/>
                  <a:gd name="connsiteX15" fmla="*/ 158163 w 607639"/>
                  <a:gd name="connsiteY15" fmla="*/ 403167 h 426991"/>
                  <a:gd name="connsiteX16" fmla="*/ 158964 w 607639"/>
                  <a:gd name="connsiteY16" fmla="*/ 313203 h 426991"/>
                  <a:gd name="connsiteX17" fmla="*/ 91498 w 607639"/>
                  <a:gd name="connsiteY17" fmla="*/ 313203 h 426991"/>
                  <a:gd name="connsiteX18" fmla="*/ 91231 w 607639"/>
                  <a:gd name="connsiteY18" fmla="*/ 313203 h 426991"/>
                  <a:gd name="connsiteX19" fmla="*/ 90964 w 607639"/>
                  <a:gd name="connsiteY19" fmla="*/ 313203 h 426991"/>
                  <a:gd name="connsiteX20" fmla="*/ 23320 w 607639"/>
                  <a:gd name="connsiteY20" fmla="*/ 313203 h 426991"/>
                  <a:gd name="connsiteX21" fmla="*/ 91409 w 607639"/>
                  <a:gd name="connsiteY21" fmla="*/ 224751 h 426991"/>
                  <a:gd name="connsiteX22" fmla="*/ 530294 w 607639"/>
                  <a:gd name="connsiteY22" fmla="*/ 224751 h 426991"/>
                  <a:gd name="connsiteX23" fmla="*/ 540084 w 607639"/>
                  <a:gd name="connsiteY23" fmla="*/ 234530 h 426991"/>
                  <a:gd name="connsiteX24" fmla="*/ 540084 w 607639"/>
                  <a:gd name="connsiteY24" fmla="*/ 292135 h 426991"/>
                  <a:gd name="connsiteX25" fmla="*/ 586456 w 607639"/>
                  <a:gd name="connsiteY25" fmla="*/ 292135 h 426991"/>
                  <a:gd name="connsiteX26" fmla="*/ 607639 w 607639"/>
                  <a:gd name="connsiteY26" fmla="*/ 313203 h 426991"/>
                  <a:gd name="connsiteX27" fmla="*/ 607639 w 607639"/>
                  <a:gd name="connsiteY27" fmla="*/ 403167 h 426991"/>
                  <a:gd name="connsiteX28" fmla="*/ 586456 w 607639"/>
                  <a:gd name="connsiteY28" fmla="*/ 426991 h 426991"/>
                  <a:gd name="connsiteX29" fmla="*/ 451524 w 607639"/>
                  <a:gd name="connsiteY29" fmla="*/ 426991 h 426991"/>
                  <a:gd name="connsiteX30" fmla="*/ 427582 w 607639"/>
                  <a:gd name="connsiteY30" fmla="*/ 403167 h 426991"/>
                  <a:gd name="connsiteX31" fmla="*/ 427582 w 607639"/>
                  <a:gd name="connsiteY31" fmla="*/ 313203 h 426991"/>
                  <a:gd name="connsiteX32" fmla="*/ 451524 w 607639"/>
                  <a:gd name="connsiteY32" fmla="*/ 292135 h 426991"/>
                  <a:gd name="connsiteX33" fmla="*/ 517566 w 607639"/>
                  <a:gd name="connsiteY33" fmla="*/ 292135 h 426991"/>
                  <a:gd name="connsiteX34" fmla="*/ 517566 w 607639"/>
                  <a:gd name="connsiteY34" fmla="*/ 247242 h 426991"/>
                  <a:gd name="connsiteX35" fmla="*/ 315079 w 607639"/>
                  <a:gd name="connsiteY35" fmla="*/ 247242 h 426991"/>
                  <a:gd name="connsiteX36" fmla="*/ 315079 w 607639"/>
                  <a:gd name="connsiteY36" fmla="*/ 292135 h 426991"/>
                  <a:gd name="connsiteX37" fmla="*/ 372665 w 607639"/>
                  <a:gd name="connsiteY37" fmla="*/ 292135 h 426991"/>
                  <a:gd name="connsiteX38" fmla="*/ 393849 w 607639"/>
                  <a:gd name="connsiteY38" fmla="*/ 313203 h 426991"/>
                  <a:gd name="connsiteX39" fmla="*/ 393849 w 607639"/>
                  <a:gd name="connsiteY39" fmla="*/ 403167 h 426991"/>
                  <a:gd name="connsiteX40" fmla="*/ 372665 w 607639"/>
                  <a:gd name="connsiteY40" fmla="*/ 426991 h 426991"/>
                  <a:gd name="connsiteX41" fmla="*/ 237733 w 607639"/>
                  <a:gd name="connsiteY41" fmla="*/ 426991 h 426991"/>
                  <a:gd name="connsiteX42" fmla="*/ 213791 w 607639"/>
                  <a:gd name="connsiteY42" fmla="*/ 403167 h 426991"/>
                  <a:gd name="connsiteX43" fmla="*/ 213791 w 607639"/>
                  <a:gd name="connsiteY43" fmla="*/ 313203 h 426991"/>
                  <a:gd name="connsiteX44" fmla="*/ 237733 w 607639"/>
                  <a:gd name="connsiteY44" fmla="*/ 292135 h 426991"/>
                  <a:gd name="connsiteX45" fmla="*/ 292561 w 607639"/>
                  <a:gd name="connsiteY45" fmla="*/ 292135 h 426991"/>
                  <a:gd name="connsiteX46" fmla="*/ 292561 w 607639"/>
                  <a:gd name="connsiteY46" fmla="*/ 247242 h 426991"/>
                  <a:gd name="connsiteX47" fmla="*/ 101288 w 607639"/>
                  <a:gd name="connsiteY47" fmla="*/ 247242 h 426991"/>
                  <a:gd name="connsiteX48" fmla="*/ 101288 w 607639"/>
                  <a:gd name="connsiteY48" fmla="*/ 292135 h 426991"/>
                  <a:gd name="connsiteX49" fmla="*/ 158875 w 607639"/>
                  <a:gd name="connsiteY49" fmla="*/ 292135 h 426991"/>
                  <a:gd name="connsiteX50" fmla="*/ 180058 w 607639"/>
                  <a:gd name="connsiteY50" fmla="*/ 313203 h 426991"/>
                  <a:gd name="connsiteX51" fmla="*/ 180058 w 607639"/>
                  <a:gd name="connsiteY51" fmla="*/ 403167 h 426991"/>
                  <a:gd name="connsiteX52" fmla="*/ 158875 w 607639"/>
                  <a:gd name="connsiteY52" fmla="*/ 426991 h 426991"/>
                  <a:gd name="connsiteX53" fmla="*/ 24032 w 607639"/>
                  <a:gd name="connsiteY53" fmla="*/ 426991 h 426991"/>
                  <a:gd name="connsiteX54" fmla="*/ 0 w 607639"/>
                  <a:gd name="connsiteY54" fmla="*/ 403167 h 426991"/>
                  <a:gd name="connsiteX55" fmla="*/ 0 w 607639"/>
                  <a:gd name="connsiteY55" fmla="*/ 313203 h 426991"/>
                  <a:gd name="connsiteX56" fmla="*/ 24032 w 607639"/>
                  <a:gd name="connsiteY56" fmla="*/ 292135 h 426991"/>
                  <a:gd name="connsiteX57" fmla="*/ 78770 w 607639"/>
                  <a:gd name="connsiteY57" fmla="*/ 292135 h 426991"/>
                  <a:gd name="connsiteX58" fmla="*/ 78770 w 607639"/>
                  <a:gd name="connsiteY58" fmla="*/ 234530 h 426991"/>
                  <a:gd name="connsiteX59" fmla="*/ 91409 w 607639"/>
                  <a:gd name="connsiteY59" fmla="*/ 224751 h 426991"/>
                  <a:gd name="connsiteX60" fmla="*/ 236326 w 607639"/>
                  <a:gd name="connsiteY60" fmla="*/ 21066 h 426991"/>
                  <a:gd name="connsiteX61" fmla="*/ 236326 w 607639"/>
                  <a:gd name="connsiteY61" fmla="*/ 111021 h 426991"/>
                  <a:gd name="connsiteX62" fmla="*/ 371758 w 607639"/>
                  <a:gd name="connsiteY62" fmla="*/ 111021 h 426991"/>
                  <a:gd name="connsiteX63" fmla="*/ 372380 w 607639"/>
                  <a:gd name="connsiteY63" fmla="*/ 21066 h 426991"/>
                  <a:gd name="connsiteX64" fmla="*/ 237127 w 607639"/>
                  <a:gd name="connsiteY64" fmla="*/ 21066 h 426991"/>
                  <a:gd name="connsiteX65" fmla="*/ 237750 w 607639"/>
                  <a:gd name="connsiteY65" fmla="*/ 0 h 426991"/>
                  <a:gd name="connsiteX66" fmla="*/ 372647 w 607639"/>
                  <a:gd name="connsiteY66" fmla="*/ 0 h 426991"/>
                  <a:gd name="connsiteX67" fmla="*/ 393825 w 607639"/>
                  <a:gd name="connsiteY67" fmla="*/ 21066 h 426991"/>
                  <a:gd name="connsiteX68" fmla="*/ 393825 w 607639"/>
                  <a:gd name="connsiteY68" fmla="*/ 111021 h 426991"/>
                  <a:gd name="connsiteX69" fmla="*/ 372647 w 607639"/>
                  <a:gd name="connsiteY69" fmla="*/ 134843 h 426991"/>
                  <a:gd name="connsiteX70" fmla="*/ 315076 w 607639"/>
                  <a:gd name="connsiteY70" fmla="*/ 134843 h 426991"/>
                  <a:gd name="connsiteX71" fmla="*/ 315076 w 607639"/>
                  <a:gd name="connsiteY71" fmla="*/ 191020 h 426991"/>
                  <a:gd name="connsiteX72" fmla="*/ 292563 w 607639"/>
                  <a:gd name="connsiteY72" fmla="*/ 191020 h 426991"/>
                  <a:gd name="connsiteX73" fmla="*/ 292563 w 607639"/>
                  <a:gd name="connsiteY73" fmla="*/ 134843 h 426991"/>
                  <a:gd name="connsiteX74" fmla="*/ 237750 w 607639"/>
                  <a:gd name="connsiteY74" fmla="*/ 134843 h 426991"/>
                  <a:gd name="connsiteX75" fmla="*/ 213813 w 607639"/>
                  <a:gd name="connsiteY75" fmla="*/ 111021 h 426991"/>
                  <a:gd name="connsiteX76" fmla="*/ 213813 w 607639"/>
                  <a:gd name="connsiteY76" fmla="*/ 21066 h 426991"/>
                  <a:gd name="connsiteX77" fmla="*/ 237750 w 607639"/>
                  <a:gd name="connsiteY77" fmla="*/ 0 h 426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607639" h="426991">
                    <a:moveTo>
                      <a:pt x="450100" y="313203"/>
                    </a:moveTo>
                    <a:lnTo>
                      <a:pt x="450100" y="403167"/>
                    </a:lnTo>
                    <a:lnTo>
                      <a:pt x="585744" y="403167"/>
                    </a:lnTo>
                    <a:lnTo>
                      <a:pt x="586100" y="313203"/>
                    </a:lnTo>
                    <a:lnTo>
                      <a:pt x="530294" y="313203"/>
                    </a:lnTo>
                    <a:cubicBezTo>
                      <a:pt x="530294" y="313203"/>
                      <a:pt x="530116" y="313203"/>
                      <a:pt x="530116" y="313203"/>
                    </a:cubicBezTo>
                    <a:cubicBezTo>
                      <a:pt x="530027" y="313203"/>
                      <a:pt x="529849" y="313203"/>
                      <a:pt x="529760" y="313203"/>
                    </a:cubicBezTo>
                    <a:lnTo>
                      <a:pt x="450901" y="313203"/>
                    </a:lnTo>
                    <a:close/>
                    <a:moveTo>
                      <a:pt x="236309" y="313203"/>
                    </a:moveTo>
                    <a:lnTo>
                      <a:pt x="236309" y="403167"/>
                    </a:lnTo>
                    <a:lnTo>
                      <a:pt x="371953" y="403167"/>
                    </a:lnTo>
                    <a:lnTo>
                      <a:pt x="372754" y="313203"/>
                    </a:lnTo>
                    <a:lnTo>
                      <a:pt x="237110" y="313203"/>
                    </a:lnTo>
                    <a:close/>
                    <a:moveTo>
                      <a:pt x="22519" y="313203"/>
                    </a:moveTo>
                    <a:lnTo>
                      <a:pt x="22519" y="403167"/>
                    </a:lnTo>
                    <a:lnTo>
                      <a:pt x="158163" y="403167"/>
                    </a:lnTo>
                    <a:lnTo>
                      <a:pt x="158964" y="313203"/>
                    </a:lnTo>
                    <a:lnTo>
                      <a:pt x="91498" y="313203"/>
                    </a:lnTo>
                    <a:cubicBezTo>
                      <a:pt x="91409" y="313203"/>
                      <a:pt x="91320" y="313203"/>
                      <a:pt x="91231" y="313203"/>
                    </a:cubicBezTo>
                    <a:cubicBezTo>
                      <a:pt x="91231" y="313203"/>
                      <a:pt x="90964" y="313203"/>
                      <a:pt x="90964" y="313203"/>
                    </a:cubicBezTo>
                    <a:lnTo>
                      <a:pt x="23320" y="313203"/>
                    </a:lnTo>
                    <a:close/>
                    <a:moveTo>
                      <a:pt x="91409" y="224751"/>
                    </a:moveTo>
                    <a:lnTo>
                      <a:pt x="530294" y="224751"/>
                    </a:lnTo>
                    <a:cubicBezTo>
                      <a:pt x="536435" y="224751"/>
                      <a:pt x="540084" y="228396"/>
                      <a:pt x="540084" y="234530"/>
                    </a:cubicBezTo>
                    <a:lnTo>
                      <a:pt x="540084" y="292135"/>
                    </a:lnTo>
                    <a:lnTo>
                      <a:pt x="586456" y="292135"/>
                    </a:lnTo>
                    <a:cubicBezTo>
                      <a:pt x="598917" y="292135"/>
                      <a:pt x="607639" y="300847"/>
                      <a:pt x="607639" y="313203"/>
                    </a:cubicBezTo>
                    <a:lnTo>
                      <a:pt x="607639" y="403167"/>
                    </a:lnTo>
                    <a:cubicBezTo>
                      <a:pt x="607639" y="415524"/>
                      <a:pt x="598917" y="426991"/>
                      <a:pt x="586456" y="426991"/>
                    </a:cubicBezTo>
                    <a:lnTo>
                      <a:pt x="451524" y="426991"/>
                    </a:lnTo>
                    <a:cubicBezTo>
                      <a:pt x="439152" y="426991"/>
                      <a:pt x="427582" y="415524"/>
                      <a:pt x="427582" y="403167"/>
                    </a:cubicBezTo>
                    <a:lnTo>
                      <a:pt x="427582" y="313203"/>
                    </a:lnTo>
                    <a:cubicBezTo>
                      <a:pt x="427582" y="300847"/>
                      <a:pt x="439152" y="292135"/>
                      <a:pt x="451524" y="292135"/>
                    </a:cubicBezTo>
                    <a:lnTo>
                      <a:pt x="517566" y="292135"/>
                    </a:lnTo>
                    <a:lnTo>
                      <a:pt x="517566" y="247242"/>
                    </a:lnTo>
                    <a:lnTo>
                      <a:pt x="315079" y="247242"/>
                    </a:lnTo>
                    <a:lnTo>
                      <a:pt x="315079" y="292135"/>
                    </a:lnTo>
                    <a:lnTo>
                      <a:pt x="372665" y="292135"/>
                    </a:lnTo>
                    <a:cubicBezTo>
                      <a:pt x="385126" y="292135"/>
                      <a:pt x="393849" y="300847"/>
                      <a:pt x="393849" y="313203"/>
                    </a:cubicBezTo>
                    <a:lnTo>
                      <a:pt x="393849" y="403167"/>
                    </a:lnTo>
                    <a:cubicBezTo>
                      <a:pt x="393849" y="415524"/>
                      <a:pt x="385126" y="426991"/>
                      <a:pt x="372665" y="426991"/>
                    </a:cubicBezTo>
                    <a:lnTo>
                      <a:pt x="237733" y="426991"/>
                    </a:lnTo>
                    <a:cubicBezTo>
                      <a:pt x="225362" y="426991"/>
                      <a:pt x="213791" y="415524"/>
                      <a:pt x="213791" y="403167"/>
                    </a:cubicBezTo>
                    <a:lnTo>
                      <a:pt x="213791" y="313203"/>
                    </a:lnTo>
                    <a:cubicBezTo>
                      <a:pt x="213791" y="300847"/>
                      <a:pt x="225362" y="292135"/>
                      <a:pt x="237733" y="292135"/>
                    </a:cubicBezTo>
                    <a:lnTo>
                      <a:pt x="292561" y="292135"/>
                    </a:lnTo>
                    <a:lnTo>
                      <a:pt x="292561" y="247242"/>
                    </a:lnTo>
                    <a:lnTo>
                      <a:pt x="101288" y="247242"/>
                    </a:lnTo>
                    <a:lnTo>
                      <a:pt x="101288" y="292135"/>
                    </a:lnTo>
                    <a:lnTo>
                      <a:pt x="158875" y="292135"/>
                    </a:lnTo>
                    <a:cubicBezTo>
                      <a:pt x="171335" y="292135"/>
                      <a:pt x="180058" y="300847"/>
                      <a:pt x="180058" y="313203"/>
                    </a:cubicBezTo>
                    <a:lnTo>
                      <a:pt x="180058" y="403167"/>
                    </a:lnTo>
                    <a:cubicBezTo>
                      <a:pt x="180058" y="415524"/>
                      <a:pt x="171335" y="426991"/>
                      <a:pt x="158875" y="426991"/>
                    </a:cubicBezTo>
                    <a:lnTo>
                      <a:pt x="24032" y="426991"/>
                    </a:lnTo>
                    <a:cubicBezTo>
                      <a:pt x="11571" y="426991"/>
                      <a:pt x="0" y="415524"/>
                      <a:pt x="0" y="403167"/>
                    </a:cubicBezTo>
                    <a:lnTo>
                      <a:pt x="0" y="313203"/>
                    </a:lnTo>
                    <a:cubicBezTo>
                      <a:pt x="0" y="300847"/>
                      <a:pt x="11571" y="292135"/>
                      <a:pt x="24032" y="292135"/>
                    </a:cubicBezTo>
                    <a:lnTo>
                      <a:pt x="78770" y="292135"/>
                    </a:lnTo>
                    <a:lnTo>
                      <a:pt x="78770" y="234530"/>
                    </a:lnTo>
                    <a:cubicBezTo>
                      <a:pt x="78770" y="228396"/>
                      <a:pt x="85178" y="224751"/>
                      <a:pt x="91409" y="224751"/>
                    </a:cubicBezTo>
                    <a:close/>
                    <a:moveTo>
                      <a:pt x="236326" y="21066"/>
                    </a:moveTo>
                    <a:lnTo>
                      <a:pt x="236326" y="111021"/>
                    </a:lnTo>
                    <a:lnTo>
                      <a:pt x="371758" y="111021"/>
                    </a:lnTo>
                    <a:lnTo>
                      <a:pt x="372380" y="21066"/>
                    </a:lnTo>
                    <a:lnTo>
                      <a:pt x="237127" y="21066"/>
                    </a:lnTo>
                    <a:close/>
                    <a:moveTo>
                      <a:pt x="237750" y="0"/>
                    </a:moveTo>
                    <a:lnTo>
                      <a:pt x="372647" y="0"/>
                    </a:lnTo>
                    <a:cubicBezTo>
                      <a:pt x="385105" y="0"/>
                      <a:pt x="393825" y="8711"/>
                      <a:pt x="393825" y="21066"/>
                    </a:cubicBezTo>
                    <a:lnTo>
                      <a:pt x="393825" y="111021"/>
                    </a:lnTo>
                    <a:cubicBezTo>
                      <a:pt x="393825" y="123376"/>
                      <a:pt x="385105" y="134843"/>
                      <a:pt x="372647" y="134843"/>
                    </a:cubicBezTo>
                    <a:lnTo>
                      <a:pt x="315076" y="134843"/>
                    </a:lnTo>
                    <a:lnTo>
                      <a:pt x="315076" y="191020"/>
                    </a:lnTo>
                    <a:lnTo>
                      <a:pt x="292563" y="191020"/>
                    </a:lnTo>
                    <a:lnTo>
                      <a:pt x="292563" y="134843"/>
                    </a:lnTo>
                    <a:lnTo>
                      <a:pt x="237750" y="134843"/>
                    </a:lnTo>
                    <a:cubicBezTo>
                      <a:pt x="225381" y="134843"/>
                      <a:pt x="213813" y="123376"/>
                      <a:pt x="213813" y="111021"/>
                    </a:cubicBezTo>
                    <a:lnTo>
                      <a:pt x="213813" y="21066"/>
                    </a:lnTo>
                    <a:cubicBezTo>
                      <a:pt x="213813" y="8711"/>
                      <a:pt x="225381" y="0"/>
                      <a:pt x="2377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</p:grpSp>
        <p:grpSp>
          <p:nvGrpSpPr>
            <p:cNvPr id="14" name="iṧlíḑe"/>
            <p:cNvGrpSpPr/>
            <p:nvPr/>
          </p:nvGrpSpPr>
          <p:grpSpPr>
            <a:xfrm>
              <a:off x="8093476" y="1764000"/>
              <a:ext cx="2796797" cy="944997"/>
              <a:chOff x="7922635" y="1933812"/>
              <a:chExt cx="2796797" cy="944997"/>
            </a:xfrm>
          </p:grpSpPr>
          <p:sp>
            <p:nvSpPr>
              <p:cNvPr id="23" name="íṣľïḋé"/>
              <p:cNvSpPr/>
              <p:nvPr/>
            </p:nvSpPr>
            <p:spPr bwMode="auto">
              <a:xfrm>
                <a:off x="7922635" y="2321410"/>
                <a:ext cx="2796797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4" name="iṧlîḑê"/>
              <p:cNvSpPr txBox="1"/>
              <p:nvPr/>
            </p:nvSpPr>
            <p:spPr bwMode="auto">
              <a:xfrm>
                <a:off x="7922635" y="1933812"/>
                <a:ext cx="2796797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5" name="iṣ1iďê"/>
            <p:cNvGrpSpPr/>
            <p:nvPr/>
          </p:nvGrpSpPr>
          <p:grpSpPr>
            <a:xfrm>
              <a:off x="7050344" y="4722698"/>
              <a:ext cx="540211" cy="540207"/>
              <a:chOff x="6711060" y="4722698"/>
              <a:chExt cx="540211" cy="540207"/>
            </a:xfrm>
          </p:grpSpPr>
          <p:sp>
            <p:nvSpPr>
              <p:cNvPr id="21" name="ïSļíďê"/>
              <p:cNvSpPr/>
              <p:nvPr/>
            </p:nvSpPr>
            <p:spPr>
              <a:xfrm>
                <a:off x="6711060" y="4722698"/>
                <a:ext cx="540211" cy="540207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algn="ctr"/>
                <a:endParaRPr dirty="0"/>
              </a:p>
            </p:txBody>
          </p:sp>
          <p:sp>
            <p:nvSpPr>
              <p:cNvPr id="22" name="ïṣlîḋe" title="ry6MHxwOH8WsTKLSa514qPVJnvhhWFnRDjZGIbRZNsFBp"/>
              <p:cNvSpPr/>
              <p:nvPr/>
            </p:nvSpPr>
            <p:spPr bwMode="auto">
              <a:xfrm>
                <a:off x="6837029" y="4894436"/>
                <a:ext cx="288293" cy="196723"/>
              </a:xfrm>
              <a:custGeom>
                <a:avLst/>
                <a:gdLst>
                  <a:gd name="connsiteX0" fmla="*/ 20293 w 607639"/>
                  <a:gd name="connsiteY0" fmla="*/ 364067 h 414642"/>
                  <a:gd name="connsiteX1" fmla="*/ 20293 w 607639"/>
                  <a:gd name="connsiteY1" fmla="*/ 384244 h 414642"/>
                  <a:gd name="connsiteX2" fmla="*/ 30351 w 607639"/>
                  <a:gd name="connsiteY2" fmla="*/ 394377 h 414642"/>
                  <a:gd name="connsiteX3" fmla="*/ 577199 w 607639"/>
                  <a:gd name="connsiteY3" fmla="*/ 394377 h 414642"/>
                  <a:gd name="connsiteX4" fmla="*/ 587346 w 607639"/>
                  <a:gd name="connsiteY4" fmla="*/ 384244 h 414642"/>
                  <a:gd name="connsiteX5" fmla="*/ 587346 w 607639"/>
                  <a:gd name="connsiteY5" fmla="*/ 364067 h 414642"/>
                  <a:gd name="connsiteX6" fmla="*/ 556995 w 607639"/>
                  <a:gd name="connsiteY6" fmla="*/ 364067 h 414642"/>
                  <a:gd name="connsiteX7" fmla="*/ 394916 w 607639"/>
                  <a:gd name="connsiteY7" fmla="*/ 364067 h 414642"/>
                  <a:gd name="connsiteX8" fmla="*/ 394916 w 607639"/>
                  <a:gd name="connsiteY8" fmla="*/ 374200 h 414642"/>
                  <a:gd name="connsiteX9" fmla="*/ 384859 w 607639"/>
                  <a:gd name="connsiteY9" fmla="*/ 384244 h 414642"/>
                  <a:gd name="connsiteX10" fmla="*/ 222780 w 607639"/>
                  <a:gd name="connsiteY10" fmla="*/ 384244 h 414642"/>
                  <a:gd name="connsiteX11" fmla="*/ 212634 w 607639"/>
                  <a:gd name="connsiteY11" fmla="*/ 374200 h 414642"/>
                  <a:gd name="connsiteX12" fmla="*/ 212634 w 607639"/>
                  <a:gd name="connsiteY12" fmla="*/ 364067 h 414642"/>
                  <a:gd name="connsiteX13" fmla="*/ 50644 w 607639"/>
                  <a:gd name="connsiteY13" fmla="*/ 364067 h 414642"/>
                  <a:gd name="connsiteX14" fmla="*/ 141754 w 607639"/>
                  <a:gd name="connsiteY14" fmla="*/ 232583 h 414642"/>
                  <a:gd name="connsiteX15" fmla="*/ 161961 w 607639"/>
                  <a:gd name="connsiteY15" fmla="*/ 232583 h 414642"/>
                  <a:gd name="connsiteX16" fmla="*/ 172110 w 607639"/>
                  <a:gd name="connsiteY16" fmla="*/ 242719 h 414642"/>
                  <a:gd name="connsiteX17" fmla="*/ 161961 w 607639"/>
                  <a:gd name="connsiteY17" fmla="*/ 252765 h 414642"/>
                  <a:gd name="connsiteX18" fmla="*/ 141754 w 607639"/>
                  <a:gd name="connsiteY18" fmla="*/ 252765 h 414642"/>
                  <a:gd name="connsiteX19" fmla="*/ 131605 w 607639"/>
                  <a:gd name="connsiteY19" fmla="*/ 242719 h 414642"/>
                  <a:gd name="connsiteX20" fmla="*/ 141754 w 607639"/>
                  <a:gd name="connsiteY20" fmla="*/ 232583 h 414642"/>
                  <a:gd name="connsiteX21" fmla="*/ 141758 w 607639"/>
                  <a:gd name="connsiteY21" fmla="*/ 192149 h 414642"/>
                  <a:gd name="connsiteX22" fmla="*/ 182279 w 607639"/>
                  <a:gd name="connsiteY22" fmla="*/ 192149 h 414642"/>
                  <a:gd name="connsiteX23" fmla="*/ 192432 w 607639"/>
                  <a:gd name="connsiteY23" fmla="*/ 202196 h 414642"/>
                  <a:gd name="connsiteX24" fmla="*/ 182279 w 607639"/>
                  <a:gd name="connsiteY24" fmla="*/ 212331 h 414642"/>
                  <a:gd name="connsiteX25" fmla="*/ 141758 w 607639"/>
                  <a:gd name="connsiteY25" fmla="*/ 212331 h 414642"/>
                  <a:gd name="connsiteX26" fmla="*/ 131605 w 607639"/>
                  <a:gd name="connsiteY26" fmla="*/ 202196 h 414642"/>
                  <a:gd name="connsiteX27" fmla="*/ 141758 w 607639"/>
                  <a:gd name="connsiteY27" fmla="*/ 192149 h 414642"/>
                  <a:gd name="connsiteX28" fmla="*/ 141754 w 607639"/>
                  <a:gd name="connsiteY28" fmla="*/ 151716 h 414642"/>
                  <a:gd name="connsiteX29" fmla="*/ 161961 w 607639"/>
                  <a:gd name="connsiteY29" fmla="*/ 151716 h 414642"/>
                  <a:gd name="connsiteX30" fmla="*/ 172110 w 607639"/>
                  <a:gd name="connsiteY30" fmla="*/ 161763 h 414642"/>
                  <a:gd name="connsiteX31" fmla="*/ 161961 w 607639"/>
                  <a:gd name="connsiteY31" fmla="*/ 171898 h 414642"/>
                  <a:gd name="connsiteX32" fmla="*/ 141754 w 607639"/>
                  <a:gd name="connsiteY32" fmla="*/ 171898 h 414642"/>
                  <a:gd name="connsiteX33" fmla="*/ 131605 w 607639"/>
                  <a:gd name="connsiteY33" fmla="*/ 161763 h 414642"/>
                  <a:gd name="connsiteX34" fmla="*/ 141754 w 607639"/>
                  <a:gd name="connsiteY34" fmla="*/ 151716 h 414642"/>
                  <a:gd name="connsiteX35" fmla="*/ 141758 w 607639"/>
                  <a:gd name="connsiteY35" fmla="*/ 111211 h 414642"/>
                  <a:gd name="connsiteX36" fmla="*/ 182279 w 607639"/>
                  <a:gd name="connsiteY36" fmla="*/ 111211 h 414642"/>
                  <a:gd name="connsiteX37" fmla="*/ 192432 w 607639"/>
                  <a:gd name="connsiteY37" fmla="*/ 121337 h 414642"/>
                  <a:gd name="connsiteX38" fmla="*/ 182279 w 607639"/>
                  <a:gd name="connsiteY38" fmla="*/ 131463 h 414642"/>
                  <a:gd name="connsiteX39" fmla="*/ 141758 w 607639"/>
                  <a:gd name="connsiteY39" fmla="*/ 131463 h 414642"/>
                  <a:gd name="connsiteX40" fmla="*/ 131605 w 607639"/>
                  <a:gd name="connsiteY40" fmla="*/ 121337 h 414642"/>
                  <a:gd name="connsiteX41" fmla="*/ 141758 w 607639"/>
                  <a:gd name="connsiteY41" fmla="*/ 111211 h 414642"/>
                  <a:gd name="connsiteX42" fmla="*/ 425367 w 607639"/>
                  <a:gd name="connsiteY42" fmla="*/ 101191 h 414642"/>
                  <a:gd name="connsiteX43" fmla="*/ 496228 w 607639"/>
                  <a:gd name="connsiteY43" fmla="*/ 101191 h 414642"/>
                  <a:gd name="connsiteX44" fmla="*/ 506377 w 607639"/>
                  <a:gd name="connsiteY44" fmla="*/ 111231 h 414642"/>
                  <a:gd name="connsiteX45" fmla="*/ 506377 w 607639"/>
                  <a:gd name="connsiteY45" fmla="*/ 182042 h 414642"/>
                  <a:gd name="connsiteX46" fmla="*/ 496228 w 607639"/>
                  <a:gd name="connsiteY46" fmla="*/ 192171 h 414642"/>
                  <a:gd name="connsiteX47" fmla="*/ 486080 w 607639"/>
                  <a:gd name="connsiteY47" fmla="*/ 182042 h 414642"/>
                  <a:gd name="connsiteX48" fmla="*/ 486080 w 607639"/>
                  <a:gd name="connsiteY48" fmla="*/ 135575 h 414642"/>
                  <a:gd name="connsiteX49" fmla="*/ 402043 w 607639"/>
                  <a:gd name="connsiteY49" fmla="*/ 219447 h 414642"/>
                  <a:gd name="connsiteX50" fmla="*/ 394921 w 607639"/>
                  <a:gd name="connsiteY50" fmla="*/ 222468 h 414642"/>
                  <a:gd name="connsiteX51" fmla="*/ 387889 w 607639"/>
                  <a:gd name="connsiteY51" fmla="*/ 219447 h 414642"/>
                  <a:gd name="connsiteX52" fmla="*/ 344268 w 607639"/>
                  <a:gd name="connsiteY52" fmla="*/ 176001 h 414642"/>
                  <a:gd name="connsiteX53" fmla="*/ 270380 w 607639"/>
                  <a:gd name="connsiteY53" fmla="*/ 249744 h 414642"/>
                  <a:gd name="connsiteX54" fmla="*/ 263258 w 607639"/>
                  <a:gd name="connsiteY54" fmla="*/ 252765 h 414642"/>
                  <a:gd name="connsiteX55" fmla="*/ 256225 w 607639"/>
                  <a:gd name="connsiteY55" fmla="*/ 249744 h 414642"/>
                  <a:gd name="connsiteX56" fmla="*/ 256225 w 607639"/>
                  <a:gd name="connsiteY56" fmla="*/ 235617 h 414642"/>
                  <a:gd name="connsiteX57" fmla="*/ 337235 w 607639"/>
                  <a:gd name="connsiteY57" fmla="*/ 154766 h 414642"/>
                  <a:gd name="connsiteX58" fmla="*/ 338837 w 607639"/>
                  <a:gd name="connsiteY58" fmla="*/ 153433 h 414642"/>
                  <a:gd name="connsiteX59" fmla="*/ 340618 w 607639"/>
                  <a:gd name="connsiteY59" fmla="*/ 152456 h 414642"/>
                  <a:gd name="connsiteX60" fmla="*/ 341508 w 607639"/>
                  <a:gd name="connsiteY60" fmla="*/ 152101 h 414642"/>
                  <a:gd name="connsiteX61" fmla="*/ 343378 w 607639"/>
                  <a:gd name="connsiteY61" fmla="*/ 151745 h 414642"/>
                  <a:gd name="connsiteX62" fmla="*/ 344268 w 607639"/>
                  <a:gd name="connsiteY62" fmla="*/ 151745 h 414642"/>
                  <a:gd name="connsiteX63" fmla="*/ 346226 w 607639"/>
                  <a:gd name="connsiteY63" fmla="*/ 151923 h 414642"/>
                  <a:gd name="connsiteX64" fmla="*/ 351390 w 607639"/>
                  <a:gd name="connsiteY64" fmla="*/ 154766 h 414642"/>
                  <a:gd name="connsiteX65" fmla="*/ 394921 w 607639"/>
                  <a:gd name="connsiteY65" fmla="*/ 198213 h 414642"/>
                  <a:gd name="connsiteX66" fmla="*/ 471925 w 607639"/>
                  <a:gd name="connsiteY66" fmla="*/ 121359 h 414642"/>
                  <a:gd name="connsiteX67" fmla="*/ 425367 w 607639"/>
                  <a:gd name="connsiteY67" fmla="*/ 121359 h 414642"/>
                  <a:gd name="connsiteX68" fmla="*/ 415218 w 607639"/>
                  <a:gd name="connsiteY68" fmla="*/ 111231 h 414642"/>
                  <a:gd name="connsiteX69" fmla="*/ 425367 w 607639"/>
                  <a:gd name="connsiteY69" fmla="*/ 101191 h 414642"/>
                  <a:gd name="connsiteX70" fmla="*/ 101297 w 607639"/>
                  <a:gd name="connsiteY70" fmla="*/ 91029 h 414642"/>
                  <a:gd name="connsiteX71" fmla="*/ 111423 w 607639"/>
                  <a:gd name="connsiteY71" fmla="*/ 101159 h 414642"/>
                  <a:gd name="connsiteX72" fmla="*/ 111423 w 607639"/>
                  <a:gd name="connsiteY72" fmla="*/ 262887 h 414642"/>
                  <a:gd name="connsiteX73" fmla="*/ 101297 w 607639"/>
                  <a:gd name="connsiteY73" fmla="*/ 273017 h 414642"/>
                  <a:gd name="connsiteX74" fmla="*/ 91171 w 607639"/>
                  <a:gd name="connsiteY74" fmla="*/ 262887 h 414642"/>
                  <a:gd name="connsiteX75" fmla="*/ 91171 w 607639"/>
                  <a:gd name="connsiteY75" fmla="*/ 101159 h 414642"/>
                  <a:gd name="connsiteX76" fmla="*/ 101297 w 607639"/>
                  <a:gd name="connsiteY76" fmla="*/ 91029 h 414642"/>
                  <a:gd name="connsiteX77" fmla="*/ 70848 w 607639"/>
                  <a:gd name="connsiteY77" fmla="*/ 20177 h 414642"/>
                  <a:gd name="connsiteX78" fmla="*/ 60791 w 607639"/>
                  <a:gd name="connsiteY78" fmla="*/ 30309 h 414642"/>
                  <a:gd name="connsiteX79" fmla="*/ 60791 w 607639"/>
                  <a:gd name="connsiteY79" fmla="*/ 343802 h 414642"/>
                  <a:gd name="connsiteX80" fmla="*/ 222780 w 607639"/>
                  <a:gd name="connsiteY80" fmla="*/ 343802 h 414642"/>
                  <a:gd name="connsiteX81" fmla="*/ 232927 w 607639"/>
                  <a:gd name="connsiteY81" fmla="*/ 353935 h 414642"/>
                  <a:gd name="connsiteX82" fmla="*/ 232927 w 607639"/>
                  <a:gd name="connsiteY82" fmla="*/ 364067 h 414642"/>
                  <a:gd name="connsiteX83" fmla="*/ 374712 w 607639"/>
                  <a:gd name="connsiteY83" fmla="*/ 364067 h 414642"/>
                  <a:gd name="connsiteX84" fmla="*/ 374712 w 607639"/>
                  <a:gd name="connsiteY84" fmla="*/ 353935 h 414642"/>
                  <a:gd name="connsiteX85" fmla="*/ 384859 w 607639"/>
                  <a:gd name="connsiteY85" fmla="*/ 343802 h 414642"/>
                  <a:gd name="connsiteX86" fmla="*/ 546848 w 607639"/>
                  <a:gd name="connsiteY86" fmla="*/ 343802 h 414642"/>
                  <a:gd name="connsiteX87" fmla="*/ 546848 w 607639"/>
                  <a:gd name="connsiteY87" fmla="*/ 30309 h 414642"/>
                  <a:gd name="connsiteX88" fmla="*/ 536702 w 607639"/>
                  <a:gd name="connsiteY88" fmla="*/ 20177 h 414642"/>
                  <a:gd name="connsiteX89" fmla="*/ 70848 w 607639"/>
                  <a:gd name="connsiteY89" fmla="*/ 0 h 414642"/>
                  <a:gd name="connsiteX90" fmla="*/ 536702 w 607639"/>
                  <a:gd name="connsiteY90" fmla="*/ 0 h 414642"/>
                  <a:gd name="connsiteX91" fmla="*/ 567142 w 607639"/>
                  <a:gd name="connsiteY91" fmla="*/ 30309 h 414642"/>
                  <a:gd name="connsiteX92" fmla="*/ 567142 w 607639"/>
                  <a:gd name="connsiteY92" fmla="*/ 343802 h 414642"/>
                  <a:gd name="connsiteX93" fmla="*/ 597492 w 607639"/>
                  <a:gd name="connsiteY93" fmla="*/ 343802 h 414642"/>
                  <a:gd name="connsiteX94" fmla="*/ 607639 w 607639"/>
                  <a:gd name="connsiteY94" fmla="*/ 353935 h 414642"/>
                  <a:gd name="connsiteX95" fmla="*/ 607639 w 607639"/>
                  <a:gd name="connsiteY95" fmla="*/ 384244 h 414642"/>
                  <a:gd name="connsiteX96" fmla="*/ 577199 w 607639"/>
                  <a:gd name="connsiteY96" fmla="*/ 414642 h 414642"/>
                  <a:gd name="connsiteX97" fmla="*/ 30351 w 607639"/>
                  <a:gd name="connsiteY97" fmla="*/ 414642 h 414642"/>
                  <a:gd name="connsiteX98" fmla="*/ 0 w 607639"/>
                  <a:gd name="connsiteY98" fmla="*/ 384244 h 414642"/>
                  <a:gd name="connsiteX99" fmla="*/ 0 w 607639"/>
                  <a:gd name="connsiteY99" fmla="*/ 353935 h 414642"/>
                  <a:gd name="connsiteX100" fmla="*/ 10147 w 607639"/>
                  <a:gd name="connsiteY100" fmla="*/ 343802 h 414642"/>
                  <a:gd name="connsiteX101" fmla="*/ 40497 w 607639"/>
                  <a:gd name="connsiteY101" fmla="*/ 343802 h 414642"/>
                  <a:gd name="connsiteX102" fmla="*/ 40497 w 607639"/>
                  <a:gd name="connsiteY102" fmla="*/ 30309 h 414642"/>
                  <a:gd name="connsiteX103" fmla="*/ 70848 w 607639"/>
                  <a:gd name="connsiteY103" fmla="*/ 0 h 41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607639" h="414642">
                    <a:moveTo>
                      <a:pt x="20293" y="364067"/>
                    </a:moveTo>
                    <a:lnTo>
                      <a:pt x="20293" y="384244"/>
                    </a:lnTo>
                    <a:cubicBezTo>
                      <a:pt x="20293" y="390377"/>
                      <a:pt x="24298" y="394377"/>
                      <a:pt x="30351" y="394377"/>
                    </a:cubicBezTo>
                    <a:lnTo>
                      <a:pt x="577199" y="394377"/>
                    </a:lnTo>
                    <a:cubicBezTo>
                      <a:pt x="583341" y="394377"/>
                      <a:pt x="587346" y="390377"/>
                      <a:pt x="587346" y="384244"/>
                    </a:cubicBezTo>
                    <a:lnTo>
                      <a:pt x="587346" y="364067"/>
                    </a:lnTo>
                    <a:lnTo>
                      <a:pt x="556995" y="364067"/>
                    </a:lnTo>
                    <a:lnTo>
                      <a:pt x="394916" y="364067"/>
                    </a:lnTo>
                    <a:lnTo>
                      <a:pt x="394916" y="374200"/>
                    </a:lnTo>
                    <a:cubicBezTo>
                      <a:pt x="394916" y="380244"/>
                      <a:pt x="390911" y="384244"/>
                      <a:pt x="384859" y="384244"/>
                    </a:cubicBezTo>
                    <a:lnTo>
                      <a:pt x="222780" y="384244"/>
                    </a:lnTo>
                    <a:cubicBezTo>
                      <a:pt x="216728" y="384244"/>
                      <a:pt x="212634" y="380244"/>
                      <a:pt x="212634" y="374200"/>
                    </a:cubicBezTo>
                    <a:lnTo>
                      <a:pt x="212634" y="364067"/>
                    </a:lnTo>
                    <a:lnTo>
                      <a:pt x="50644" y="364067"/>
                    </a:lnTo>
                    <a:close/>
                    <a:moveTo>
                      <a:pt x="141754" y="232583"/>
                    </a:moveTo>
                    <a:lnTo>
                      <a:pt x="161961" y="232583"/>
                    </a:lnTo>
                    <a:cubicBezTo>
                      <a:pt x="168104" y="232583"/>
                      <a:pt x="172110" y="236584"/>
                      <a:pt x="172110" y="242719"/>
                    </a:cubicBezTo>
                    <a:cubicBezTo>
                      <a:pt x="172110" y="248764"/>
                      <a:pt x="168104" y="252765"/>
                      <a:pt x="161961" y="252765"/>
                    </a:cubicBezTo>
                    <a:lnTo>
                      <a:pt x="141754" y="252765"/>
                    </a:lnTo>
                    <a:cubicBezTo>
                      <a:pt x="135700" y="252765"/>
                      <a:pt x="131605" y="248764"/>
                      <a:pt x="131605" y="242719"/>
                    </a:cubicBezTo>
                    <a:cubicBezTo>
                      <a:pt x="131605" y="236584"/>
                      <a:pt x="135700" y="232583"/>
                      <a:pt x="141754" y="232583"/>
                    </a:cubicBezTo>
                    <a:close/>
                    <a:moveTo>
                      <a:pt x="141758" y="192149"/>
                    </a:moveTo>
                    <a:lnTo>
                      <a:pt x="182279" y="192149"/>
                    </a:lnTo>
                    <a:cubicBezTo>
                      <a:pt x="188335" y="192149"/>
                      <a:pt x="192432" y="196150"/>
                      <a:pt x="192432" y="202196"/>
                    </a:cubicBezTo>
                    <a:cubicBezTo>
                      <a:pt x="192432" y="208330"/>
                      <a:pt x="188335" y="212331"/>
                      <a:pt x="182279" y="212331"/>
                    </a:cubicBezTo>
                    <a:lnTo>
                      <a:pt x="141758" y="212331"/>
                    </a:lnTo>
                    <a:cubicBezTo>
                      <a:pt x="135702" y="212331"/>
                      <a:pt x="131605" y="208330"/>
                      <a:pt x="131605" y="202196"/>
                    </a:cubicBezTo>
                    <a:cubicBezTo>
                      <a:pt x="131605" y="196150"/>
                      <a:pt x="135702" y="192149"/>
                      <a:pt x="141758" y="192149"/>
                    </a:cubicBezTo>
                    <a:close/>
                    <a:moveTo>
                      <a:pt x="141754" y="151716"/>
                    </a:moveTo>
                    <a:lnTo>
                      <a:pt x="161961" y="151716"/>
                    </a:lnTo>
                    <a:cubicBezTo>
                      <a:pt x="168104" y="151716"/>
                      <a:pt x="172110" y="155717"/>
                      <a:pt x="172110" y="161763"/>
                    </a:cubicBezTo>
                    <a:cubicBezTo>
                      <a:pt x="172110" y="167897"/>
                      <a:pt x="168104" y="171898"/>
                      <a:pt x="161961" y="171898"/>
                    </a:cubicBezTo>
                    <a:lnTo>
                      <a:pt x="141754" y="171898"/>
                    </a:lnTo>
                    <a:cubicBezTo>
                      <a:pt x="135700" y="171898"/>
                      <a:pt x="131605" y="167897"/>
                      <a:pt x="131605" y="161763"/>
                    </a:cubicBezTo>
                    <a:cubicBezTo>
                      <a:pt x="131605" y="155717"/>
                      <a:pt x="135700" y="151716"/>
                      <a:pt x="141754" y="151716"/>
                    </a:cubicBezTo>
                    <a:close/>
                    <a:moveTo>
                      <a:pt x="141758" y="111211"/>
                    </a:moveTo>
                    <a:lnTo>
                      <a:pt x="182279" y="111211"/>
                    </a:lnTo>
                    <a:cubicBezTo>
                      <a:pt x="188335" y="111211"/>
                      <a:pt x="192432" y="115297"/>
                      <a:pt x="192432" y="121337"/>
                    </a:cubicBezTo>
                    <a:cubicBezTo>
                      <a:pt x="192432" y="127377"/>
                      <a:pt x="188335" y="131463"/>
                      <a:pt x="182279" y="131463"/>
                    </a:cubicBezTo>
                    <a:lnTo>
                      <a:pt x="141758" y="131463"/>
                    </a:lnTo>
                    <a:cubicBezTo>
                      <a:pt x="135702" y="131463"/>
                      <a:pt x="131605" y="127377"/>
                      <a:pt x="131605" y="121337"/>
                    </a:cubicBezTo>
                    <a:cubicBezTo>
                      <a:pt x="131605" y="115297"/>
                      <a:pt x="135702" y="111211"/>
                      <a:pt x="141758" y="111211"/>
                    </a:cubicBezTo>
                    <a:close/>
                    <a:moveTo>
                      <a:pt x="425367" y="101191"/>
                    </a:moveTo>
                    <a:lnTo>
                      <a:pt x="496228" y="101191"/>
                    </a:lnTo>
                    <a:cubicBezTo>
                      <a:pt x="502282" y="101191"/>
                      <a:pt x="506377" y="105189"/>
                      <a:pt x="506377" y="111231"/>
                    </a:cubicBezTo>
                    <a:lnTo>
                      <a:pt x="506377" y="182042"/>
                    </a:lnTo>
                    <a:cubicBezTo>
                      <a:pt x="506377" y="188084"/>
                      <a:pt x="502282" y="192171"/>
                      <a:pt x="496228" y="192171"/>
                    </a:cubicBezTo>
                    <a:cubicBezTo>
                      <a:pt x="490175" y="192171"/>
                      <a:pt x="486080" y="188084"/>
                      <a:pt x="486080" y="182042"/>
                    </a:cubicBezTo>
                    <a:lnTo>
                      <a:pt x="486080" y="135575"/>
                    </a:lnTo>
                    <a:lnTo>
                      <a:pt x="402043" y="219447"/>
                    </a:lnTo>
                    <a:cubicBezTo>
                      <a:pt x="399996" y="221491"/>
                      <a:pt x="397948" y="222468"/>
                      <a:pt x="394921" y="222468"/>
                    </a:cubicBezTo>
                    <a:cubicBezTo>
                      <a:pt x="391895" y="222468"/>
                      <a:pt x="389847" y="221491"/>
                      <a:pt x="387889" y="219447"/>
                    </a:cubicBezTo>
                    <a:lnTo>
                      <a:pt x="344268" y="176001"/>
                    </a:lnTo>
                    <a:lnTo>
                      <a:pt x="270380" y="249744"/>
                    </a:lnTo>
                    <a:cubicBezTo>
                      <a:pt x="268332" y="251788"/>
                      <a:pt x="266285" y="252765"/>
                      <a:pt x="263258" y="252765"/>
                    </a:cubicBezTo>
                    <a:cubicBezTo>
                      <a:pt x="260231" y="252765"/>
                      <a:pt x="258184" y="251788"/>
                      <a:pt x="256225" y="249744"/>
                    </a:cubicBezTo>
                    <a:cubicBezTo>
                      <a:pt x="252130" y="245746"/>
                      <a:pt x="252130" y="239616"/>
                      <a:pt x="256225" y="235617"/>
                    </a:cubicBezTo>
                    <a:lnTo>
                      <a:pt x="337235" y="154766"/>
                    </a:lnTo>
                    <a:cubicBezTo>
                      <a:pt x="337769" y="154233"/>
                      <a:pt x="338303" y="153789"/>
                      <a:pt x="338837" y="153433"/>
                    </a:cubicBezTo>
                    <a:cubicBezTo>
                      <a:pt x="339372" y="152989"/>
                      <a:pt x="339995" y="152723"/>
                      <a:pt x="340618" y="152456"/>
                    </a:cubicBezTo>
                    <a:cubicBezTo>
                      <a:pt x="340885" y="152367"/>
                      <a:pt x="341152" y="152190"/>
                      <a:pt x="341508" y="152101"/>
                    </a:cubicBezTo>
                    <a:cubicBezTo>
                      <a:pt x="342131" y="151923"/>
                      <a:pt x="342754" y="151834"/>
                      <a:pt x="343378" y="151745"/>
                    </a:cubicBezTo>
                    <a:cubicBezTo>
                      <a:pt x="343645" y="151745"/>
                      <a:pt x="344001" y="151745"/>
                      <a:pt x="344268" y="151745"/>
                    </a:cubicBezTo>
                    <a:cubicBezTo>
                      <a:pt x="344980" y="151745"/>
                      <a:pt x="345603" y="151745"/>
                      <a:pt x="346226" y="151923"/>
                    </a:cubicBezTo>
                    <a:cubicBezTo>
                      <a:pt x="348096" y="152278"/>
                      <a:pt x="349876" y="153256"/>
                      <a:pt x="351390" y="154766"/>
                    </a:cubicBezTo>
                    <a:lnTo>
                      <a:pt x="394921" y="198213"/>
                    </a:lnTo>
                    <a:lnTo>
                      <a:pt x="471925" y="121359"/>
                    </a:lnTo>
                    <a:lnTo>
                      <a:pt x="425367" y="121359"/>
                    </a:lnTo>
                    <a:cubicBezTo>
                      <a:pt x="419224" y="121359"/>
                      <a:pt x="415218" y="117361"/>
                      <a:pt x="415218" y="111231"/>
                    </a:cubicBezTo>
                    <a:cubicBezTo>
                      <a:pt x="415218" y="105189"/>
                      <a:pt x="419224" y="101191"/>
                      <a:pt x="425367" y="101191"/>
                    </a:cubicBezTo>
                    <a:close/>
                    <a:moveTo>
                      <a:pt x="101297" y="91029"/>
                    </a:moveTo>
                    <a:cubicBezTo>
                      <a:pt x="107337" y="91029"/>
                      <a:pt x="111423" y="95028"/>
                      <a:pt x="111423" y="101159"/>
                    </a:cubicBezTo>
                    <a:lnTo>
                      <a:pt x="111423" y="262887"/>
                    </a:lnTo>
                    <a:cubicBezTo>
                      <a:pt x="111423" y="268929"/>
                      <a:pt x="107337" y="273017"/>
                      <a:pt x="101297" y="273017"/>
                    </a:cubicBezTo>
                    <a:cubicBezTo>
                      <a:pt x="95257" y="273017"/>
                      <a:pt x="91171" y="268929"/>
                      <a:pt x="91171" y="262887"/>
                    </a:cubicBezTo>
                    <a:lnTo>
                      <a:pt x="91171" y="101159"/>
                    </a:lnTo>
                    <a:cubicBezTo>
                      <a:pt x="91171" y="95028"/>
                      <a:pt x="95257" y="91029"/>
                      <a:pt x="101297" y="91029"/>
                    </a:cubicBezTo>
                    <a:close/>
                    <a:moveTo>
                      <a:pt x="70848" y="20177"/>
                    </a:moveTo>
                    <a:cubicBezTo>
                      <a:pt x="64796" y="20177"/>
                      <a:pt x="60791" y="24265"/>
                      <a:pt x="60791" y="30309"/>
                    </a:cubicBezTo>
                    <a:lnTo>
                      <a:pt x="60791" y="343802"/>
                    </a:lnTo>
                    <a:lnTo>
                      <a:pt x="222780" y="343802"/>
                    </a:lnTo>
                    <a:cubicBezTo>
                      <a:pt x="228833" y="343802"/>
                      <a:pt x="232927" y="347890"/>
                      <a:pt x="232927" y="353935"/>
                    </a:cubicBezTo>
                    <a:lnTo>
                      <a:pt x="232927" y="364067"/>
                    </a:lnTo>
                    <a:lnTo>
                      <a:pt x="374712" y="364067"/>
                    </a:lnTo>
                    <a:lnTo>
                      <a:pt x="374712" y="353935"/>
                    </a:lnTo>
                    <a:cubicBezTo>
                      <a:pt x="374712" y="347890"/>
                      <a:pt x="378717" y="343802"/>
                      <a:pt x="384859" y="343802"/>
                    </a:cubicBezTo>
                    <a:lnTo>
                      <a:pt x="546848" y="343802"/>
                    </a:lnTo>
                    <a:lnTo>
                      <a:pt x="546848" y="30309"/>
                    </a:lnTo>
                    <a:cubicBezTo>
                      <a:pt x="546848" y="24265"/>
                      <a:pt x="542754" y="20177"/>
                      <a:pt x="536702" y="20177"/>
                    </a:cubicBezTo>
                    <a:close/>
                    <a:moveTo>
                      <a:pt x="70848" y="0"/>
                    </a:moveTo>
                    <a:lnTo>
                      <a:pt x="536702" y="0"/>
                    </a:lnTo>
                    <a:cubicBezTo>
                      <a:pt x="553969" y="0"/>
                      <a:pt x="567142" y="13155"/>
                      <a:pt x="567142" y="30309"/>
                    </a:cubicBezTo>
                    <a:lnTo>
                      <a:pt x="567142" y="343802"/>
                    </a:lnTo>
                    <a:lnTo>
                      <a:pt x="597492" y="343802"/>
                    </a:lnTo>
                    <a:cubicBezTo>
                      <a:pt x="603545" y="343802"/>
                      <a:pt x="607639" y="347890"/>
                      <a:pt x="607639" y="353935"/>
                    </a:cubicBezTo>
                    <a:lnTo>
                      <a:pt x="607639" y="384244"/>
                    </a:lnTo>
                    <a:cubicBezTo>
                      <a:pt x="607639" y="401487"/>
                      <a:pt x="594466" y="414642"/>
                      <a:pt x="577199" y="414642"/>
                    </a:cubicBezTo>
                    <a:lnTo>
                      <a:pt x="30351" y="414642"/>
                    </a:lnTo>
                    <a:cubicBezTo>
                      <a:pt x="13173" y="414642"/>
                      <a:pt x="0" y="401487"/>
                      <a:pt x="0" y="384244"/>
                    </a:cubicBezTo>
                    <a:lnTo>
                      <a:pt x="0" y="353935"/>
                    </a:lnTo>
                    <a:cubicBezTo>
                      <a:pt x="0" y="347890"/>
                      <a:pt x="4094" y="343802"/>
                      <a:pt x="10147" y="343802"/>
                    </a:cubicBezTo>
                    <a:lnTo>
                      <a:pt x="40497" y="343802"/>
                    </a:lnTo>
                    <a:lnTo>
                      <a:pt x="40497" y="30309"/>
                    </a:lnTo>
                    <a:cubicBezTo>
                      <a:pt x="40497" y="13155"/>
                      <a:pt x="53670" y="0"/>
                      <a:pt x="708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/>
              </a:p>
            </p:txBody>
          </p:sp>
        </p:grpSp>
        <p:grpSp>
          <p:nvGrpSpPr>
            <p:cNvPr id="16" name="îṧḷiḍé"/>
            <p:cNvGrpSpPr/>
            <p:nvPr/>
          </p:nvGrpSpPr>
          <p:grpSpPr>
            <a:xfrm>
              <a:off x="8093487" y="4631623"/>
              <a:ext cx="2796797" cy="944997"/>
              <a:chOff x="7374872" y="5144533"/>
              <a:chExt cx="2796797" cy="944997"/>
            </a:xfrm>
          </p:grpSpPr>
          <p:sp>
            <p:nvSpPr>
              <p:cNvPr id="19" name="ísľîḑe"/>
              <p:cNvSpPr/>
              <p:nvPr/>
            </p:nvSpPr>
            <p:spPr bwMode="auto">
              <a:xfrm>
                <a:off x="7374872" y="5532131"/>
                <a:ext cx="2796797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0" name="îšliḋè"/>
              <p:cNvSpPr txBox="1"/>
              <p:nvPr/>
            </p:nvSpPr>
            <p:spPr bwMode="auto">
              <a:xfrm>
                <a:off x="7374872" y="5144533"/>
                <a:ext cx="2796797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8380143" y="2953404"/>
              <a:ext cx="243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8380143" y="4387215"/>
              <a:ext cx="243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r>
              <a:rPr lang="zh-CN" altLang="en-US"/>
              <a:t>「 让</a:t>
            </a:r>
            <a:r>
              <a:rPr lang="en-US" altLang="zh-CN"/>
              <a:t>PPT</a:t>
            </a:r>
            <a:r>
              <a:rPr lang="zh-CN" altLang="en-US"/>
              <a:t>设计简单起来！」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8ffb508f-82c8-4a24-aaca-179468fd56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455820"/>
            <a:ext cx="10850563" cy="4365016"/>
            <a:chOff x="669925" y="1455820"/>
            <a:chExt cx="10850563" cy="4365016"/>
          </a:xfrm>
        </p:grpSpPr>
        <p:sp>
          <p:nvSpPr>
            <p:cNvPr id="6" name="íśļïḓê"/>
            <p:cNvSpPr/>
            <p:nvPr/>
          </p:nvSpPr>
          <p:spPr>
            <a:xfrm>
              <a:off x="4709661" y="2094395"/>
              <a:ext cx="2772678" cy="3146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9" h="21570" extrusionOk="0">
                  <a:moveTo>
                    <a:pt x="538" y="6909"/>
                  </a:moveTo>
                  <a:cubicBezTo>
                    <a:pt x="1461" y="7610"/>
                    <a:pt x="2084" y="8535"/>
                    <a:pt x="2344" y="9550"/>
                  </a:cubicBezTo>
                  <a:cubicBezTo>
                    <a:pt x="2607" y="10563"/>
                    <a:pt x="2500" y="11653"/>
                    <a:pt x="2066" y="12653"/>
                  </a:cubicBezTo>
                  <a:cubicBezTo>
                    <a:pt x="1851" y="13153"/>
                    <a:pt x="1549" y="13624"/>
                    <a:pt x="1175" y="14047"/>
                  </a:cubicBezTo>
                  <a:cubicBezTo>
                    <a:pt x="988" y="14258"/>
                    <a:pt x="783" y="14456"/>
                    <a:pt x="563" y="14641"/>
                  </a:cubicBezTo>
                  <a:cubicBezTo>
                    <a:pt x="535" y="14664"/>
                    <a:pt x="508" y="14687"/>
                    <a:pt x="480" y="14710"/>
                  </a:cubicBezTo>
                  <a:cubicBezTo>
                    <a:pt x="448" y="14736"/>
                    <a:pt x="416" y="14761"/>
                    <a:pt x="384" y="14787"/>
                  </a:cubicBezTo>
                  <a:cubicBezTo>
                    <a:pt x="262" y="14888"/>
                    <a:pt x="169" y="15015"/>
                    <a:pt x="114" y="15148"/>
                  </a:cubicBezTo>
                  <a:cubicBezTo>
                    <a:pt x="5" y="15419"/>
                    <a:pt x="39" y="15673"/>
                    <a:pt x="115" y="15884"/>
                  </a:cubicBezTo>
                  <a:cubicBezTo>
                    <a:pt x="195" y="16097"/>
                    <a:pt x="324" y="16283"/>
                    <a:pt x="510" y="16443"/>
                  </a:cubicBezTo>
                  <a:cubicBezTo>
                    <a:pt x="604" y="16523"/>
                    <a:pt x="714" y="16596"/>
                    <a:pt x="845" y="16653"/>
                  </a:cubicBezTo>
                  <a:cubicBezTo>
                    <a:pt x="977" y="16710"/>
                    <a:pt x="1132" y="16749"/>
                    <a:pt x="1297" y="16755"/>
                  </a:cubicBezTo>
                  <a:cubicBezTo>
                    <a:pt x="1379" y="16758"/>
                    <a:pt x="1462" y="16752"/>
                    <a:pt x="1542" y="16738"/>
                  </a:cubicBezTo>
                  <a:cubicBezTo>
                    <a:pt x="1582" y="16731"/>
                    <a:pt x="1622" y="16722"/>
                    <a:pt x="1660" y="16711"/>
                  </a:cubicBezTo>
                  <a:cubicBezTo>
                    <a:pt x="1682" y="16705"/>
                    <a:pt x="1703" y="16698"/>
                    <a:pt x="1725" y="16692"/>
                  </a:cubicBezTo>
                  <a:cubicBezTo>
                    <a:pt x="1761" y="16682"/>
                    <a:pt x="1797" y="16672"/>
                    <a:pt x="1833" y="16661"/>
                  </a:cubicBezTo>
                  <a:cubicBezTo>
                    <a:pt x="1870" y="16652"/>
                    <a:pt x="1906" y="16642"/>
                    <a:pt x="1942" y="16633"/>
                  </a:cubicBezTo>
                  <a:cubicBezTo>
                    <a:pt x="2088" y="16595"/>
                    <a:pt x="2235" y="16563"/>
                    <a:pt x="2384" y="16535"/>
                  </a:cubicBezTo>
                  <a:cubicBezTo>
                    <a:pt x="2977" y="16425"/>
                    <a:pt x="3590" y="16393"/>
                    <a:pt x="4193" y="16443"/>
                  </a:cubicBezTo>
                  <a:cubicBezTo>
                    <a:pt x="5401" y="16540"/>
                    <a:pt x="6568" y="16973"/>
                    <a:pt x="7492" y="17666"/>
                  </a:cubicBezTo>
                  <a:cubicBezTo>
                    <a:pt x="8420" y="18356"/>
                    <a:pt x="9100" y="19300"/>
                    <a:pt x="9406" y="20334"/>
                  </a:cubicBezTo>
                  <a:cubicBezTo>
                    <a:pt x="9425" y="20399"/>
                    <a:pt x="9443" y="20464"/>
                    <a:pt x="9460" y="20529"/>
                  </a:cubicBezTo>
                  <a:cubicBezTo>
                    <a:pt x="9468" y="20561"/>
                    <a:pt x="9475" y="20594"/>
                    <a:pt x="9483" y="20627"/>
                  </a:cubicBezTo>
                  <a:cubicBezTo>
                    <a:pt x="9488" y="20647"/>
                    <a:pt x="9492" y="20666"/>
                    <a:pt x="9497" y="20686"/>
                  </a:cubicBezTo>
                  <a:cubicBezTo>
                    <a:pt x="9499" y="20695"/>
                    <a:pt x="9501" y="20704"/>
                    <a:pt x="9503" y="20713"/>
                  </a:cubicBezTo>
                  <a:cubicBezTo>
                    <a:pt x="9508" y="20728"/>
                    <a:pt x="9512" y="20744"/>
                    <a:pt x="9517" y="20759"/>
                  </a:cubicBezTo>
                  <a:cubicBezTo>
                    <a:pt x="9552" y="20878"/>
                    <a:pt x="9606" y="20989"/>
                    <a:pt x="9688" y="21099"/>
                  </a:cubicBezTo>
                  <a:cubicBezTo>
                    <a:pt x="9769" y="21207"/>
                    <a:pt x="9878" y="21306"/>
                    <a:pt x="10002" y="21381"/>
                  </a:cubicBezTo>
                  <a:cubicBezTo>
                    <a:pt x="10253" y="21532"/>
                    <a:pt x="10545" y="21583"/>
                    <a:pt x="10808" y="21567"/>
                  </a:cubicBezTo>
                  <a:cubicBezTo>
                    <a:pt x="11073" y="21551"/>
                    <a:pt x="11324" y="21474"/>
                    <a:pt x="11546" y="21332"/>
                  </a:cubicBezTo>
                  <a:cubicBezTo>
                    <a:pt x="11766" y="21192"/>
                    <a:pt x="11953" y="20969"/>
                    <a:pt x="12021" y="20712"/>
                  </a:cubicBezTo>
                  <a:cubicBezTo>
                    <a:pt x="12040" y="20640"/>
                    <a:pt x="12058" y="20569"/>
                    <a:pt x="12076" y="20498"/>
                  </a:cubicBezTo>
                  <a:cubicBezTo>
                    <a:pt x="12094" y="20432"/>
                    <a:pt x="12113" y="20368"/>
                    <a:pt x="12134" y="20303"/>
                  </a:cubicBezTo>
                  <a:cubicBezTo>
                    <a:pt x="12215" y="20044"/>
                    <a:pt x="12319" y="19791"/>
                    <a:pt x="12442" y="19546"/>
                  </a:cubicBezTo>
                  <a:cubicBezTo>
                    <a:pt x="12933" y="18564"/>
                    <a:pt x="13762" y="17719"/>
                    <a:pt x="14798" y="17166"/>
                  </a:cubicBezTo>
                  <a:cubicBezTo>
                    <a:pt x="15832" y="16609"/>
                    <a:pt x="17063" y="16343"/>
                    <a:pt x="18274" y="16412"/>
                  </a:cubicBezTo>
                  <a:cubicBezTo>
                    <a:pt x="18576" y="16429"/>
                    <a:pt x="18877" y="16466"/>
                    <a:pt x="19174" y="16523"/>
                  </a:cubicBezTo>
                  <a:cubicBezTo>
                    <a:pt x="19322" y="16551"/>
                    <a:pt x="19469" y="16584"/>
                    <a:pt x="19614" y="16622"/>
                  </a:cubicBezTo>
                  <a:cubicBezTo>
                    <a:pt x="19687" y="16641"/>
                    <a:pt x="19759" y="16661"/>
                    <a:pt x="19831" y="16683"/>
                  </a:cubicBezTo>
                  <a:cubicBezTo>
                    <a:pt x="19845" y="16687"/>
                    <a:pt x="19859" y="16690"/>
                    <a:pt x="19873" y="16694"/>
                  </a:cubicBezTo>
                  <a:cubicBezTo>
                    <a:pt x="19893" y="16699"/>
                    <a:pt x="19914" y="16704"/>
                    <a:pt x="19934" y="16709"/>
                  </a:cubicBezTo>
                  <a:cubicBezTo>
                    <a:pt x="19975" y="16717"/>
                    <a:pt x="20008" y="16723"/>
                    <a:pt x="20046" y="16728"/>
                  </a:cubicBezTo>
                  <a:cubicBezTo>
                    <a:pt x="20121" y="16737"/>
                    <a:pt x="20197" y="16740"/>
                    <a:pt x="20272" y="16737"/>
                  </a:cubicBezTo>
                  <a:cubicBezTo>
                    <a:pt x="20577" y="16722"/>
                    <a:pt x="20847" y="16603"/>
                    <a:pt x="21043" y="16447"/>
                  </a:cubicBezTo>
                  <a:cubicBezTo>
                    <a:pt x="21241" y="16290"/>
                    <a:pt x="21384" y="16093"/>
                    <a:pt x="21460" y="15864"/>
                  </a:cubicBezTo>
                  <a:cubicBezTo>
                    <a:pt x="21536" y="15637"/>
                    <a:pt x="21535" y="15362"/>
                    <a:pt x="21412" y="15118"/>
                  </a:cubicBezTo>
                  <a:cubicBezTo>
                    <a:pt x="21352" y="14997"/>
                    <a:pt x="21266" y="14888"/>
                    <a:pt x="21168" y="14801"/>
                  </a:cubicBezTo>
                  <a:cubicBezTo>
                    <a:pt x="21156" y="14789"/>
                    <a:pt x="21144" y="14778"/>
                    <a:pt x="21131" y="14768"/>
                  </a:cubicBezTo>
                  <a:cubicBezTo>
                    <a:pt x="21121" y="14759"/>
                    <a:pt x="21110" y="14751"/>
                    <a:pt x="21100" y="14742"/>
                  </a:cubicBezTo>
                  <a:cubicBezTo>
                    <a:pt x="21085" y="14730"/>
                    <a:pt x="21069" y="14718"/>
                    <a:pt x="21054" y="14706"/>
                  </a:cubicBezTo>
                  <a:cubicBezTo>
                    <a:pt x="21027" y="14683"/>
                    <a:pt x="21000" y="14660"/>
                    <a:pt x="20972" y="14638"/>
                  </a:cubicBezTo>
                  <a:cubicBezTo>
                    <a:pt x="20086" y="13898"/>
                    <a:pt x="19447" y="12932"/>
                    <a:pt x="19183" y="11888"/>
                  </a:cubicBezTo>
                  <a:cubicBezTo>
                    <a:pt x="18915" y="10846"/>
                    <a:pt x="19029" y="9733"/>
                    <a:pt x="19498" y="8745"/>
                  </a:cubicBezTo>
                  <a:cubicBezTo>
                    <a:pt x="19730" y="8251"/>
                    <a:pt x="20049" y="7788"/>
                    <a:pt x="20437" y="7376"/>
                  </a:cubicBezTo>
                  <a:cubicBezTo>
                    <a:pt x="20631" y="7169"/>
                    <a:pt x="20842" y="6976"/>
                    <a:pt x="21068" y="6797"/>
                  </a:cubicBezTo>
                  <a:cubicBezTo>
                    <a:pt x="21086" y="6783"/>
                    <a:pt x="21103" y="6768"/>
                    <a:pt x="21121" y="6754"/>
                  </a:cubicBezTo>
                  <a:cubicBezTo>
                    <a:pt x="21140" y="6738"/>
                    <a:pt x="21177" y="6706"/>
                    <a:pt x="21195" y="6687"/>
                  </a:cubicBezTo>
                  <a:cubicBezTo>
                    <a:pt x="21240" y="6644"/>
                    <a:pt x="21282" y="6597"/>
                    <a:pt x="21321" y="6545"/>
                  </a:cubicBezTo>
                  <a:cubicBezTo>
                    <a:pt x="21398" y="6443"/>
                    <a:pt x="21460" y="6324"/>
                    <a:pt x="21494" y="6198"/>
                  </a:cubicBezTo>
                  <a:cubicBezTo>
                    <a:pt x="21566" y="5945"/>
                    <a:pt x="21523" y="5678"/>
                    <a:pt x="21405" y="5462"/>
                  </a:cubicBezTo>
                  <a:cubicBezTo>
                    <a:pt x="21288" y="5244"/>
                    <a:pt x="21102" y="5063"/>
                    <a:pt x="20863" y="4939"/>
                  </a:cubicBezTo>
                  <a:cubicBezTo>
                    <a:pt x="20627" y="4815"/>
                    <a:pt x="20327" y="4759"/>
                    <a:pt x="20047" y="4795"/>
                  </a:cubicBezTo>
                  <a:cubicBezTo>
                    <a:pt x="19977" y="4804"/>
                    <a:pt x="19909" y="4818"/>
                    <a:pt x="19844" y="4836"/>
                  </a:cubicBezTo>
                  <a:cubicBezTo>
                    <a:pt x="19803" y="4847"/>
                    <a:pt x="19762" y="4859"/>
                    <a:pt x="19721" y="4870"/>
                  </a:cubicBezTo>
                  <a:cubicBezTo>
                    <a:pt x="19653" y="4889"/>
                    <a:pt x="19577" y="4908"/>
                    <a:pt x="19505" y="4926"/>
                  </a:cubicBezTo>
                  <a:cubicBezTo>
                    <a:pt x="19358" y="4961"/>
                    <a:pt x="19209" y="4992"/>
                    <a:pt x="19060" y="5018"/>
                  </a:cubicBezTo>
                  <a:cubicBezTo>
                    <a:pt x="18463" y="5122"/>
                    <a:pt x="17850" y="5149"/>
                    <a:pt x="17246" y="5096"/>
                  </a:cubicBezTo>
                  <a:cubicBezTo>
                    <a:pt x="16038" y="4993"/>
                    <a:pt x="14878" y="4552"/>
                    <a:pt x="13961" y="3850"/>
                  </a:cubicBezTo>
                  <a:cubicBezTo>
                    <a:pt x="13041" y="3153"/>
                    <a:pt x="12371" y="2203"/>
                    <a:pt x="12075" y="1166"/>
                  </a:cubicBezTo>
                  <a:cubicBezTo>
                    <a:pt x="12057" y="1101"/>
                    <a:pt x="12039" y="1036"/>
                    <a:pt x="12023" y="971"/>
                  </a:cubicBezTo>
                  <a:cubicBezTo>
                    <a:pt x="12015" y="934"/>
                    <a:pt x="12006" y="898"/>
                    <a:pt x="11998" y="861"/>
                  </a:cubicBezTo>
                  <a:cubicBezTo>
                    <a:pt x="11995" y="852"/>
                    <a:pt x="11993" y="843"/>
                    <a:pt x="11991" y="833"/>
                  </a:cubicBezTo>
                  <a:cubicBezTo>
                    <a:pt x="11985" y="815"/>
                    <a:pt x="11979" y="796"/>
                    <a:pt x="11974" y="777"/>
                  </a:cubicBezTo>
                  <a:cubicBezTo>
                    <a:pt x="11963" y="745"/>
                    <a:pt x="11951" y="715"/>
                    <a:pt x="11937" y="684"/>
                  </a:cubicBezTo>
                  <a:cubicBezTo>
                    <a:pt x="11829" y="437"/>
                    <a:pt x="11599" y="233"/>
                    <a:pt x="11351" y="127"/>
                  </a:cubicBezTo>
                  <a:cubicBezTo>
                    <a:pt x="11101" y="18"/>
                    <a:pt x="10837" y="-17"/>
                    <a:pt x="10575" y="7"/>
                  </a:cubicBezTo>
                  <a:cubicBezTo>
                    <a:pt x="10315" y="32"/>
                    <a:pt x="10046" y="122"/>
                    <a:pt x="9826" y="300"/>
                  </a:cubicBezTo>
                  <a:cubicBezTo>
                    <a:pt x="9718" y="388"/>
                    <a:pt x="9626" y="498"/>
                    <a:pt x="9562" y="615"/>
                  </a:cubicBezTo>
                  <a:cubicBezTo>
                    <a:pt x="9530" y="674"/>
                    <a:pt x="9505" y="735"/>
                    <a:pt x="9485" y="795"/>
                  </a:cubicBezTo>
                  <a:cubicBezTo>
                    <a:pt x="9481" y="810"/>
                    <a:pt x="9476" y="825"/>
                    <a:pt x="9472" y="840"/>
                  </a:cubicBezTo>
                  <a:cubicBezTo>
                    <a:pt x="9469" y="853"/>
                    <a:pt x="9466" y="866"/>
                    <a:pt x="9463" y="879"/>
                  </a:cubicBezTo>
                  <a:cubicBezTo>
                    <a:pt x="9459" y="897"/>
                    <a:pt x="9455" y="914"/>
                    <a:pt x="9450" y="932"/>
                  </a:cubicBezTo>
                  <a:cubicBezTo>
                    <a:pt x="9420" y="1060"/>
                    <a:pt x="9382" y="1193"/>
                    <a:pt x="9340" y="1321"/>
                  </a:cubicBezTo>
                  <a:cubicBezTo>
                    <a:pt x="9256" y="1578"/>
                    <a:pt x="9150" y="1830"/>
                    <a:pt x="9023" y="2073"/>
                  </a:cubicBezTo>
                  <a:cubicBezTo>
                    <a:pt x="8517" y="3047"/>
                    <a:pt x="7672" y="3880"/>
                    <a:pt x="6626" y="4420"/>
                  </a:cubicBezTo>
                  <a:cubicBezTo>
                    <a:pt x="5578" y="4965"/>
                    <a:pt x="4368" y="5265"/>
                    <a:pt x="3198" y="5207"/>
                  </a:cubicBezTo>
                  <a:cubicBezTo>
                    <a:pt x="2906" y="5192"/>
                    <a:pt x="2617" y="5155"/>
                    <a:pt x="2336" y="5095"/>
                  </a:cubicBezTo>
                  <a:cubicBezTo>
                    <a:pt x="2195" y="5065"/>
                    <a:pt x="2056" y="5030"/>
                    <a:pt x="1920" y="4988"/>
                  </a:cubicBezTo>
                  <a:cubicBezTo>
                    <a:pt x="1886" y="4977"/>
                    <a:pt x="1852" y="4966"/>
                    <a:pt x="1818" y="4956"/>
                  </a:cubicBezTo>
                  <a:cubicBezTo>
                    <a:pt x="1781" y="4943"/>
                    <a:pt x="1743" y="4930"/>
                    <a:pt x="1706" y="4918"/>
                  </a:cubicBezTo>
                  <a:cubicBezTo>
                    <a:pt x="1594" y="4880"/>
                    <a:pt x="1468" y="4854"/>
                    <a:pt x="1337" y="4844"/>
                  </a:cubicBezTo>
                  <a:cubicBezTo>
                    <a:pt x="1075" y="4823"/>
                    <a:pt x="781" y="4881"/>
                    <a:pt x="542" y="5026"/>
                  </a:cubicBezTo>
                  <a:cubicBezTo>
                    <a:pt x="302" y="5169"/>
                    <a:pt x="123" y="5392"/>
                    <a:pt x="46" y="5641"/>
                  </a:cubicBezTo>
                  <a:cubicBezTo>
                    <a:pt x="-34" y="5890"/>
                    <a:pt x="-4" y="6161"/>
                    <a:pt x="100" y="6382"/>
                  </a:cubicBezTo>
                  <a:cubicBezTo>
                    <a:pt x="203" y="6605"/>
                    <a:pt x="368" y="6779"/>
                    <a:pt x="541" y="6911"/>
                  </a:cubicBezTo>
                  <a:cubicBezTo>
                    <a:pt x="599" y="6852"/>
                    <a:pt x="656" y="6793"/>
                    <a:pt x="714" y="6734"/>
                  </a:cubicBezTo>
                  <a:cubicBezTo>
                    <a:pt x="772" y="6675"/>
                    <a:pt x="830" y="6616"/>
                    <a:pt x="888" y="6557"/>
                  </a:cubicBezTo>
                  <a:cubicBezTo>
                    <a:pt x="945" y="6497"/>
                    <a:pt x="1003" y="6438"/>
                    <a:pt x="1061" y="6379"/>
                  </a:cubicBezTo>
                  <a:cubicBezTo>
                    <a:pt x="1119" y="6320"/>
                    <a:pt x="1176" y="6261"/>
                    <a:pt x="1234" y="6202"/>
                  </a:cubicBezTo>
                  <a:cubicBezTo>
                    <a:pt x="1158" y="6144"/>
                    <a:pt x="1109" y="6084"/>
                    <a:pt x="1087" y="6034"/>
                  </a:cubicBezTo>
                  <a:cubicBezTo>
                    <a:pt x="1065" y="5985"/>
                    <a:pt x="1065" y="5946"/>
                    <a:pt x="1075" y="5913"/>
                  </a:cubicBezTo>
                  <a:cubicBezTo>
                    <a:pt x="1086" y="5879"/>
                    <a:pt x="1110" y="5850"/>
                    <a:pt x="1143" y="5831"/>
                  </a:cubicBezTo>
                  <a:cubicBezTo>
                    <a:pt x="1175" y="5812"/>
                    <a:pt x="1215" y="5802"/>
                    <a:pt x="1274" y="5806"/>
                  </a:cubicBezTo>
                  <a:cubicBezTo>
                    <a:pt x="1304" y="5809"/>
                    <a:pt x="1337" y="5815"/>
                    <a:pt x="1375" y="5828"/>
                  </a:cubicBezTo>
                  <a:cubicBezTo>
                    <a:pt x="1413" y="5841"/>
                    <a:pt x="1451" y="5854"/>
                    <a:pt x="1489" y="5866"/>
                  </a:cubicBezTo>
                  <a:cubicBezTo>
                    <a:pt x="1530" y="5880"/>
                    <a:pt x="1572" y="5893"/>
                    <a:pt x="1614" y="5907"/>
                  </a:cubicBezTo>
                  <a:cubicBezTo>
                    <a:pt x="1782" y="5959"/>
                    <a:pt x="1952" y="6003"/>
                    <a:pt x="2124" y="6040"/>
                  </a:cubicBezTo>
                  <a:cubicBezTo>
                    <a:pt x="2467" y="6114"/>
                    <a:pt x="2816" y="6157"/>
                    <a:pt x="3164" y="6173"/>
                  </a:cubicBezTo>
                  <a:cubicBezTo>
                    <a:pt x="4563" y="6236"/>
                    <a:pt x="5942" y="5862"/>
                    <a:pt x="7165" y="5228"/>
                  </a:cubicBezTo>
                  <a:cubicBezTo>
                    <a:pt x="8398" y="4591"/>
                    <a:pt x="9394" y="3609"/>
                    <a:pt x="9987" y="2465"/>
                  </a:cubicBezTo>
                  <a:cubicBezTo>
                    <a:pt x="10136" y="2179"/>
                    <a:pt x="10261" y="1883"/>
                    <a:pt x="10360" y="1582"/>
                  </a:cubicBezTo>
                  <a:cubicBezTo>
                    <a:pt x="10410" y="1430"/>
                    <a:pt x="10452" y="1280"/>
                    <a:pt x="10490" y="1122"/>
                  </a:cubicBezTo>
                  <a:cubicBezTo>
                    <a:pt x="10494" y="1105"/>
                    <a:pt x="10498" y="1087"/>
                    <a:pt x="10502" y="1069"/>
                  </a:cubicBezTo>
                  <a:cubicBezTo>
                    <a:pt x="10503" y="1064"/>
                    <a:pt x="10505" y="1059"/>
                    <a:pt x="10506" y="1054"/>
                  </a:cubicBezTo>
                  <a:cubicBezTo>
                    <a:pt x="10506" y="1051"/>
                    <a:pt x="10508" y="1049"/>
                    <a:pt x="10508" y="1047"/>
                  </a:cubicBezTo>
                  <a:cubicBezTo>
                    <a:pt x="10511" y="1037"/>
                    <a:pt x="10515" y="1029"/>
                    <a:pt x="10518" y="1022"/>
                  </a:cubicBezTo>
                  <a:cubicBezTo>
                    <a:pt x="10526" y="1009"/>
                    <a:pt x="10534" y="999"/>
                    <a:pt x="10547" y="989"/>
                  </a:cubicBezTo>
                  <a:cubicBezTo>
                    <a:pt x="10570" y="968"/>
                    <a:pt x="10622" y="945"/>
                    <a:pt x="10690" y="939"/>
                  </a:cubicBezTo>
                  <a:cubicBezTo>
                    <a:pt x="10756" y="932"/>
                    <a:pt x="10830" y="944"/>
                    <a:pt x="10876" y="965"/>
                  </a:cubicBezTo>
                  <a:cubicBezTo>
                    <a:pt x="10924" y="988"/>
                    <a:pt x="10939" y="1006"/>
                    <a:pt x="10951" y="1031"/>
                  </a:cubicBezTo>
                  <a:cubicBezTo>
                    <a:pt x="10952" y="1034"/>
                    <a:pt x="10954" y="1038"/>
                    <a:pt x="10955" y="1041"/>
                  </a:cubicBezTo>
                  <a:cubicBezTo>
                    <a:pt x="10955" y="1040"/>
                    <a:pt x="10955" y="1039"/>
                    <a:pt x="10955" y="1037"/>
                  </a:cubicBezTo>
                  <a:cubicBezTo>
                    <a:pt x="10957" y="1046"/>
                    <a:pt x="10959" y="1054"/>
                    <a:pt x="10961" y="1063"/>
                  </a:cubicBezTo>
                  <a:cubicBezTo>
                    <a:pt x="10969" y="1098"/>
                    <a:pt x="10977" y="1132"/>
                    <a:pt x="10985" y="1167"/>
                  </a:cubicBezTo>
                  <a:cubicBezTo>
                    <a:pt x="11004" y="1244"/>
                    <a:pt x="11024" y="1321"/>
                    <a:pt x="11046" y="1397"/>
                  </a:cubicBezTo>
                  <a:cubicBezTo>
                    <a:pt x="11396" y="2621"/>
                    <a:pt x="12185" y="3739"/>
                    <a:pt x="13267" y="4560"/>
                  </a:cubicBezTo>
                  <a:cubicBezTo>
                    <a:pt x="13808" y="4971"/>
                    <a:pt x="14418" y="5310"/>
                    <a:pt x="15075" y="5559"/>
                  </a:cubicBezTo>
                  <a:cubicBezTo>
                    <a:pt x="15732" y="5808"/>
                    <a:pt x="16432" y="5966"/>
                    <a:pt x="17141" y="6028"/>
                  </a:cubicBezTo>
                  <a:cubicBezTo>
                    <a:pt x="17850" y="6091"/>
                    <a:pt x="18568" y="6059"/>
                    <a:pt x="19266" y="5938"/>
                  </a:cubicBezTo>
                  <a:cubicBezTo>
                    <a:pt x="19440" y="5907"/>
                    <a:pt x="19613" y="5871"/>
                    <a:pt x="19784" y="5830"/>
                  </a:cubicBezTo>
                  <a:cubicBezTo>
                    <a:pt x="19871" y="5809"/>
                    <a:pt x="19954" y="5788"/>
                    <a:pt x="20043" y="5763"/>
                  </a:cubicBezTo>
                  <a:cubicBezTo>
                    <a:pt x="20080" y="5753"/>
                    <a:pt x="20118" y="5742"/>
                    <a:pt x="20156" y="5731"/>
                  </a:cubicBezTo>
                  <a:cubicBezTo>
                    <a:pt x="20169" y="5728"/>
                    <a:pt x="20182" y="5725"/>
                    <a:pt x="20194" y="5724"/>
                  </a:cubicBezTo>
                  <a:cubicBezTo>
                    <a:pt x="20240" y="5719"/>
                    <a:pt x="20281" y="5725"/>
                    <a:pt x="20329" y="5749"/>
                  </a:cubicBezTo>
                  <a:cubicBezTo>
                    <a:pt x="20376" y="5773"/>
                    <a:pt x="20422" y="5816"/>
                    <a:pt x="20445" y="5861"/>
                  </a:cubicBezTo>
                  <a:cubicBezTo>
                    <a:pt x="20469" y="5907"/>
                    <a:pt x="20472" y="5946"/>
                    <a:pt x="20463" y="5976"/>
                  </a:cubicBezTo>
                  <a:cubicBezTo>
                    <a:pt x="20459" y="5992"/>
                    <a:pt x="20451" y="6008"/>
                    <a:pt x="20437" y="6026"/>
                  </a:cubicBezTo>
                  <a:cubicBezTo>
                    <a:pt x="20430" y="6036"/>
                    <a:pt x="20422" y="6046"/>
                    <a:pt x="20411" y="6056"/>
                  </a:cubicBezTo>
                  <a:cubicBezTo>
                    <a:pt x="20407" y="6060"/>
                    <a:pt x="20403" y="6064"/>
                    <a:pt x="20399" y="6067"/>
                  </a:cubicBezTo>
                  <a:cubicBezTo>
                    <a:pt x="20386" y="6078"/>
                    <a:pt x="20373" y="6088"/>
                    <a:pt x="20360" y="6099"/>
                  </a:cubicBezTo>
                  <a:cubicBezTo>
                    <a:pt x="20095" y="6308"/>
                    <a:pt x="19847" y="6535"/>
                    <a:pt x="19620" y="6777"/>
                  </a:cubicBezTo>
                  <a:cubicBezTo>
                    <a:pt x="19165" y="7260"/>
                    <a:pt x="18791" y="7804"/>
                    <a:pt x="18518" y="8385"/>
                  </a:cubicBezTo>
                  <a:cubicBezTo>
                    <a:pt x="17966" y="9547"/>
                    <a:pt x="17830" y="10862"/>
                    <a:pt x="18148" y="12094"/>
                  </a:cubicBezTo>
                  <a:cubicBezTo>
                    <a:pt x="18460" y="13326"/>
                    <a:pt x="19211" y="14457"/>
                    <a:pt x="20241" y="15317"/>
                  </a:cubicBezTo>
                  <a:cubicBezTo>
                    <a:pt x="20296" y="15363"/>
                    <a:pt x="20351" y="15408"/>
                    <a:pt x="20406" y="15453"/>
                  </a:cubicBezTo>
                  <a:cubicBezTo>
                    <a:pt x="20424" y="15469"/>
                    <a:pt x="20433" y="15482"/>
                    <a:pt x="20440" y="15495"/>
                  </a:cubicBezTo>
                  <a:cubicBezTo>
                    <a:pt x="20451" y="15518"/>
                    <a:pt x="20457" y="15552"/>
                    <a:pt x="20440" y="15604"/>
                  </a:cubicBezTo>
                  <a:cubicBezTo>
                    <a:pt x="20424" y="15654"/>
                    <a:pt x="20383" y="15712"/>
                    <a:pt x="20336" y="15749"/>
                  </a:cubicBezTo>
                  <a:cubicBezTo>
                    <a:pt x="20287" y="15787"/>
                    <a:pt x="20242" y="15800"/>
                    <a:pt x="20216" y="15801"/>
                  </a:cubicBezTo>
                  <a:cubicBezTo>
                    <a:pt x="20209" y="15801"/>
                    <a:pt x="20160" y="15792"/>
                    <a:pt x="20160" y="15791"/>
                  </a:cubicBezTo>
                  <a:cubicBezTo>
                    <a:pt x="20156" y="15791"/>
                    <a:pt x="20001" y="15746"/>
                    <a:pt x="19916" y="15723"/>
                  </a:cubicBezTo>
                  <a:cubicBezTo>
                    <a:pt x="19745" y="15679"/>
                    <a:pt x="19572" y="15640"/>
                    <a:pt x="19398" y="15607"/>
                  </a:cubicBezTo>
                  <a:cubicBezTo>
                    <a:pt x="19050" y="15540"/>
                    <a:pt x="18696" y="15496"/>
                    <a:pt x="18340" y="15477"/>
                  </a:cubicBezTo>
                  <a:cubicBezTo>
                    <a:pt x="16917" y="15396"/>
                    <a:pt x="15466" y="15708"/>
                    <a:pt x="14247" y="16365"/>
                  </a:cubicBezTo>
                  <a:cubicBezTo>
                    <a:pt x="13022" y="17018"/>
                    <a:pt x="12047" y="18016"/>
                    <a:pt x="11472" y="19165"/>
                  </a:cubicBezTo>
                  <a:cubicBezTo>
                    <a:pt x="11327" y="19452"/>
                    <a:pt x="11207" y="19748"/>
                    <a:pt x="11111" y="20050"/>
                  </a:cubicBezTo>
                  <a:cubicBezTo>
                    <a:pt x="11087" y="20126"/>
                    <a:pt x="11065" y="20202"/>
                    <a:pt x="11044" y="20278"/>
                  </a:cubicBezTo>
                  <a:cubicBezTo>
                    <a:pt x="11024" y="20350"/>
                    <a:pt x="11000" y="20449"/>
                    <a:pt x="10990" y="20490"/>
                  </a:cubicBezTo>
                  <a:cubicBezTo>
                    <a:pt x="10982" y="20518"/>
                    <a:pt x="10965" y="20545"/>
                    <a:pt x="10918" y="20576"/>
                  </a:cubicBezTo>
                  <a:cubicBezTo>
                    <a:pt x="10873" y="20606"/>
                    <a:pt x="10802" y="20629"/>
                    <a:pt x="10738" y="20632"/>
                  </a:cubicBezTo>
                  <a:cubicBezTo>
                    <a:pt x="10672" y="20636"/>
                    <a:pt x="10624" y="20621"/>
                    <a:pt x="10602" y="20607"/>
                  </a:cubicBezTo>
                  <a:cubicBezTo>
                    <a:pt x="10581" y="20594"/>
                    <a:pt x="10560" y="20574"/>
                    <a:pt x="10543" y="20522"/>
                  </a:cubicBezTo>
                  <a:cubicBezTo>
                    <a:pt x="10543" y="20519"/>
                    <a:pt x="10537" y="20497"/>
                    <a:pt x="10535" y="20489"/>
                  </a:cubicBezTo>
                  <a:cubicBezTo>
                    <a:pt x="10531" y="20473"/>
                    <a:pt x="10527" y="20457"/>
                    <a:pt x="10524" y="20441"/>
                  </a:cubicBezTo>
                  <a:cubicBezTo>
                    <a:pt x="10514" y="20402"/>
                    <a:pt x="10505" y="20364"/>
                    <a:pt x="10496" y="20325"/>
                  </a:cubicBezTo>
                  <a:cubicBezTo>
                    <a:pt x="10477" y="20248"/>
                    <a:pt x="10455" y="20172"/>
                    <a:pt x="10433" y="20095"/>
                  </a:cubicBezTo>
                  <a:cubicBezTo>
                    <a:pt x="10071" y="18874"/>
                    <a:pt x="9269" y="17762"/>
                    <a:pt x="8178" y="16951"/>
                  </a:cubicBezTo>
                  <a:cubicBezTo>
                    <a:pt x="7091" y="16135"/>
                    <a:pt x="5713" y="15624"/>
                    <a:pt x="4292" y="15510"/>
                  </a:cubicBezTo>
                  <a:cubicBezTo>
                    <a:pt x="3582" y="15452"/>
                    <a:pt x="2863" y="15490"/>
                    <a:pt x="2166" y="15619"/>
                  </a:cubicBezTo>
                  <a:cubicBezTo>
                    <a:pt x="1991" y="15652"/>
                    <a:pt x="1818" y="15690"/>
                    <a:pt x="1647" y="15733"/>
                  </a:cubicBezTo>
                  <a:cubicBezTo>
                    <a:pt x="1604" y="15744"/>
                    <a:pt x="1562" y="15755"/>
                    <a:pt x="1519" y="15767"/>
                  </a:cubicBezTo>
                  <a:cubicBezTo>
                    <a:pt x="1385" y="15804"/>
                    <a:pt x="1250" y="15804"/>
                    <a:pt x="1168" y="15678"/>
                  </a:cubicBezTo>
                  <a:cubicBezTo>
                    <a:pt x="1062" y="15517"/>
                    <a:pt x="1174" y="15420"/>
                    <a:pt x="1197" y="15401"/>
                  </a:cubicBezTo>
                  <a:cubicBezTo>
                    <a:pt x="1229" y="15374"/>
                    <a:pt x="1262" y="15348"/>
                    <a:pt x="1294" y="15321"/>
                  </a:cubicBezTo>
                  <a:cubicBezTo>
                    <a:pt x="1552" y="15104"/>
                    <a:pt x="1793" y="14871"/>
                    <a:pt x="2012" y="14623"/>
                  </a:cubicBezTo>
                  <a:cubicBezTo>
                    <a:pt x="2450" y="14128"/>
                    <a:pt x="2805" y="13574"/>
                    <a:pt x="3058" y="12986"/>
                  </a:cubicBezTo>
                  <a:cubicBezTo>
                    <a:pt x="3570" y="11809"/>
                    <a:pt x="3690" y="10517"/>
                    <a:pt x="3374" y="9322"/>
                  </a:cubicBezTo>
                  <a:cubicBezTo>
                    <a:pt x="3218" y="8724"/>
                    <a:pt x="2955" y="8149"/>
                    <a:pt x="2595" y="7621"/>
                  </a:cubicBezTo>
                  <a:cubicBezTo>
                    <a:pt x="2236" y="7095"/>
                    <a:pt x="1772" y="6612"/>
                    <a:pt x="1237" y="6204"/>
                  </a:cubicBezTo>
                  <a:cubicBezTo>
                    <a:pt x="1179" y="6263"/>
                    <a:pt x="1121" y="6321"/>
                    <a:pt x="1062" y="6380"/>
                  </a:cubicBezTo>
                  <a:cubicBezTo>
                    <a:pt x="1004" y="6439"/>
                    <a:pt x="946" y="6498"/>
                    <a:pt x="888" y="6557"/>
                  </a:cubicBezTo>
                  <a:cubicBezTo>
                    <a:pt x="829" y="6615"/>
                    <a:pt x="771" y="6674"/>
                    <a:pt x="713" y="6733"/>
                  </a:cubicBezTo>
                  <a:cubicBezTo>
                    <a:pt x="655" y="6791"/>
                    <a:pt x="596" y="6850"/>
                    <a:pt x="538" y="690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i$ľïdè"/>
            <p:cNvSpPr/>
            <p:nvPr/>
          </p:nvSpPr>
          <p:spPr>
            <a:xfrm>
              <a:off x="6440179" y="1728594"/>
              <a:ext cx="971463" cy="971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7907" y="205"/>
                  </a:moveTo>
                  <a:cubicBezTo>
                    <a:pt x="13264" y="-897"/>
                    <a:pt x="18498" y="2551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ubicBezTo>
                    <a:pt x="6545" y="20703"/>
                    <a:pt x="1312" y="17258"/>
                    <a:pt x="206" y="11907"/>
                  </a:cubicBezTo>
                  <a:cubicBezTo>
                    <a:pt x="206" y="11904"/>
                    <a:pt x="205" y="11901"/>
                    <a:pt x="204" y="11899"/>
                  </a:cubicBezTo>
                  <a:cubicBezTo>
                    <a:pt x="-897" y="6542"/>
                    <a:pt x="2551" y="1307"/>
                    <a:pt x="7907" y="205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i$ľiḓé"/>
            <p:cNvSpPr/>
            <p:nvPr/>
          </p:nvSpPr>
          <p:spPr>
            <a:xfrm>
              <a:off x="6734355" y="1970666"/>
              <a:ext cx="411275" cy="395655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9" name="íšlïḓê"/>
            <p:cNvSpPr/>
            <p:nvPr/>
          </p:nvSpPr>
          <p:spPr>
            <a:xfrm>
              <a:off x="7284334" y="3163658"/>
              <a:ext cx="971453" cy="9714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6" extrusionOk="0">
                  <a:moveTo>
                    <a:pt x="11898" y="19600"/>
                  </a:moveTo>
                  <a:cubicBezTo>
                    <a:pt x="6542" y="20703"/>
                    <a:pt x="1307" y="17254"/>
                    <a:pt x="205" y="11898"/>
                  </a:cubicBezTo>
                  <a:cubicBezTo>
                    <a:pt x="-897" y="6542"/>
                    <a:pt x="2551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5"/>
                    <a:pt x="19600" y="7907"/>
                  </a:cubicBezTo>
                  <a:cubicBezTo>
                    <a:pt x="20703" y="13263"/>
                    <a:pt x="17254" y="18499"/>
                    <a:pt x="11898" y="196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işliḍé"/>
            <p:cNvSpPr/>
            <p:nvPr/>
          </p:nvSpPr>
          <p:spPr>
            <a:xfrm>
              <a:off x="7553121" y="3452630"/>
              <a:ext cx="433878" cy="417400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1" name="íṥľïḓe"/>
            <p:cNvSpPr/>
            <p:nvPr/>
          </p:nvSpPr>
          <p:spPr>
            <a:xfrm>
              <a:off x="6454248" y="4598723"/>
              <a:ext cx="971490" cy="9714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6" extrusionOk="0">
                  <a:moveTo>
                    <a:pt x="7908" y="205"/>
                  </a:moveTo>
                  <a:cubicBezTo>
                    <a:pt x="13264" y="-897"/>
                    <a:pt x="18500" y="2551"/>
                    <a:pt x="19602" y="7907"/>
                  </a:cubicBezTo>
                  <a:cubicBezTo>
                    <a:pt x="20703" y="13264"/>
                    <a:pt x="17254" y="18499"/>
                    <a:pt x="11899" y="19601"/>
                  </a:cubicBezTo>
                  <a:cubicBezTo>
                    <a:pt x="6545" y="20703"/>
                    <a:pt x="1312" y="17258"/>
                    <a:pt x="207" y="11907"/>
                  </a:cubicBezTo>
                  <a:cubicBezTo>
                    <a:pt x="206" y="11904"/>
                    <a:pt x="206" y="11901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îśḻiḓe"/>
            <p:cNvSpPr/>
            <p:nvPr/>
          </p:nvSpPr>
          <p:spPr>
            <a:xfrm>
              <a:off x="6722332" y="4885630"/>
              <a:ext cx="407157" cy="391694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3" name="îŝḷîḓè"/>
            <p:cNvSpPr/>
            <p:nvPr/>
          </p:nvSpPr>
          <p:spPr>
            <a:xfrm>
              <a:off x="4794076" y="4598723"/>
              <a:ext cx="971453" cy="9714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7908" y="205"/>
                  </a:moveTo>
                  <a:cubicBezTo>
                    <a:pt x="13264" y="-897"/>
                    <a:pt x="18499" y="2552"/>
                    <a:pt x="19601" y="7908"/>
                  </a:cubicBezTo>
                  <a:cubicBezTo>
                    <a:pt x="20703" y="13265"/>
                    <a:pt x="17255" y="18500"/>
                    <a:pt x="11899" y="19602"/>
                  </a:cubicBezTo>
                  <a:cubicBezTo>
                    <a:pt x="6545" y="20703"/>
                    <a:pt x="1313" y="17258"/>
                    <a:pt x="207" y="11907"/>
                  </a:cubicBezTo>
                  <a:cubicBezTo>
                    <a:pt x="207" y="11904"/>
                    <a:pt x="206" y="11901"/>
                    <a:pt x="206" y="11899"/>
                  </a:cubicBezTo>
                  <a:cubicBezTo>
                    <a:pt x="-897" y="6543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íṡḻiḓè"/>
            <p:cNvSpPr/>
            <p:nvPr/>
          </p:nvSpPr>
          <p:spPr>
            <a:xfrm>
              <a:off x="5103555" y="4914902"/>
              <a:ext cx="352497" cy="339110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5" name="íṣļïḓê"/>
            <p:cNvSpPr/>
            <p:nvPr/>
          </p:nvSpPr>
          <p:spPr>
            <a:xfrm>
              <a:off x="4780007" y="1728594"/>
              <a:ext cx="971470" cy="9714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11898" y="19602"/>
                  </a:moveTo>
                  <a:cubicBezTo>
                    <a:pt x="6542" y="20703"/>
                    <a:pt x="1307" y="17255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4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îṧḷïḑé"/>
            <p:cNvSpPr/>
            <p:nvPr/>
          </p:nvSpPr>
          <p:spPr>
            <a:xfrm>
              <a:off x="3949922" y="3163658"/>
              <a:ext cx="971490" cy="971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11898" y="19602"/>
                  </a:moveTo>
                  <a:cubicBezTo>
                    <a:pt x="6542" y="20704"/>
                    <a:pt x="1306" y="17256"/>
                    <a:pt x="204" y="11899"/>
                  </a:cubicBezTo>
                  <a:cubicBezTo>
                    <a:pt x="-897" y="6542"/>
                    <a:pt x="2552" y="1307"/>
                    <a:pt x="7907" y="205"/>
                  </a:cubicBezTo>
                  <a:cubicBezTo>
                    <a:pt x="13261" y="-896"/>
                    <a:pt x="18494" y="2549"/>
                    <a:pt x="19599" y="7900"/>
                  </a:cubicBezTo>
                  <a:cubicBezTo>
                    <a:pt x="19600" y="7903"/>
                    <a:pt x="19600" y="7905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ïSľiḋè"/>
            <p:cNvSpPr/>
            <p:nvPr/>
          </p:nvSpPr>
          <p:spPr>
            <a:xfrm>
              <a:off x="5107861" y="2062446"/>
              <a:ext cx="315763" cy="303771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8" name="ï$1iḋe"/>
            <p:cNvSpPr/>
            <p:nvPr/>
          </p:nvSpPr>
          <p:spPr>
            <a:xfrm>
              <a:off x="4243014" y="3465144"/>
              <a:ext cx="383076" cy="368527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grpSp>
          <p:nvGrpSpPr>
            <p:cNvPr id="19" name="ïṡ1iḑê"/>
            <p:cNvGrpSpPr/>
            <p:nvPr/>
          </p:nvGrpSpPr>
          <p:grpSpPr>
            <a:xfrm>
              <a:off x="5505271" y="3392092"/>
              <a:ext cx="1181458" cy="699429"/>
              <a:chOff x="5476756" y="3435701"/>
              <a:chExt cx="1181458" cy="699429"/>
            </a:xfrm>
          </p:grpSpPr>
          <p:sp>
            <p:nvSpPr>
              <p:cNvPr id="42" name="iṥlïďe"/>
              <p:cNvSpPr/>
              <p:nvPr/>
            </p:nvSpPr>
            <p:spPr>
              <a:xfrm>
                <a:off x="5842934" y="3435701"/>
                <a:ext cx="449102" cy="272872"/>
              </a:xfrm>
              <a:prstGeom prst="rect">
                <a:avLst/>
              </a:prstGeom>
            </p:spPr>
            <p:txBody>
              <a:bodyPr wrap="none">
                <a:prstTxWarp prst="textPlain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b="1" dirty="0"/>
                  <a:t>56K</a:t>
                </a:r>
                <a:endParaRPr lang="en-US" altLang="zh-CN" b="1" dirty="0"/>
              </a:p>
            </p:txBody>
          </p:sp>
          <p:sp>
            <p:nvSpPr>
              <p:cNvPr id="43" name="ïSḷiḓe"/>
              <p:cNvSpPr txBox="1"/>
              <p:nvPr/>
            </p:nvSpPr>
            <p:spPr bwMode="auto">
              <a:xfrm>
                <a:off x="5476756" y="3715896"/>
                <a:ext cx="1181458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Text here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íSļiḑé"/>
            <p:cNvGrpSpPr/>
            <p:nvPr/>
          </p:nvGrpSpPr>
          <p:grpSpPr>
            <a:xfrm>
              <a:off x="670466" y="1455820"/>
              <a:ext cx="2875945" cy="1029692"/>
              <a:chOff x="8644542" y="2827390"/>
              <a:chExt cx="2875945" cy="1029692"/>
            </a:xfrm>
          </p:grpSpPr>
          <p:sp>
            <p:nvSpPr>
              <p:cNvPr id="40" name="îšļiḍe"/>
              <p:cNvSpPr/>
              <p:nvPr/>
            </p:nvSpPr>
            <p:spPr bwMode="auto">
              <a:xfrm>
                <a:off x="8644542" y="3246625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41" name="íš1iḓé"/>
              <p:cNvSpPr txBox="1"/>
              <p:nvPr/>
            </p:nvSpPr>
            <p:spPr bwMode="auto">
              <a:xfrm>
                <a:off x="8644542" y="2827390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ïŝlîḑé"/>
            <p:cNvGrpSpPr/>
            <p:nvPr/>
          </p:nvGrpSpPr>
          <p:grpSpPr>
            <a:xfrm>
              <a:off x="670466" y="3123482"/>
              <a:ext cx="2875945" cy="1029692"/>
              <a:chOff x="8644542" y="3987446"/>
              <a:chExt cx="2875945" cy="1029692"/>
            </a:xfrm>
          </p:grpSpPr>
          <p:sp>
            <p:nvSpPr>
              <p:cNvPr id="38" name="ïs1íḍé"/>
              <p:cNvSpPr/>
              <p:nvPr/>
            </p:nvSpPr>
            <p:spPr bwMode="auto">
              <a:xfrm>
                <a:off x="8644542" y="4406681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9" name="íSľîḓè"/>
              <p:cNvSpPr txBox="1"/>
              <p:nvPr/>
            </p:nvSpPr>
            <p:spPr bwMode="auto">
              <a:xfrm>
                <a:off x="8644542" y="3987446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</p:grpSp>
        <p:grpSp>
          <p:nvGrpSpPr>
            <p:cNvPr id="22" name="íŝ1ïďè"/>
            <p:cNvGrpSpPr/>
            <p:nvPr/>
          </p:nvGrpSpPr>
          <p:grpSpPr>
            <a:xfrm>
              <a:off x="670466" y="4791144"/>
              <a:ext cx="2875945" cy="1029692"/>
              <a:chOff x="8644542" y="5210771"/>
              <a:chExt cx="2875945" cy="1029692"/>
            </a:xfrm>
          </p:grpSpPr>
          <p:sp>
            <p:nvSpPr>
              <p:cNvPr id="36" name="îŝḻîďé"/>
              <p:cNvSpPr/>
              <p:nvPr/>
            </p:nvSpPr>
            <p:spPr bwMode="auto">
              <a:xfrm>
                <a:off x="8644542" y="5630006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7" name="ïšľíḑè"/>
              <p:cNvSpPr txBox="1"/>
              <p:nvPr/>
            </p:nvSpPr>
            <p:spPr bwMode="auto">
              <a:xfrm>
                <a:off x="8644542" y="5210771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</p:grpSp>
        <p:cxnSp>
          <p:nvCxnSpPr>
            <p:cNvPr id="23" name="直接连接符 22"/>
            <p:cNvCxnSpPr/>
            <p:nvPr/>
          </p:nvCxnSpPr>
          <p:spPr>
            <a:xfrm>
              <a:off x="669925" y="2844974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69925" y="4404373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îṥļiḋè"/>
            <p:cNvGrpSpPr/>
            <p:nvPr/>
          </p:nvGrpSpPr>
          <p:grpSpPr>
            <a:xfrm>
              <a:off x="8644543" y="1455820"/>
              <a:ext cx="2875945" cy="1029692"/>
              <a:chOff x="8644542" y="2827390"/>
              <a:chExt cx="2875945" cy="1029692"/>
            </a:xfrm>
          </p:grpSpPr>
          <p:sp>
            <p:nvSpPr>
              <p:cNvPr id="34" name="ïṣḷiďè"/>
              <p:cNvSpPr/>
              <p:nvPr/>
            </p:nvSpPr>
            <p:spPr bwMode="auto">
              <a:xfrm>
                <a:off x="8644542" y="3246625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5" name="ïšḻîdê"/>
              <p:cNvSpPr txBox="1"/>
              <p:nvPr/>
            </p:nvSpPr>
            <p:spPr bwMode="auto">
              <a:xfrm>
                <a:off x="8644542" y="2827390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íṩḻïḋè"/>
            <p:cNvGrpSpPr/>
            <p:nvPr/>
          </p:nvGrpSpPr>
          <p:grpSpPr>
            <a:xfrm>
              <a:off x="8644543" y="3123482"/>
              <a:ext cx="2875945" cy="1029692"/>
              <a:chOff x="8644542" y="3987446"/>
              <a:chExt cx="2875945" cy="1029692"/>
            </a:xfrm>
          </p:grpSpPr>
          <p:sp>
            <p:nvSpPr>
              <p:cNvPr id="32" name="iṡļiḓé"/>
              <p:cNvSpPr/>
              <p:nvPr/>
            </p:nvSpPr>
            <p:spPr bwMode="auto">
              <a:xfrm>
                <a:off x="8644542" y="4406681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3" name="îS1iḑé"/>
              <p:cNvSpPr txBox="1"/>
              <p:nvPr/>
            </p:nvSpPr>
            <p:spPr bwMode="auto">
              <a:xfrm>
                <a:off x="8644542" y="3987446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</p:grpSp>
        <p:grpSp>
          <p:nvGrpSpPr>
            <p:cNvPr id="27" name="îŝľiḓè"/>
            <p:cNvGrpSpPr/>
            <p:nvPr/>
          </p:nvGrpSpPr>
          <p:grpSpPr>
            <a:xfrm>
              <a:off x="8644543" y="4791144"/>
              <a:ext cx="2875945" cy="1029692"/>
              <a:chOff x="8644542" y="5210771"/>
              <a:chExt cx="2875945" cy="1029692"/>
            </a:xfrm>
          </p:grpSpPr>
          <p:sp>
            <p:nvSpPr>
              <p:cNvPr id="30" name="iṣḻíḋê"/>
              <p:cNvSpPr/>
              <p:nvPr/>
            </p:nvSpPr>
            <p:spPr bwMode="auto">
              <a:xfrm>
                <a:off x="8644542" y="5630006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1" name="íṣļîḑê"/>
              <p:cNvSpPr txBox="1"/>
              <p:nvPr/>
            </p:nvSpPr>
            <p:spPr bwMode="auto">
              <a:xfrm>
                <a:off x="8644542" y="5210771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</p:grpSp>
        <p:cxnSp>
          <p:nvCxnSpPr>
            <p:cNvPr id="28" name="直接连接符 27"/>
            <p:cNvCxnSpPr/>
            <p:nvPr/>
          </p:nvCxnSpPr>
          <p:spPr>
            <a:xfrm>
              <a:off x="8644002" y="2844974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644002" y="4404373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图片 44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r>
              <a:rPr lang="zh-CN" altLang="en-US"/>
              <a:t>「 让</a:t>
            </a:r>
            <a:r>
              <a:rPr lang="en-US" altLang="zh-CN"/>
              <a:t>PPT</a:t>
            </a:r>
            <a:r>
              <a:rPr lang="zh-CN" altLang="en-US"/>
              <a:t>设计简单起来！」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74a708d-9597-4ca4-8ef1-ea04e93b3ea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130300"/>
            <a:ext cx="10871200" cy="4908700"/>
            <a:chOff x="660400" y="1130300"/>
            <a:chExt cx="10871200" cy="4908700"/>
          </a:xfrm>
        </p:grpSpPr>
        <p:grpSp>
          <p:nvGrpSpPr>
            <p:cNvPr id="6" name="ísľîḓé"/>
            <p:cNvGrpSpPr/>
            <p:nvPr/>
          </p:nvGrpSpPr>
          <p:grpSpPr>
            <a:xfrm>
              <a:off x="8518103" y="2141653"/>
              <a:ext cx="2445644" cy="2301346"/>
              <a:chOff x="4713288" y="2201863"/>
              <a:chExt cx="2609850" cy="2455863"/>
            </a:xfrm>
          </p:grpSpPr>
          <p:grpSp>
            <p:nvGrpSpPr>
              <p:cNvPr id="23" name="iṣľiḍe"/>
              <p:cNvGrpSpPr/>
              <p:nvPr/>
            </p:nvGrpSpPr>
            <p:grpSpPr>
              <a:xfrm>
                <a:off x="4713288" y="2201863"/>
                <a:ext cx="2609850" cy="2455863"/>
                <a:chOff x="4713288" y="2201863"/>
                <a:chExt cx="2609850" cy="2455863"/>
              </a:xfrm>
            </p:grpSpPr>
            <p:sp>
              <p:nvSpPr>
                <p:cNvPr id="26" name="ïṡ1ïḋê"/>
                <p:cNvSpPr/>
                <p:nvPr/>
              </p:nvSpPr>
              <p:spPr bwMode="auto">
                <a:xfrm>
                  <a:off x="5145088" y="2201863"/>
                  <a:ext cx="2178050" cy="2455863"/>
                </a:xfrm>
                <a:custGeom>
                  <a:avLst/>
                  <a:gdLst>
                    <a:gd name="T0" fmla="*/ 1533 w 3516"/>
                    <a:gd name="T1" fmla="*/ 0 h 3966"/>
                    <a:gd name="T2" fmla="*/ 3516 w 3516"/>
                    <a:gd name="T3" fmla="*/ 1983 h 3966"/>
                    <a:gd name="T4" fmla="*/ 1533 w 3516"/>
                    <a:gd name="T5" fmla="*/ 3966 h 3966"/>
                    <a:gd name="T6" fmla="*/ 0 w 3516"/>
                    <a:gd name="T7" fmla="*/ 3241 h 3966"/>
                    <a:gd name="T8" fmla="*/ 383 w 3516"/>
                    <a:gd name="T9" fmla="*/ 2927 h 3966"/>
                    <a:gd name="T10" fmla="*/ 2476 w 3516"/>
                    <a:gd name="T11" fmla="*/ 3133 h 3966"/>
                    <a:gd name="T12" fmla="*/ 2683 w 3516"/>
                    <a:gd name="T13" fmla="*/ 1040 h 3966"/>
                    <a:gd name="T14" fmla="*/ 1533 w 3516"/>
                    <a:gd name="T15" fmla="*/ 496 h 3966"/>
                    <a:gd name="T16" fmla="*/ 1533 w 3516"/>
                    <a:gd name="T17" fmla="*/ 0 h 39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516" h="3966">
                      <a:moveTo>
                        <a:pt x="1533" y="0"/>
                      </a:moveTo>
                      <a:cubicBezTo>
                        <a:pt x="2628" y="0"/>
                        <a:pt x="3516" y="888"/>
                        <a:pt x="3516" y="1983"/>
                      </a:cubicBezTo>
                      <a:cubicBezTo>
                        <a:pt x="3516" y="3079"/>
                        <a:pt x="2628" y="3966"/>
                        <a:pt x="1533" y="3966"/>
                      </a:cubicBezTo>
                      <a:cubicBezTo>
                        <a:pt x="939" y="3966"/>
                        <a:pt x="376" y="3700"/>
                        <a:pt x="0" y="3241"/>
                      </a:cubicBezTo>
                      <a:lnTo>
                        <a:pt x="383" y="2927"/>
                      </a:lnTo>
                      <a:cubicBezTo>
                        <a:pt x="904" y="3562"/>
                        <a:pt x="1841" y="3654"/>
                        <a:pt x="2476" y="3133"/>
                      </a:cubicBezTo>
                      <a:cubicBezTo>
                        <a:pt x="3111" y="2612"/>
                        <a:pt x="3204" y="1675"/>
                        <a:pt x="2683" y="1040"/>
                      </a:cubicBezTo>
                      <a:cubicBezTo>
                        <a:pt x="2400" y="695"/>
                        <a:pt x="1978" y="496"/>
                        <a:pt x="1533" y="496"/>
                      </a:cubicBezTo>
                      <a:lnTo>
                        <a:pt x="153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8100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/>
                </a:bodyPr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í$ḷïďê"/>
                <p:cNvSpPr/>
                <p:nvPr/>
              </p:nvSpPr>
              <p:spPr bwMode="auto">
                <a:xfrm>
                  <a:off x="4713288" y="2481263"/>
                  <a:ext cx="796925" cy="1727200"/>
                </a:xfrm>
                <a:custGeom>
                  <a:avLst/>
                  <a:gdLst>
                    <a:gd name="T0" fmla="*/ 695 w 1284"/>
                    <a:gd name="T1" fmla="*/ 2791 h 2791"/>
                    <a:gd name="T2" fmla="*/ 970 w 1284"/>
                    <a:gd name="T3" fmla="*/ 0 h 2791"/>
                    <a:gd name="T4" fmla="*/ 1284 w 1284"/>
                    <a:gd name="T5" fmla="*/ 384 h 2791"/>
                    <a:gd name="T6" fmla="*/ 1078 w 1284"/>
                    <a:gd name="T7" fmla="*/ 2477 h 2791"/>
                    <a:gd name="T8" fmla="*/ 695 w 1284"/>
                    <a:gd name="T9" fmla="*/ 2791 h 2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84" h="2791">
                      <a:moveTo>
                        <a:pt x="695" y="2791"/>
                      </a:moveTo>
                      <a:cubicBezTo>
                        <a:pt x="0" y="1945"/>
                        <a:pt x="123" y="695"/>
                        <a:pt x="970" y="0"/>
                      </a:cubicBezTo>
                      <a:lnTo>
                        <a:pt x="1284" y="384"/>
                      </a:lnTo>
                      <a:cubicBezTo>
                        <a:pt x="649" y="905"/>
                        <a:pt x="557" y="1842"/>
                        <a:pt x="1078" y="2477"/>
                      </a:cubicBezTo>
                      <a:lnTo>
                        <a:pt x="695" y="2791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38100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/>
                </a:bodyPr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îŝľíḑé"/>
                <p:cNvSpPr/>
                <p:nvPr/>
              </p:nvSpPr>
              <p:spPr bwMode="auto">
                <a:xfrm>
                  <a:off x="5314951" y="2201863"/>
                  <a:ext cx="779463" cy="515938"/>
                </a:xfrm>
                <a:custGeom>
                  <a:avLst/>
                  <a:gdLst>
                    <a:gd name="T0" fmla="*/ 0 w 1258"/>
                    <a:gd name="T1" fmla="*/ 450 h 834"/>
                    <a:gd name="T2" fmla="*/ 1258 w 1258"/>
                    <a:gd name="T3" fmla="*/ 0 h 834"/>
                    <a:gd name="T4" fmla="*/ 1258 w 1258"/>
                    <a:gd name="T5" fmla="*/ 496 h 834"/>
                    <a:gd name="T6" fmla="*/ 314 w 1258"/>
                    <a:gd name="T7" fmla="*/ 834 h 834"/>
                    <a:gd name="T8" fmla="*/ 0 w 1258"/>
                    <a:gd name="T9" fmla="*/ 450 h 8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58" h="834">
                      <a:moveTo>
                        <a:pt x="0" y="450"/>
                      </a:moveTo>
                      <a:cubicBezTo>
                        <a:pt x="354" y="159"/>
                        <a:pt x="799" y="0"/>
                        <a:pt x="1258" y="0"/>
                      </a:cubicBezTo>
                      <a:lnTo>
                        <a:pt x="1258" y="496"/>
                      </a:lnTo>
                      <a:cubicBezTo>
                        <a:pt x="914" y="496"/>
                        <a:pt x="580" y="615"/>
                        <a:pt x="314" y="834"/>
                      </a:cubicBezTo>
                      <a:lnTo>
                        <a:pt x="0" y="45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38100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rmAutofit/>
                </a:bodyPr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24" name="îṩ1íďé"/>
              <p:cNvSpPr/>
              <p:nvPr/>
            </p:nvSpPr>
            <p:spPr>
              <a:xfrm>
                <a:off x="5045681" y="2381061"/>
                <a:ext cx="2097466" cy="2097466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ïŝḷiḋé"/>
              <p:cNvSpPr/>
              <p:nvPr/>
            </p:nvSpPr>
            <p:spPr bwMode="auto">
              <a:xfrm>
                <a:off x="5842606" y="3137045"/>
                <a:ext cx="585502" cy="585498"/>
              </a:xfrm>
              <a:custGeom>
                <a:avLst/>
                <a:gdLst>
                  <a:gd name="connsiteX0" fmla="*/ 240298 w 585502"/>
                  <a:gd name="connsiteY0" fmla="*/ 104089 h 585498"/>
                  <a:gd name="connsiteX1" fmla="*/ 254146 w 585502"/>
                  <a:gd name="connsiteY1" fmla="*/ 104902 h 585498"/>
                  <a:gd name="connsiteX2" fmla="*/ 267994 w 585502"/>
                  <a:gd name="connsiteY2" fmla="*/ 106529 h 585498"/>
                  <a:gd name="connsiteX3" fmla="*/ 282656 w 585502"/>
                  <a:gd name="connsiteY3" fmla="*/ 108155 h 585498"/>
                  <a:gd name="connsiteX4" fmla="*/ 295689 w 585502"/>
                  <a:gd name="connsiteY4" fmla="*/ 111408 h 585498"/>
                  <a:gd name="connsiteX5" fmla="*/ 309537 w 585502"/>
                  <a:gd name="connsiteY5" fmla="*/ 115474 h 585498"/>
                  <a:gd name="connsiteX6" fmla="*/ 321755 w 585502"/>
                  <a:gd name="connsiteY6" fmla="*/ 118727 h 585498"/>
                  <a:gd name="connsiteX7" fmla="*/ 334788 w 585502"/>
                  <a:gd name="connsiteY7" fmla="*/ 124419 h 585498"/>
                  <a:gd name="connsiteX8" fmla="*/ 347821 w 585502"/>
                  <a:gd name="connsiteY8" fmla="*/ 130111 h 585498"/>
                  <a:gd name="connsiteX9" fmla="*/ 351080 w 585502"/>
                  <a:gd name="connsiteY9" fmla="*/ 132551 h 585498"/>
                  <a:gd name="connsiteX10" fmla="*/ 353523 w 585502"/>
                  <a:gd name="connsiteY10" fmla="*/ 134990 h 585498"/>
                  <a:gd name="connsiteX11" fmla="*/ 355967 w 585502"/>
                  <a:gd name="connsiteY11" fmla="*/ 137430 h 585498"/>
                  <a:gd name="connsiteX12" fmla="*/ 356782 w 585502"/>
                  <a:gd name="connsiteY12" fmla="*/ 141496 h 585498"/>
                  <a:gd name="connsiteX13" fmla="*/ 357596 w 585502"/>
                  <a:gd name="connsiteY13" fmla="*/ 144749 h 585498"/>
                  <a:gd name="connsiteX14" fmla="*/ 359225 w 585502"/>
                  <a:gd name="connsiteY14" fmla="*/ 149628 h 585498"/>
                  <a:gd name="connsiteX15" fmla="*/ 357596 w 585502"/>
                  <a:gd name="connsiteY15" fmla="*/ 152881 h 585498"/>
                  <a:gd name="connsiteX16" fmla="*/ 355967 w 585502"/>
                  <a:gd name="connsiteY16" fmla="*/ 156133 h 585498"/>
                  <a:gd name="connsiteX17" fmla="*/ 354338 w 585502"/>
                  <a:gd name="connsiteY17" fmla="*/ 160199 h 585498"/>
                  <a:gd name="connsiteX18" fmla="*/ 351894 w 585502"/>
                  <a:gd name="connsiteY18" fmla="*/ 162639 h 585498"/>
                  <a:gd name="connsiteX19" fmla="*/ 348636 w 585502"/>
                  <a:gd name="connsiteY19" fmla="*/ 164265 h 585498"/>
                  <a:gd name="connsiteX20" fmla="*/ 345378 w 585502"/>
                  <a:gd name="connsiteY20" fmla="*/ 166705 h 585498"/>
                  <a:gd name="connsiteX21" fmla="*/ 342119 w 585502"/>
                  <a:gd name="connsiteY21" fmla="*/ 167518 h 585498"/>
                  <a:gd name="connsiteX22" fmla="*/ 338047 w 585502"/>
                  <a:gd name="connsiteY22" fmla="*/ 167518 h 585498"/>
                  <a:gd name="connsiteX23" fmla="*/ 333974 w 585502"/>
                  <a:gd name="connsiteY23" fmla="*/ 166705 h 585498"/>
                  <a:gd name="connsiteX24" fmla="*/ 329901 w 585502"/>
                  <a:gd name="connsiteY24" fmla="*/ 165078 h 585498"/>
                  <a:gd name="connsiteX25" fmla="*/ 319312 w 585502"/>
                  <a:gd name="connsiteY25" fmla="*/ 160199 h 585498"/>
                  <a:gd name="connsiteX26" fmla="*/ 308722 w 585502"/>
                  <a:gd name="connsiteY26" fmla="*/ 156133 h 585498"/>
                  <a:gd name="connsiteX27" fmla="*/ 297318 w 585502"/>
                  <a:gd name="connsiteY27" fmla="*/ 152067 h 585498"/>
                  <a:gd name="connsiteX28" fmla="*/ 286729 w 585502"/>
                  <a:gd name="connsiteY28" fmla="*/ 149628 h 585498"/>
                  <a:gd name="connsiteX29" fmla="*/ 275325 w 585502"/>
                  <a:gd name="connsiteY29" fmla="*/ 146375 h 585498"/>
                  <a:gd name="connsiteX30" fmla="*/ 263921 w 585502"/>
                  <a:gd name="connsiteY30" fmla="*/ 144749 h 585498"/>
                  <a:gd name="connsiteX31" fmla="*/ 252517 w 585502"/>
                  <a:gd name="connsiteY31" fmla="*/ 143935 h 585498"/>
                  <a:gd name="connsiteX32" fmla="*/ 240298 w 585502"/>
                  <a:gd name="connsiteY32" fmla="*/ 143935 h 585498"/>
                  <a:gd name="connsiteX33" fmla="*/ 230523 w 585502"/>
                  <a:gd name="connsiteY33" fmla="*/ 143935 h 585498"/>
                  <a:gd name="connsiteX34" fmla="*/ 220749 w 585502"/>
                  <a:gd name="connsiteY34" fmla="*/ 144749 h 585498"/>
                  <a:gd name="connsiteX35" fmla="*/ 209345 w 585502"/>
                  <a:gd name="connsiteY35" fmla="*/ 145562 h 585498"/>
                  <a:gd name="connsiteX36" fmla="*/ 199570 w 585502"/>
                  <a:gd name="connsiteY36" fmla="*/ 147188 h 585498"/>
                  <a:gd name="connsiteX37" fmla="*/ 189795 w 585502"/>
                  <a:gd name="connsiteY37" fmla="*/ 150441 h 585498"/>
                  <a:gd name="connsiteX38" fmla="*/ 180835 w 585502"/>
                  <a:gd name="connsiteY38" fmla="*/ 152881 h 585498"/>
                  <a:gd name="connsiteX39" fmla="*/ 171060 w 585502"/>
                  <a:gd name="connsiteY39" fmla="*/ 155320 h 585498"/>
                  <a:gd name="connsiteX40" fmla="*/ 162099 w 585502"/>
                  <a:gd name="connsiteY40" fmla="*/ 160199 h 585498"/>
                  <a:gd name="connsiteX41" fmla="*/ 153139 w 585502"/>
                  <a:gd name="connsiteY41" fmla="*/ 163452 h 585498"/>
                  <a:gd name="connsiteX42" fmla="*/ 144993 w 585502"/>
                  <a:gd name="connsiteY42" fmla="*/ 168331 h 585498"/>
                  <a:gd name="connsiteX43" fmla="*/ 136033 w 585502"/>
                  <a:gd name="connsiteY43" fmla="*/ 172397 h 585498"/>
                  <a:gd name="connsiteX44" fmla="*/ 127888 w 585502"/>
                  <a:gd name="connsiteY44" fmla="*/ 178089 h 585498"/>
                  <a:gd name="connsiteX45" fmla="*/ 119742 w 585502"/>
                  <a:gd name="connsiteY45" fmla="*/ 184595 h 585498"/>
                  <a:gd name="connsiteX46" fmla="*/ 112411 w 585502"/>
                  <a:gd name="connsiteY46" fmla="*/ 189474 h 585498"/>
                  <a:gd name="connsiteX47" fmla="*/ 105080 w 585502"/>
                  <a:gd name="connsiteY47" fmla="*/ 195980 h 585498"/>
                  <a:gd name="connsiteX48" fmla="*/ 97748 w 585502"/>
                  <a:gd name="connsiteY48" fmla="*/ 203298 h 585498"/>
                  <a:gd name="connsiteX49" fmla="*/ 90417 w 585502"/>
                  <a:gd name="connsiteY49" fmla="*/ 210617 h 585498"/>
                  <a:gd name="connsiteX50" fmla="*/ 84715 w 585502"/>
                  <a:gd name="connsiteY50" fmla="*/ 217936 h 585498"/>
                  <a:gd name="connsiteX51" fmla="*/ 79013 w 585502"/>
                  <a:gd name="connsiteY51" fmla="*/ 224441 h 585498"/>
                  <a:gd name="connsiteX52" fmla="*/ 72497 w 585502"/>
                  <a:gd name="connsiteY52" fmla="*/ 232573 h 585498"/>
                  <a:gd name="connsiteX53" fmla="*/ 68424 w 585502"/>
                  <a:gd name="connsiteY53" fmla="*/ 240705 h 585498"/>
                  <a:gd name="connsiteX54" fmla="*/ 62722 w 585502"/>
                  <a:gd name="connsiteY54" fmla="*/ 248837 h 585498"/>
                  <a:gd name="connsiteX55" fmla="*/ 58649 w 585502"/>
                  <a:gd name="connsiteY55" fmla="*/ 257782 h 585498"/>
                  <a:gd name="connsiteX56" fmla="*/ 54576 w 585502"/>
                  <a:gd name="connsiteY56" fmla="*/ 266727 h 585498"/>
                  <a:gd name="connsiteX57" fmla="*/ 51318 w 585502"/>
                  <a:gd name="connsiteY57" fmla="*/ 275672 h 585498"/>
                  <a:gd name="connsiteX58" fmla="*/ 47245 w 585502"/>
                  <a:gd name="connsiteY58" fmla="*/ 285431 h 585498"/>
                  <a:gd name="connsiteX59" fmla="*/ 44801 w 585502"/>
                  <a:gd name="connsiteY59" fmla="*/ 294376 h 585498"/>
                  <a:gd name="connsiteX60" fmla="*/ 43172 w 585502"/>
                  <a:gd name="connsiteY60" fmla="*/ 304947 h 585498"/>
                  <a:gd name="connsiteX61" fmla="*/ 41543 w 585502"/>
                  <a:gd name="connsiteY61" fmla="*/ 314706 h 585498"/>
                  <a:gd name="connsiteX62" fmla="*/ 39914 w 585502"/>
                  <a:gd name="connsiteY62" fmla="*/ 324464 h 585498"/>
                  <a:gd name="connsiteX63" fmla="*/ 38285 w 585502"/>
                  <a:gd name="connsiteY63" fmla="*/ 335035 h 585498"/>
                  <a:gd name="connsiteX64" fmla="*/ 38285 w 585502"/>
                  <a:gd name="connsiteY64" fmla="*/ 344794 h 585498"/>
                  <a:gd name="connsiteX65" fmla="*/ 38285 w 585502"/>
                  <a:gd name="connsiteY65" fmla="*/ 356178 h 585498"/>
                  <a:gd name="connsiteX66" fmla="*/ 39914 w 585502"/>
                  <a:gd name="connsiteY66" fmla="*/ 365937 h 585498"/>
                  <a:gd name="connsiteX67" fmla="*/ 41543 w 585502"/>
                  <a:gd name="connsiteY67" fmla="*/ 376508 h 585498"/>
                  <a:gd name="connsiteX68" fmla="*/ 43172 w 585502"/>
                  <a:gd name="connsiteY68" fmla="*/ 386266 h 585498"/>
                  <a:gd name="connsiteX69" fmla="*/ 44801 w 585502"/>
                  <a:gd name="connsiteY69" fmla="*/ 396025 h 585498"/>
                  <a:gd name="connsiteX70" fmla="*/ 47245 w 585502"/>
                  <a:gd name="connsiteY70" fmla="*/ 404970 h 585498"/>
                  <a:gd name="connsiteX71" fmla="*/ 51318 w 585502"/>
                  <a:gd name="connsiteY71" fmla="*/ 414728 h 585498"/>
                  <a:gd name="connsiteX72" fmla="*/ 54576 w 585502"/>
                  <a:gd name="connsiteY72" fmla="*/ 424486 h 585498"/>
                  <a:gd name="connsiteX73" fmla="*/ 58649 w 585502"/>
                  <a:gd name="connsiteY73" fmla="*/ 433431 h 585498"/>
                  <a:gd name="connsiteX74" fmla="*/ 62722 w 585502"/>
                  <a:gd name="connsiteY74" fmla="*/ 442377 h 585498"/>
                  <a:gd name="connsiteX75" fmla="*/ 68424 w 585502"/>
                  <a:gd name="connsiteY75" fmla="*/ 450508 h 585498"/>
                  <a:gd name="connsiteX76" fmla="*/ 72497 w 585502"/>
                  <a:gd name="connsiteY76" fmla="*/ 457827 h 585498"/>
                  <a:gd name="connsiteX77" fmla="*/ 79013 w 585502"/>
                  <a:gd name="connsiteY77" fmla="*/ 465959 h 585498"/>
                  <a:gd name="connsiteX78" fmla="*/ 84715 w 585502"/>
                  <a:gd name="connsiteY78" fmla="*/ 474091 h 585498"/>
                  <a:gd name="connsiteX79" fmla="*/ 90417 w 585502"/>
                  <a:gd name="connsiteY79" fmla="*/ 481410 h 585498"/>
                  <a:gd name="connsiteX80" fmla="*/ 97748 w 585502"/>
                  <a:gd name="connsiteY80" fmla="*/ 487915 h 585498"/>
                  <a:gd name="connsiteX81" fmla="*/ 105080 w 585502"/>
                  <a:gd name="connsiteY81" fmla="*/ 495234 h 585498"/>
                  <a:gd name="connsiteX82" fmla="*/ 112411 w 585502"/>
                  <a:gd name="connsiteY82" fmla="*/ 500926 h 585498"/>
                  <a:gd name="connsiteX83" fmla="*/ 119742 w 585502"/>
                  <a:gd name="connsiteY83" fmla="*/ 507432 h 585498"/>
                  <a:gd name="connsiteX84" fmla="*/ 127888 w 585502"/>
                  <a:gd name="connsiteY84" fmla="*/ 513124 h 585498"/>
                  <a:gd name="connsiteX85" fmla="*/ 136033 w 585502"/>
                  <a:gd name="connsiteY85" fmla="*/ 518003 h 585498"/>
                  <a:gd name="connsiteX86" fmla="*/ 144993 w 585502"/>
                  <a:gd name="connsiteY86" fmla="*/ 522882 h 585498"/>
                  <a:gd name="connsiteX87" fmla="*/ 153139 w 585502"/>
                  <a:gd name="connsiteY87" fmla="*/ 526948 h 585498"/>
                  <a:gd name="connsiteX88" fmla="*/ 162099 w 585502"/>
                  <a:gd name="connsiteY88" fmla="*/ 531014 h 585498"/>
                  <a:gd name="connsiteX89" fmla="*/ 171060 w 585502"/>
                  <a:gd name="connsiteY89" fmla="*/ 534267 h 585498"/>
                  <a:gd name="connsiteX90" fmla="*/ 180835 w 585502"/>
                  <a:gd name="connsiteY90" fmla="*/ 538333 h 585498"/>
                  <a:gd name="connsiteX91" fmla="*/ 189795 w 585502"/>
                  <a:gd name="connsiteY91" fmla="*/ 540773 h 585498"/>
                  <a:gd name="connsiteX92" fmla="*/ 199570 w 585502"/>
                  <a:gd name="connsiteY92" fmla="*/ 542399 h 585498"/>
                  <a:gd name="connsiteX93" fmla="*/ 209345 w 585502"/>
                  <a:gd name="connsiteY93" fmla="*/ 544025 h 585498"/>
                  <a:gd name="connsiteX94" fmla="*/ 220749 w 585502"/>
                  <a:gd name="connsiteY94" fmla="*/ 546465 h 585498"/>
                  <a:gd name="connsiteX95" fmla="*/ 230523 w 585502"/>
                  <a:gd name="connsiteY95" fmla="*/ 547278 h 585498"/>
                  <a:gd name="connsiteX96" fmla="*/ 240298 w 585502"/>
                  <a:gd name="connsiteY96" fmla="*/ 547278 h 585498"/>
                  <a:gd name="connsiteX97" fmla="*/ 250888 w 585502"/>
                  <a:gd name="connsiteY97" fmla="*/ 547278 h 585498"/>
                  <a:gd name="connsiteX98" fmla="*/ 260662 w 585502"/>
                  <a:gd name="connsiteY98" fmla="*/ 546465 h 585498"/>
                  <a:gd name="connsiteX99" fmla="*/ 271252 w 585502"/>
                  <a:gd name="connsiteY99" fmla="*/ 544025 h 585498"/>
                  <a:gd name="connsiteX100" fmla="*/ 281841 w 585502"/>
                  <a:gd name="connsiteY100" fmla="*/ 542399 h 585498"/>
                  <a:gd name="connsiteX101" fmla="*/ 291616 w 585502"/>
                  <a:gd name="connsiteY101" fmla="*/ 540773 h 585498"/>
                  <a:gd name="connsiteX102" fmla="*/ 300576 w 585502"/>
                  <a:gd name="connsiteY102" fmla="*/ 538333 h 585498"/>
                  <a:gd name="connsiteX103" fmla="*/ 310351 w 585502"/>
                  <a:gd name="connsiteY103" fmla="*/ 534267 h 585498"/>
                  <a:gd name="connsiteX104" fmla="*/ 319312 w 585502"/>
                  <a:gd name="connsiteY104" fmla="*/ 531014 h 585498"/>
                  <a:gd name="connsiteX105" fmla="*/ 328272 w 585502"/>
                  <a:gd name="connsiteY105" fmla="*/ 526948 h 585498"/>
                  <a:gd name="connsiteX106" fmla="*/ 336417 w 585502"/>
                  <a:gd name="connsiteY106" fmla="*/ 522882 h 585498"/>
                  <a:gd name="connsiteX107" fmla="*/ 345378 w 585502"/>
                  <a:gd name="connsiteY107" fmla="*/ 518003 h 585498"/>
                  <a:gd name="connsiteX108" fmla="*/ 353523 w 585502"/>
                  <a:gd name="connsiteY108" fmla="*/ 513124 h 585498"/>
                  <a:gd name="connsiteX109" fmla="*/ 361669 w 585502"/>
                  <a:gd name="connsiteY109" fmla="*/ 507432 h 585498"/>
                  <a:gd name="connsiteX110" fmla="*/ 369000 w 585502"/>
                  <a:gd name="connsiteY110" fmla="*/ 500926 h 585498"/>
                  <a:gd name="connsiteX111" fmla="*/ 376331 w 585502"/>
                  <a:gd name="connsiteY111" fmla="*/ 495234 h 585498"/>
                  <a:gd name="connsiteX112" fmla="*/ 382848 w 585502"/>
                  <a:gd name="connsiteY112" fmla="*/ 487915 h 585498"/>
                  <a:gd name="connsiteX113" fmla="*/ 390179 w 585502"/>
                  <a:gd name="connsiteY113" fmla="*/ 481410 h 585498"/>
                  <a:gd name="connsiteX114" fmla="*/ 396696 w 585502"/>
                  <a:gd name="connsiteY114" fmla="*/ 474091 h 585498"/>
                  <a:gd name="connsiteX115" fmla="*/ 402398 w 585502"/>
                  <a:gd name="connsiteY115" fmla="*/ 465959 h 585498"/>
                  <a:gd name="connsiteX116" fmla="*/ 408100 w 585502"/>
                  <a:gd name="connsiteY116" fmla="*/ 457827 h 585498"/>
                  <a:gd name="connsiteX117" fmla="*/ 412987 w 585502"/>
                  <a:gd name="connsiteY117" fmla="*/ 450508 h 585498"/>
                  <a:gd name="connsiteX118" fmla="*/ 417875 w 585502"/>
                  <a:gd name="connsiteY118" fmla="*/ 442377 h 585498"/>
                  <a:gd name="connsiteX119" fmla="*/ 422762 w 585502"/>
                  <a:gd name="connsiteY119" fmla="*/ 433431 h 585498"/>
                  <a:gd name="connsiteX120" fmla="*/ 426020 w 585502"/>
                  <a:gd name="connsiteY120" fmla="*/ 424486 h 585498"/>
                  <a:gd name="connsiteX121" fmla="*/ 430093 w 585502"/>
                  <a:gd name="connsiteY121" fmla="*/ 414728 h 585498"/>
                  <a:gd name="connsiteX122" fmla="*/ 433351 w 585502"/>
                  <a:gd name="connsiteY122" fmla="*/ 404970 h 585498"/>
                  <a:gd name="connsiteX123" fmla="*/ 436610 w 585502"/>
                  <a:gd name="connsiteY123" fmla="*/ 396025 h 585498"/>
                  <a:gd name="connsiteX124" fmla="*/ 438239 w 585502"/>
                  <a:gd name="connsiteY124" fmla="*/ 386266 h 585498"/>
                  <a:gd name="connsiteX125" fmla="*/ 439868 w 585502"/>
                  <a:gd name="connsiteY125" fmla="*/ 376508 h 585498"/>
                  <a:gd name="connsiteX126" fmla="*/ 441497 w 585502"/>
                  <a:gd name="connsiteY126" fmla="*/ 365937 h 585498"/>
                  <a:gd name="connsiteX127" fmla="*/ 442312 w 585502"/>
                  <a:gd name="connsiteY127" fmla="*/ 356178 h 585498"/>
                  <a:gd name="connsiteX128" fmla="*/ 442312 w 585502"/>
                  <a:gd name="connsiteY128" fmla="*/ 344794 h 585498"/>
                  <a:gd name="connsiteX129" fmla="*/ 442312 w 585502"/>
                  <a:gd name="connsiteY129" fmla="*/ 334222 h 585498"/>
                  <a:gd name="connsiteX130" fmla="*/ 441497 w 585502"/>
                  <a:gd name="connsiteY130" fmla="*/ 322837 h 585498"/>
                  <a:gd name="connsiteX131" fmla="*/ 439868 w 585502"/>
                  <a:gd name="connsiteY131" fmla="*/ 311453 h 585498"/>
                  <a:gd name="connsiteX132" fmla="*/ 437424 w 585502"/>
                  <a:gd name="connsiteY132" fmla="*/ 300068 h 585498"/>
                  <a:gd name="connsiteX133" fmla="*/ 437424 w 585502"/>
                  <a:gd name="connsiteY133" fmla="*/ 296815 h 585498"/>
                  <a:gd name="connsiteX134" fmla="*/ 437424 w 585502"/>
                  <a:gd name="connsiteY134" fmla="*/ 292749 h 585498"/>
                  <a:gd name="connsiteX135" fmla="*/ 438239 w 585502"/>
                  <a:gd name="connsiteY135" fmla="*/ 289497 h 585498"/>
                  <a:gd name="connsiteX136" fmla="*/ 439868 w 585502"/>
                  <a:gd name="connsiteY136" fmla="*/ 287057 h 585498"/>
                  <a:gd name="connsiteX137" fmla="*/ 442312 w 585502"/>
                  <a:gd name="connsiteY137" fmla="*/ 282991 h 585498"/>
                  <a:gd name="connsiteX138" fmla="*/ 445570 w 585502"/>
                  <a:gd name="connsiteY138" fmla="*/ 280552 h 585498"/>
                  <a:gd name="connsiteX139" fmla="*/ 448014 w 585502"/>
                  <a:gd name="connsiteY139" fmla="*/ 278925 h 585498"/>
                  <a:gd name="connsiteX140" fmla="*/ 452086 w 585502"/>
                  <a:gd name="connsiteY140" fmla="*/ 276486 h 585498"/>
                  <a:gd name="connsiteX141" fmla="*/ 456159 w 585502"/>
                  <a:gd name="connsiteY141" fmla="*/ 276486 h 585498"/>
                  <a:gd name="connsiteX142" fmla="*/ 459418 w 585502"/>
                  <a:gd name="connsiteY142" fmla="*/ 278112 h 585498"/>
                  <a:gd name="connsiteX143" fmla="*/ 463490 w 585502"/>
                  <a:gd name="connsiteY143" fmla="*/ 278925 h 585498"/>
                  <a:gd name="connsiteX144" fmla="*/ 466749 w 585502"/>
                  <a:gd name="connsiteY144" fmla="*/ 280552 h 585498"/>
                  <a:gd name="connsiteX145" fmla="*/ 469192 w 585502"/>
                  <a:gd name="connsiteY145" fmla="*/ 282178 h 585498"/>
                  <a:gd name="connsiteX146" fmla="*/ 472451 w 585502"/>
                  <a:gd name="connsiteY146" fmla="*/ 284618 h 585498"/>
                  <a:gd name="connsiteX147" fmla="*/ 474080 w 585502"/>
                  <a:gd name="connsiteY147" fmla="*/ 288683 h 585498"/>
                  <a:gd name="connsiteX148" fmla="*/ 475709 w 585502"/>
                  <a:gd name="connsiteY148" fmla="*/ 291936 h 585498"/>
                  <a:gd name="connsiteX149" fmla="*/ 478153 w 585502"/>
                  <a:gd name="connsiteY149" fmla="*/ 305760 h 585498"/>
                  <a:gd name="connsiteX150" fmla="*/ 480596 w 585502"/>
                  <a:gd name="connsiteY150" fmla="*/ 318772 h 585498"/>
                  <a:gd name="connsiteX151" fmla="*/ 481411 w 585502"/>
                  <a:gd name="connsiteY151" fmla="*/ 332596 h 585498"/>
                  <a:gd name="connsiteX152" fmla="*/ 481411 w 585502"/>
                  <a:gd name="connsiteY152" fmla="*/ 344794 h 585498"/>
                  <a:gd name="connsiteX153" fmla="*/ 481411 w 585502"/>
                  <a:gd name="connsiteY153" fmla="*/ 357805 h 585498"/>
                  <a:gd name="connsiteX154" fmla="*/ 480596 w 585502"/>
                  <a:gd name="connsiteY154" fmla="*/ 370003 h 585498"/>
                  <a:gd name="connsiteX155" fmla="*/ 478153 w 585502"/>
                  <a:gd name="connsiteY155" fmla="*/ 382200 h 585498"/>
                  <a:gd name="connsiteX156" fmla="*/ 476524 w 585502"/>
                  <a:gd name="connsiteY156" fmla="*/ 394398 h 585498"/>
                  <a:gd name="connsiteX157" fmla="*/ 474080 w 585502"/>
                  <a:gd name="connsiteY157" fmla="*/ 405783 h 585498"/>
                  <a:gd name="connsiteX158" fmla="*/ 470007 w 585502"/>
                  <a:gd name="connsiteY158" fmla="*/ 417168 h 585498"/>
                  <a:gd name="connsiteX159" fmla="*/ 466749 w 585502"/>
                  <a:gd name="connsiteY159" fmla="*/ 428552 h 585498"/>
                  <a:gd name="connsiteX160" fmla="*/ 462676 w 585502"/>
                  <a:gd name="connsiteY160" fmla="*/ 439124 h 585498"/>
                  <a:gd name="connsiteX161" fmla="*/ 457788 w 585502"/>
                  <a:gd name="connsiteY161" fmla="*/ 450508 h 585498"/>
                  <a:gd name="connsiteX162" fmla="*/ 452086 w 585502"/>
                  <a:gd name="connsiteY162" fmla="*/ 460267 h 585498"/>
                  <a:gd name="connsiteX163" fmla="*/ 447199 w 585502"/>
                  <a:gd name="connsiteY163" fmla="*/ 470838 h 585498"/>
                  <a:gd name="connsiteX164" fmla="*/ 440683 w 585502"/>
                  <a:gd name="connsiteY164" fmla="*/ 479783 h 585498"/>
                  <a:gd name="connsiteX165" fmla="*/ 433351 w 585502"/>
                  <a:gd name="connsiteY165" fmla="*/ 489542 h 585498"/>
                  <a:gd name="connsiteX166" fmla="*/ 426020 w 585502"/>
                  <a:gd name="connsiteY166" fmla="*/ 498487 h 585498"/>
                  <a:gd name="connsiteX167" fmla="*/ 419504 w 585502"/>
                  <a:gd name="connsiteY167" fmla="*/ 507432 h 585498"/>
                  <a:gd name="connsiteX168" fmla="*/ 411358 w 585502"/>
                  <a:gd name="connsiteY168" fmla="*/ 515564 h 585498"/>
                  <a:gd name="connsiteX169" fmla="*/ 402398 w 585502"/>
                  <a:gd name="connsiteY169" fmla="*/ 523696 h 585498"/>
                  <a:gd name="connsiteX170" fmla="*/ 394252 w 585502"/>
                  <a:gd name="connsiteY170" fmla="*/ 531014 h 585498"/>
                  <a:gd name="connsiteX171" fmla="*/ 385292 w 585502"/>
                  <a:gd name="connsiteY171" fmla="*/ 538333 h 585498"/>
                  <a:gd name="connsiteX172" fmla="*/ 374702 w 585502"/>
                  <a:gd name="connsiteY172" fmla="*/ 545652 h 585498"/>
                  <a:gd name="connsiteX173" fmla="*/ 364927 w 585502"/>
                  <a:gd name="connsiteY173" fmla="*/ 551344 h 585498"/>
                  <a:gd name="connsiteX174" fmla="*/ 355153 w 585502"/>
                  <a:gd name="connsiteY174" fmla="*/ 557036 h 585498"/>
                  <a:gd name="connsiteX175" fmla="*/ 344563 w 585502"/>
                  <a:gd name="connsiteY175" fmla="*/ 562729 h 585498"/>
                  <a:gd name="connsiteX176" fmla="*/ 334788 w 585502"/>
                  <a:gd name="connsiteY176" fmla="*/ 566795 h 585498"/>
                  <a:gd name="connsiteX177" fmla="*/ 322570 w 585502"/>
                  <a:gd name="connsiteY177" fmla="*/ 571674 h 585498"/>
                  <a:gd name="connsiteX178" fmla="*/ 311980 w 585502"/>
                  <a:gd name="connsiteY178" fmla="*/ 574927 h 585498"/>
                  <a:gd name="connsiteX179" fmla="*/ 300576 w 585502"/>
                  <a:gd name="connsiteY179" fmla="*/ 578179 h 585498"/>
                  <a:gd name="connsiteX180" fmla="*/ 288358 w 585502"/>
                  <a:gd name="connsiteY180" fmla="*/ 581432 h 585498"/>
                  <a:gd name="connsiteX181" fmla="*/ 276954 w 585502"/>
                  <a:gd name="connsiteY181" fmla="*/ 583059 h 585498"/>
                  <a:gd name="connsiteX182" fmla="*/ 265550 w 585502"/>
                  <a:gd name="connsiteY182" fmla="*/ 584685 h 585498"/>
                  <a:gd name="connsiteX183" fmla="*/ 252517 w 585502"/>
                  <a:gd name="connsiteY183" fmla="*/ 585498 h 585498"/>
                  <a:gd name="connsiteX184" fmla="*/ 240298 w 585502"/>
                  <a:gd name="connsiteY184" fmla="*/ 585498 h 585498"/>
                  <a:gd name="connsiteX185" fmla="*/ 228080 w 585502"/>
                  <a:gd name="connsiteY185" fmla="*/ 585498 h 585498"/>
                  <a:gd name="connsiteX186" fmla="*/ 215861 w 585502"/>
                  <a:gd name="connsiteY186" fmla="*/ 584685 h 585498"/>
                  <a:gd name="connsiteX187" fmla="*/ 204457 w 585502"/>
                  <a:gd name="connsiteY187" fmla="*/ 583059 h 585498"/>
                  <a:gd name="connsiteX188" fmla="*/ 192239 w 585502"/>
                  <a:gd name="connsiteY188" fmla="*/ 581432 h 585498"/>
                  <a:gd name="connsiteX189" fmla="*/ 180835 w 585502"/>
                  <a:gd name="connsiteY189" fmla="*/ 578179 h 585498"/>
                  <a:gd name="connsiteX190" fmla="*/ 169431 w 585502"/>
                  <a:gd name="connsiteY190" fmla="*/ 574927 h 585498"/>
                  <a:gd name="connsiteX191" fmla="*/ 157212 w 585502"/>
                  <a:gd name="connsiteY191" fmla="*/ 571674 h 585498"/>
                  <a:gd name="connsiteX192" fmla="*/ 146623 w 585502"/>
                  <a:gd name="connsiteY192" fmla="*/ 566795 h 585498"/>
                  <a:gd name="connsiteX193" fmla="*/ 136033 w 585502"/>
                  <a:gd name="connsiteY193" fmla="*/ 562729 h 585498"/>
                  <a:gd name="connsiteX194" fmla="*/ 126258 w 585502"/>
                  <a:gd name="connsiteY194" fmla="*/ 557036 h 585498"/>
                  <a:gd name="connsiteX195" fmla="*/ 115669 w 585502"/>
                  <a:gd name="connsiteY195" fmla="*/ 551344 h 585498"/>
                  <a:gd name="connsiteX196" fmla="*/ 105894 w 585502"/>
                  <a:gd name="connsiteY196" fmla="*/ 545652 h 585498"/>
                  <a:gd name="connsiteX197" fmla="*/ 96119 w 585502"/>
                  <a:gd name="connsiteY197" fmla="*/ 538333 h 585498"/>
                  <a:gd name="connsiteX198" fmla="*/ 87159 w 585502"/>
                  <a:gd name="connsiteY198" fmla="*/ 531014 h 585498"/>
                  <a:gd name="connsiteX199" fmla="*/ 78199 w 585502"/>
                  <a:gd name="connsiteY199" fmla="*/ 523696 h 585498"/>
                  <a:gd name="connsiteX200" fmla="*/ 70053 w 585502"/>
                  <a:gd name="connsiteY200" fmla="*/ 515564 h 585498"/>
                  <a:gd name="connsiteX201" fmla="*/ 61907 w 585502"/>
                  <a:gd name="connsiteY201" fmla="*/ 507432 h 585498"/>
                  <a:gd name="connsiteX202" fmla="*/ 54576 w 585502"/>
                  <a:gd name="connsiteY202" fmla="*/ 498487 h 585498"/>
                  <a:gd name="connsiteX203" fmla="*/ 47245 w 585502"/>
                  <a:gd name="connsiteY203" fmla="*/ 489542 h 585498"/>
                  <a:gd name="connsiteX204" fmla="*/ 40729 w 585502"/>
                  <a:gd name="connsiteY204" fmla="*/ 479783 h 585498"/>
                  <a:gd name="connsiteX205" fmla="*/ 34212 w 585502"/>
                  <a:gd name="connsiteY205" fmla="*/ 470838 h 585498"/>
                  <a:gd name="connsiteX206" fmla="*/ 28510 w 585502"/>
                  <a:gd name="connsiteY206" fmla="*/ 460267 h 585498"/>
                  <a:gd name="connsiteX207" fmla="*/ 23623 w 585502"/>
                  <a:gd name="connsiteY207" fmla="*/ 450508 h 585498"/>
                  <a:gd name="connsiteX208" fmla="*/ 18735 w 585502"/>
                  <a:gd name="connsiteY208" fmla="*/ 439124 h 585498"/>
                  <a:gd name="connsiteX209" fmla="*/ 14662 w 585502"/>
                  <a:gd name="connsiteY209" fmla="*/ 428552 h 585498"/>
                  <a:gd name="connsiteX210" fmla="*/ 10589 w 585502"/>
                  <a:gd name="connsiteY210" fmla="*/ 417168 h 585498"/>
                  <a:gd name="connsiteX211" fmla="*/ 7331 w 585502"/>
                  <a:gd name="connsiteY211" fmla="*/ 405783 h 585498"/>
                  <a:gd name="connsiteX212" fmla="*/ 4073 w 585502"/>
                  <a:gd name="connsiteY212" fmla="*/ 394398 h 585498"/>
                  <a:gd name="connsiteX213" fmla="*/ 2444 w 585502"/>
                  <a:gd name="connsiteY213" fmla="*/ 382200 h 585498"/>
                  <a:gd name="connsiteX214" fmla="*/ 815 w 585502"/>
                  <a:gd name="connsiteY214" fmla="*/ 370003 h 585498"/>
                  <a:gd name="connsiteX215" fmla="*/ 0 w 585502"/>
                  <a:gd name="connsiteY215" fmla="*/ 357805 h 585498"/>
                  <a:gd name="connsiteX216" fmla="*/ 0 w 585502"/>
                  <a:gd name="connsiteY216" fmla="*/ 344794 h 585498"/>
                  <a:gd name="connsiteX217" fmla="*/ 0 w 585502"/>
                  <a:gd name="connsiteY217" fmla="*/ 333409 h 585498"/>
                  <a:gd name="connsiteX218" fmla="*/ 815 w 585502"/>
                  <a:gd name="connsiteY218" fmla="*/ 321211 h 585498"/>
                  <a:gd name="connsiteX219" fmla="*/ 2444 w 585502"/>
                  <a:gd name="connsiteY219" fmla="*/ 309013 h 585498"/>
                  <a:gd name="connsiteX220" fmla="*/ 4073 w 585502"/>
                  <a:gd name="connsiteY220" fmla="*/ 297629 h 585498"/>
                  <a:gd name="connsiteX221" fmla="*/ 7331 w 585502"/>
                  <a:gd name="connsiteY221" fmla="*/ 285431 h 585498"/>
                  <a:gd name="connsiteX222" fmla="*/ 10589 w 585502"/>
                  <a:gd name="connsiteY222" fmla="*/ 274046 h 585498"/>
                  <a:gd name="connsiteX223" fmla="*/ 14662 w 585502"/>
                  <a:gd name="connsiteY223" fmla="*/ 262661 h 585498"/>
                  <a:gd name="connsiteX224" fmla="*/ 18735 w 585502"/>
                  <a:gd name="connsiteY224" fmla="*/ 251277 h 585498"/>
                  <a:gd name="connsiteX225" fmla="*/ 23623 w 585502"/>
                  <a:gd name="connsiteY225" fmla="*/ 240705 h 585498"/>
                  <a:gd name="connsiteX226" fmla="*/ 28510 w 585502"/>
                  <a:gd name="connsiteY226" fmla="*/ 230947 h 585498"/>
                  <a:gd name="connsiteX227" fmla="*/ 34212 w 585502"/>
                  <a:gd name="connsiteY227" fmla="*/ 221189 h 585498"/>
                  <a:gd name="connsiteX228" fmla="*/ 40729 w 585502"/>
                  <a:gd name="connsiteY228" fmla="*/ 211430 h 585498"/>
                  <a:gd name="connsiteX229" fmla="*/ 47245 w 585502"/>
                  <a:gd name="connsiteY229" fmla="*/ 201672 h 585498"/>
                  <a:gd name="connsiteX230" fmla="*/ 54576 w 585502"/>
                  <a:gd name="connsiteY230" fmla="*/ 192727 h 585498"/>
                  <a:gd name="connsiteX231" fmla="*/ 61907 w 585502"/>
                  <a:gd name="connsiteY231" fmla="*/ 183782 h 585498"/>
                  <a:gd name="connsiteX232" fmla="*/ 70053 w 585502"/>
                  <a:gd name="connsiteY232" fmla="*/ 175650 h 585498"/>
                  <a:gd name="connsiteX233" fmla="*/ 78199 w 585502"/>
                  <a:gd name="connsiteY233" fmla="*/ 167518 h 585498"/>
                  <a:gd name="connsiteX234" fmla="*/ 87159 w 585502"/>
                  <a:gd name="connsiteY234" fmla="*/ 160199 h 585498"/>
                  <a:gd name="connsiteX235" fmla="*/ 96119 w 585502"/>
                  <a:gd name="connsiteY235" fmla="*/ 152881 h 585498"/>
                  <a:gd name="connsiteX236" fmla="*/ 105894 w 585502"/>
                  <a:gd name="connsiteY236" fmla="*/ 145562 h 585498"/>
                  <a:gd name="connsiteX237" fmla="*/ 115669 w 585502"/>
                  <a:gd name="connsiteY237" fmla="*/ 139056 h 585498"/>
                  <a:gd name="connsiteX238" fmla="*/ 126258 w 585502"/>
                  <a:gd name="connsiteY238" fmla="*/ 134177 h 585498"/>
                  <a:gd name="connsiteX239" fmla="*/ 136033 w 585502"/>
                  <a:gd name="connsiteY239" fmla="*/ 128485 h 585498"/>
                  <a:gd name="connsiteX240" fmla="*/ 146623 w 585502"/>
                  <a:gd name="connsiteY240" fmla="*/ 124419 h 585498"/>
                  <a:gd name="connsiteX241" fmla="*/ 157212 w 585502"/>
                  <a:gd name="connsiteY241" fmla="*/ 119540 h 585498"/>
                  <a:gd name="connsiteX242" fmla="*/ 169431 w 585502"/>
                  <a:gd name="connsiteY242" fmla="*/ 116287 h 585498"/>
                  <a:gd name="connsiteX243" fmla="*/ 180835 w 585502"/>
                  <a:gd name="connsiteY243" fmla="*/ 112221 h 585498"/>
                  <a:gd name="connsiteX244" fmla="*/ 192239 w 585502"/>
                  <a:gd name="connsiteY244" fmla="*/ 109781 h 585498"/>
                  <a:gd name="connsiteX245" fmla="*/ 204457 w 585502"/>
                  <a:gd name="connsiteY245" fmla="*/ 108155 h 585498"/>
                  <a:gd name="connsiteX246" fmla="*/ 215861 w 585502"/>
                  <a:gd name="connsiteY246" fmla="*/ 106529 h 585498"/>
                  <a:gd name="connsiteX247" fmla="*/ 228080 w 585502"/>
                  <a:gd name="connsiteY247" fmla="*/ 104902 h 585498"/>
                  <a:gd name="connsiteX248" fmla="*/ 564324 w 585502"/>
                  <a:gd name="connsiteY248" fmla="*/ 0 h 585498"/>
                  <a:gd name="connsiteX249" fmla="*/ 568397 w 585502"/>
                  <a:gd name="connsiteY249" fmla="*/ 0 h 585498"/>
                  <a:gd name="connsiteX250" fmla="*/ 571655 w 585502"/>
                  <a:gd name="connsiteY250" fmla="*/ 816 h 585498"/>
                  <a:gd name="connsiteX251" fmla="*/ 575728 w 585502"/>
                  <a:gd name="connsiteY251" fmla="*/ 1632 h 585498"/>
                  <a:gd name="connsiteX252" fmla="*/ 578171 w 585502"/>
                  <a:gd name="connsiteY252" fmla="*/ 4081 h 585498"/>
                  <a:gd name="connsiteX253" fmla="*/ 581429 w 585502"/>
                  <a:gd name="connsiteY253" fmla="*/ 6529 h 585498"/>
                  <a:gd name="connsiteX254" fmla="*/ 583873 w 585502"/>
                  <a:gd name="connsiteY254" fmla="*/ 9793 h 585498"/>
                  <a:gd name="connsiteX255" fmla="*/ 585502 w 585502"/>
                  <a:gd name="connsiteY255" fmla="*/ 13058 h 585498"/>
                  <a:gd name="connsiteX256" fmla="*/ 585502 w 585502"/>
                  <a:gd name="connsiteY256" fmla="*/ 16322 h 585498"/>
                  <a:gd name="connsiteX257" fmla="*/ 585502 w 585502"/>
                  <a:gd name="connsiteY257" fmla="*/ 20402 h 585498"/>
                  <a:gd name="connsiteX258" fmla="*/ 585502 w 585502"/>
                  <a:gd name="connsiteY258" fmla="*/ 23667 h 585498"/>
                  <a:gd name="connsiteX259" fmla="*/ 583873 w 585502"/>
                  <a:gd name="connsiteY259" fmla="*/ 27747 h 585498"/>
                  <a:gd name="connsiteX260" fmla="*/ 581429 w 585502"/>
                  <a:gd name="connsiteY260" fmla="*/ 31011 h 585498"/>
                  <a:gd name="connsiteX261" fmla="*/ 240143 w 585502"/>
                  <a:gd name="connsiteY261" fmla="*/ 452112 h 585498"/>
                  <a:gd name="connsiteX262" fmla="*/ 236884 w 585502"/>
                  <a:gd name="connsiteY262" fmla="*/ 454561 h 585498"/>
                  <a:gd name="connsiteX263" fmla="*/ 233626 w 585502"/>
                  <a:gd name="connsiteY263" fmla="*/ 456193 h 585498"/>
                  <a:gd name="connsiteX264" fmla="*/ 230368 w 585502"/>
                  <a:gd name="connsiteY264" fmla="*/ 458641 h 585498"/>
                  <a:gd name="connsiteX265" fmla="*/ 225481 w 585502"/>
                  <a:gd name="connsiteY265" fmla="*/ 458641 h 585498"/>
                  <a:gd name="connsiteX266" fmla="*/ 224667 w 585502"/>
                  <a:gd name="connsiteY266" fmla="*/ 458641 h 585498"/>
                  <a:gd name="connsiteX267" fmla="*/ 221408 w 585502"/>
                  <a:gd name="connsiteY267" fmla="*/ 458641 h 585498"/>
                  <a:gd name="connsiteX268" fmla="*/ 217336 w 585502"/>
                  <a:gd name="connsiteY268" fmla="*/ 457009 h 585498"/>
                  <a:gd name="connsiteX269" fmla="*/ 214078 w 585502"/>
                  <a:gd name="connsiteY269" fmla="*/ 455377 h 585498"/>
                  <a:gd name="connsiteX270" fmla="*/ 210820 w 585502"/>
                  <a:gd name="connsiteY270" fmla="*/ 453745 h 585498"/>
                  <a:gd name="connsiteX271" fmla="*/ 94342 w 585502"/>
                  <a:gd name="connsiteY271" fmla="*/ 336228 h 585498"/>
                  <a:gd name="connsiteX272" fmla="*/ 91084 w 585502"/>
                  <a:gd name="connsiteY272" fmla="*/ 332964 h 585498"/>
                  <a:gd name="connsiteX273" fmla="*/ 89455 w 585502"/>
                  <a:gd name="connsiteY273" fmla="*/ 329699 h 585498"/>
                  <a:gd name="connsiteX274" fmla="*/ 88641 w 585502"/>
                  <a:gd name="connsiteY274" fmla="*/ 325619 h 585498"/>
                  <a:gd name="connsiteX275" fmla="*/ 87826 w 585502"/>
                  <a:gd name="connsiteY275" fmla="*/ 322355 h 585498"/>
                  <a:gd name="connsiteX276" fmla="*/ 88641 w 585502"/>
                  <a:gd name="connsiteY276" fmla="*/ 318274 h 585498"/>
                  <a:gd name="connsiteX277" fmla="*/ 89455 w 585502"/>
                  <a:gd name="connsiteY277" fmla="*/ 315010 h 585498"/>
                  <a:gd name="connsiteX278" fmla="*/ 91084 w 585502"/>
                  <a:gd name="connsiteY278" fmla="*/ 311745 h 585498"/>
                  <a:gd name="connsiteX279" fmla="*/ 94342 w 585502"/>
                  <a:gd name="connsiteY279" fmla="*/ 307665 h 585498"/>
                  <a:gd name="connsiteX280" fmla="*/ 96786 w 585502"/>
                  <a:gd name="connsiteY280" fmla="*/ 305217 h 585498"/>
                  <a:gd name="connsiteX281" fmla="*/ 100858 w 585502"/>
                  <a:gd name="connsiteY281" fmla="*/ 303585 h 585498"/>
                  <a:gd name="connsiteX282" fmla="*/ 104117 w 585502"/>
                  <a:gd name="connsiteY282" fmla="*/ 302768 h 585498"/>
                  <a:gd name="connsiteX283" fmla="*/ 107375 w 585502"/>
                  <a:gd name="connsiteY283" fmla="*/ 302768 h 585498"/>
                  <a:gd name="connsiteX284" fmla="*/ 111447 w 585502"/>
                  <a:gd name="connsiteY284" fmla="*/ 302768 h 585498"/>
                  <a:gd name="connsiteX285" fmla="*/ 114705 w 585502"/>
                  <a:gd name="connsiteY285" fmla="*/ 303585 h 585498"/>
                  <a:gd name="connsiteX286" fmla="*/ 118778 w 585502"/>
                  <a:gd name="connsiteY286" fmla="*/ 305217 h 585498"/>
                  <a:gd name="connsiteX287" fmla="*/ 121222 w 585502"/>
                  <a:gd name="connsiteY287" fmla="*/ 307665 h 585498"/>
                  <a:gd name="connsiteX288" fmla="*/ 223037 w 585502"/>
                  <a:gd name="connsiteY288" fmla="*/ 410492 h 585498"/>
                  <a:gd name="connsiteX289" fmla="*/ 551292 w 585502"/>
                  <a:gd name="connsiteY289" fmla="*/ 6529 h 585498"/>
                  <a:gd name="connsiteX290" fmla="*/ 553735 w 585502"/>
                  <a:gd name="connsiteY290" fmla="*/ 4081 h 585498"/>
                  <a:gd name="connsiteX291" fmla="*/ 556994 w 585502"/>
                  <a:gd name="connsiteY291" fmla="*/ 1632 h 585498"/>
                  <a:gd name="connsiteX292" fmla="*/ 560252 w 585502"/>
                  <a:gd name="connsiteY292" fmla="*/ 816 h 58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</a:cxnLst>
                <a:rect l="l" t="t" r="r" b="b"/>
                <a:pathLst>
                  <a:path w="585502" h="585498">
                    <a:moveTo>
                      <a:pt x="240298" y="104089"/>
                    </a:moveTo>
                    <a:lnTo>
                      <a:pt x="254146" y="104902"/>
                    </a:lnTo>
                    <a:lnTo>
                      <a:pt x="267994" y="106529"/>
                    </a:lnTo>
                    <a:lnTo>
                      <a:pt x="282656" y="108155"/>
                    </a:lnTo>
                    <a:lnTo>
                      <a:pt x="295689" y="111408"/>
                    </a:lnTo>
                    <a:lnTo>
                      <a:pt x="309537" y="115474"/>
                    </a:lnTo>
                    <a:lnTo>
                      <a:pt x="321755" y="118727"/>
                    </a:lnTo>
                    <a:lnTo>
                      <a:pt x="334788" y="124419"/>
                    </a:lnTo>
                    <a:lnTo>
                      <a:pt x="347821" y="130111"/>
                    </a:lnTo>
                    <a:lnTo>
                      <a:pt x="351080" y="132551"/>
                    </a:lnTo>
                    <a:lnTo>
                      <a:pt x="353523" y="134990"/>
                    </a:lnTo>
                    <a:lnTo>
                      <a:pt x="355967" y="137430"/>
                    </a:lnTo>
                    <a:lnTo>
                      <a:pt x="356782" y="141496"/>
                    </a:lnTo>
                    <a:lnTo>
                      <a:pt x="357596" y="144749"/>
                    </a:lnTo>
                    <a:lnTo>
                      <a:pt x="359225" y="149628"/>
                    </a:lnTo>
                    <a:lnTo>
                      <a:pt x="357596" y="152881"/>
                    </a:lnTo>
                    <a:lnTo>
                      <a:pt x="355967" y="156133"/>
                    </a:lnTo>
                    <a:lnTo>
                      <a:pt x="354338" y="160199"/>
                    </a:lnTo>
                    <a:lnTo>
                      <a:pt x="351894" y="162639"/>
                    </a:lnTo>
                    <a:lnTo>
                      <a:pt x="348636" y="164265"/>
                    </a:lnTo>
                    <a:lnTo>
                      <a:pt x="345378" y="166705"/>
                    </a:lnTo>
                    <a:lnTo>
                      <a:pt x="342119" y="167518"/>
                    </a:lnTo>
                    <a:lnTo>
                      <a:pt x="338047" y="167518"/>
                    </a:lnTo>
                    <a:lnTo>
                      <a:pt x="333974" y="166705"/>
                    </a:lnTo>
                    <a:lnTo>
                      <a:pt x="329901" y="165078"/>
                    </a:lnTo>
                    <a:lnTo>
                      <a:pt x="319312" y="160199"/>
                    </a:lnTo>
                    <a:lnTo>
                      <a:pt x="308722" y="156133"/>
                    </a:lnTo>
                    <a:lnTo>
                      <a:pt x="297318" y="152067"/>
                    </a:lnTo>
                    <a:lnTo>
                      <a:pt x="286729" y="149628"/>
                    </a:lnTo>
                    <a:lnTo>
                      <a:pt x="275325" y="146375"/>
                    </a:lnTo>
                    <a:lnTo>
                      <a:pt x="263921" y="144749"/>
                    </a:lnTo>
                    <a:lnTo>
                      <a:pt x="252517" y="143935"/>
                    </a:lnTo>
                    <a:lnTo>
                      <a:pt x="240298" y="143935"/>
                    </a:lnTo>
                    <a:lnTo>
                      <a:pt x="230523" y="143935"/>
                    </a:lnTo>
                    <a:lnTo>
                      <a:pt x="220749" y="144749"/>
                    </a:lnTo>
                    <a:lnTo>
                      <a:pt x="209345" y="145562"/>
                    </a:lnTo>
                    <a:lnTo>
                      <a:pt x="199570" y="147188"/>
                    </a:lnTo>
                    <a:lnTo>
                      <a:pt x="189795" y="150441"/>
                    </a:lnTo>
                    <a:lnTo>
                      <a:pt x="180835" y="152881"/>
                    </a:lnTo>
                    <a:lnTo>
                      <a:pt x="171060" y="155320"/>
                    </a:lnTo>
                    <a:lnTo>
                      <a:pt x="162099" y="160199"/>
                    </a:lnTo>
                    <a:lnTo>
                      <a:pt x="153139" y="163452"/>
                    </a:lnTo>
                    <a:lnTo>
                      <a:pt x="144993" y="168331"/>
                    </a:lnTo>
                    <a:lnTo>
                      <a:pt x="136033" y="172397"/>
                    </a:lnTo>
                    <a:lnTo>
                      <a:pt x="127888" y="178089"/>
                    </a:lnTo>
                    <a:lnTo>
                      <a:pt x="119742" y="184595"/>
                    </a:lnTo>
                    <a:lnTo>
                      <a:pt x="112411" y="189474"/>
                    </a:lnTo>
                    <a:lnTo>
                      <a:pt x="105080" y="195980"/>
                    </a:lnTo>
                    <a:lnTo>
                      <a:pt x="97748" y="203298"/>
                    </a:lnTo>
                    <a:lnTo>
                      <a:pt x="90417" y="210617"/>
                    </a:lnTo>
                    <a:lnTo>
                      <a:pt x="84715" y="217936"/>
                    </a:lnTo>
                    <a:lnTo>
                      <a:pt x="79013" y="224441"/>
                    </a:lnTo>
                    <a:lnTo>
                      <a:pt x="72497" y="232573"/>
                    </a:lnTo>
                    <a:lnTo>
                      <a:pt x="68424" y="240705"/>
                    </a:lnTo>
                    <a:lnTo>
                      <a:pt x="62722" y="248837"/>
                    </a:lnTo>
                    <a:lnTo>
                      <a:pt x="58649" y="257782"/>
                    </a:lnTo>
                    <a:lnTo>
                      <a:pt x="54576" y="266727"/>
                    </a:lnTo>
                    <a:lnTo>
                      <a:pt x="51318" y="275672"/>
                    </a:lnTo>
                    <a:lnTo>
                      <a:pt x="47245" y="285431"/>
                    </a:lnTo>
                    <a:lnTo>
                      <a:pt x="44801" y="294376"/>
                    </a:lnTo>
                    <a:lnTo>
                      <a:pt x="43172" y="304947"/>
                    </a:lnTo>
                    <a:lnTo>
                      <a:pt x="41543" y="314706"/>
                    </a:lnTo>
                    <a:lnTo>
                      <a:pt x="39914" y="324464"/>
                    </a:lnTo>
                    <a:lnTo>
                      <a:pt x="38285" y="335035"/>
                    </a:lnTo>
                    <a:lnTo>
                      <a:pt x="38285" y="344794"/>
                    </a:lnTo>
                    <a:lnTo>
                      <a:pt x="38285" y="356178"/>
                    </a:lnTo>
                    <a:lnTo>
                      <a:pt x="39914" y="365937"/>
                    </a:lnTo>
                    <a:lnTo>
                      <a:pt x="41543" y="376508"/>
                    </a:lnTo>
                    <a:lnTo>
                      <a:pt x="43172" y="386266"/>
                    </a:lnTo>
                    <a:lnTo>
                      <a:pt x="44801" y="396025"/>
                    </a:lnTo>
                    <a:lnTo>
                      <a:pt x="47245" y="404970"/>
                    </a:lnTo>
                    <a:lnTo>
                      <a:pt x="51318" y="414728"/>
                    </a:lnTo>
                    <a:lnTo>
                      <a:pt x="54576" y="424486"/>
                    </a:lnTo>
                    <a:lnTo>
                      <a:pt x="58649" y="433431"/>
                    </a:lnTo>
                    <a:lnTo>
                      <a:pt x="62722" y="442377"/>
                    </a:lnTo>
                    <a:lnTo>
                      <a:pt x="68424" y="450508"/>
                    </a:lnTo>
                    <a:lnTo>
                      <a:pt x="72497" y="457827"/>
                    </a:lnTo>
                    <a:lnTo>
                      <a:pt x="79013" y="465959"/>
                    </a:lnTo>
                    <a:lnTo>
                      <a:pt x="84715" y="474091"/>
                    </a:lnTo>
                    <a:lnTo>
                      <a:pt x="90417" y="481410"/>
                    </a:lnTo>
                    <a:lnTo>
                      <a:pt x="97748" y="487915"/>
                    </a:lnTo>
                    <a:lnTo>
                      <a:pt x="105080" y="495234"/>
                    </a:lnTo>
                    <a:lnTo>
                      <a:pt x="112411" y="500926"/>
                    </a:lnTo>
                    <a:lnTo>
                      <a:pt x="119742" y="507432"/>
                    </a:lnTo>
                    <a:lnTo>
                      <a:pt x="127888" y="513124"/>
                    </a:lnTo>
                    <a:lnTo>
                      <a:pt x="136033" y="518003"/>
                    </a:lnTo>
                    <a:lnTo>
                      <a:pt x="144993" y="522882"/>
                    </a:lnTo>
                    <a:lnTo>
                      <a:pt x="153139" y="526948"/>
                    </a:lnTo>
                    <a:lnTo>
                      <a:pt x="162099" y="531014"/>
                    </a:lnTo>
                    <a:lnTo>
                      <a:pt x="171060" y="534267"/>
                    </a:lnTo>
                    <a:lnTo>
                      <a:pt x="180835" y="538333"/>
                    </a:lnTo>
                    <a:lnTo>
                      <a:pt x="189795" y="540773"/>
                    </a:lnTo>
                    <a:lnTo>
                      <a:pt x="199570" y="542399"/>
                    </a:lnTo>
                    <a:lnTo>
                      <a:pt x="209345" y="544025"/>
                    </a:lnTo>
                    <a:lnTo>
                      <a:pt x="220749" y="546465"/>
                    </a:lnTo>
                    <a:lnTo>
                      <a:pt x="230523" y="547278"/>
                    </a:lnTo>
                    <a:lnTo>
                      <a:pt x="240298" y="547278"/>
                    </a:lnTo>
                    <a:lnTo>
                      <a:pt x="250888" y="547278"/>
                    </a:lnTo>
                    <a:lnTo>
                      <a:pt x="260662" y="546465"/>
                    </a:lnTo>
                    <a:lnTo>
                      <a:pt x="271252" y="544025"/>
                    </a:lnTo>
                    <a:lnTo>
                      <a:pt x="281841" y="542399"/>
                    </a:lnTo>
                    <a:lnTo>
                      <a:pt x="291616" y="540773"/>
                    </a:lnTo>
                    <a:lnTo>
                      <a:pt x="300576" y="538333"/>
                    </a:lnTo>
                    <a:lnTo>
                      <a:pt x="310351" y="534267"/>
                    </a:lnTo>
                    <a:lnTo>
                      <a:pt x="319312" y="531014"/>
                    </a:lnTo>
                    <a:lnTo>
                      <a:pt x="328272" y="526948"/>
                    </a:lnTo>
                    <a:lnTo>
                      <a:pt x="336417" y="522882"/>
                    </a:lnTo>
                    <a:lnTo>
                      <a:pt x="345378" y="518003"/>
                    </a:lnTo>
                    <a:lnTo>
                      <a:pt x="353523" y="513124"/>
                    </a:lnTo>
                    <a:lnTo>
                      <a:pt x="361669" y="507432"/>
                    </a:lnTo>
                    <a:lnTo>
                      <a:pt x="369000" y="500926"/>
                    </a:lnTo>
                    <a:lnTo>
                      <a:pt x="376331" y="495234"/>
                    </a:lnTo>
                    <a:lnTo>
                      <a:pt x="382848" y="487915"/>
                    </a:lnTo>
                    <a:lnTo>
                      <a:pt x="390179" y="481410"/>
                    </a:lnTo>
                    <a:lnTo>
                      <a:pt x="396696" y="474091"/>
                    </a:lnTo>
                    <a:lnTo>
                      <a:pt x="402398" y="465959"/>
                    </a:lnTo>
                    <a:lnTo>
                      <a:pt x="408100" y="457827"/>
                    </a:lnTo>
                    <a:lnTo>
                      <a:pt x="412987" y="450508"/>
                    </a:lnTo>
                    <a:lnTo>
                      <a:pt x="417875" y="442377"/>
                    </a:lnTo>
                    <a:lnTo>
                      <a:pt x="422762" y="433431"/>
                    </a:lnTo>
                    <a:lnTo>
                      <a:pt x="426020" y="424486"/>
                    </a:lnTo>
                    <a:lnTo>
                      <a:pt x="430093" y="414728"/>
                    </a:lnTo>
                    <a:lnTo>
                      <a:pt x="433351" y="404970"/>
                    </a:lnTo>
                    <a:lnTo>
                      <a:pt x="436610" y="396025"/>
                    </a:lnTo>
                    <a:lnTo>
                      <a:pt x="438239" y="386266"/>
                    </a:lnTo>
                    <a:lnTo>
                      <a:pt x="439868" y="376508"/>
                    </a:lnTo>
                    <a:lnTo>
                      <a:pt x="441497" y="365937"/>
                    </a:lnTo>
                    <a:lnTo>
                      <a:pt x="442312" y="356178"/>
                    </a:lnTo>
                    <a:lnTo>
                      <a:pt x="442312" y="344794"/>
                    </a:lnTo>
                    <a:lnTo>
                      <a:pt x="442312" y="334222"/>
                    </a:lnTo>
                    <a:lnTo>
                      <a:pt x="441497" y="322837"/>
                    </a:lnTo>
                    <a:lnTo>
                      <a:pt x="439868" y="311453"/>
                    </a:lnTo>
                    <a:lnTo>
                      <a:pt x="437424" y="300068"/>
                    </a:lnTo>
                    <a:lnTo>
                      <a:pt x="437424" y="296815"/>
                    </a:lnTo>
                    <a:lnTo>
                      <a:pt x="437424" y="292749"/>
                    </a:lnTo>
                    <a:lnTo>
                      <a:pt x="438239" y="289497"/>
                    </a:lnTo>
                    <a:lnTo>
                      <a:pt x="439868" y="287057"/>
                    </a:lnTo>
                    <a:lnTo>
                      <a:pt x="442312" y="282991"/>
                    </a:lnTo>
                    <a:lnTo>
                      <a:pt x="445570" y="280552"/>
                    </a:lnTo>
                    <a:lnTo>
                      <a:pt x="448014" y="278925"/>
                    </a:lnTo>
                    <a:lnTo>
                      <a:pt x="452086" y="276486"/>
                    </a:lnTo>
                    <a:lnTo>
                      <a:pt x="456159" y="276486"/>
                    </a:lnTo>
                    <a:lnTo>
                      <a:pt x="459418" y="278112"/>
                    </a:lnTo>
                    <a:lnTo>
                      <a:pt x="463490" y="278925"/>
                    </a:lnTo>
                    <a:lnTo>
                      <a:pt x="466749" y="280552"/>
                    </a:lnTo>
                    <a:lnTo>
                      <a:pt x="469192" y="282178"/>
                    </a:lnTo>
                    <a:lnTo>
                      <a:pt x="472451" y="284618"/>
                    </a:lnTo>
                    <a:lnTo>
                      <a:pt x="474080" y="288683"/>
                    </a:lnTo>
                    <a:lnTo>
                      <a:pt x="475709" y="291936"/>
                    </a:lnTo>
                    <a:lnTo>
                      <a:pt x="478153" y="305760"/>
                    </a:lnTo>
                    <a:lnTo>
                      <a:pt x="480596" y="318772"/>
                    </a:lnTo>
                    <a:lnTo>
                      <a:pt x="481411" y="332596"/>
                    </a:lnTo>
                    <a:lnTo>
                      <a:pt x="481411" y="344794"/>
                    </a:lnTo>
                    <a:lnTo>
                      <a:pt x="481411" y="357805"/>
                    </a:lnTo>
                    <a:lnTo>
                      <a:pt x="480596" y="370003"/>
                    </a:lnTo>
                    <a:lnTo>
                      <a:pt x="478153" y="382200"/>
                    </a:lnTo>
                    <a:lnTo>
                      <a:pt x="476524" y="394398"/>
                    </a:lnTo>
                    <a:lnTo>
                      <a:pt x="474080" y="405783"/>
                    </a:lnTo>
                    <a:lnTo>
                      <a:pt x="470007" y="417168"/>
                    </a:lnTo>
                    <a:lnTo>
                      <a:pt x="466749" y="428552"/>
                    </a:lnTo>
                    <a:lnTo>
                      <a:pt x="462676" y="439124"/>
                    </a:lnTo>
                    <a:lnTo>
                      <a:pt x="457788" y="450508"/>
                    </a:lnTo>
                    <a:lnTo>
                      <a:pt x="452086" y="460267"/>
                    </a:lnTo>
                    <a:lnTo>
                      <a:pt x="447199" y="470838"/>
                    </a:lnTo>
                    <a:lnTo>
                      <a:pt x="440683" y="479783"/>
                    </a:lnTo>
                    <a:lnTo>
                      <a:pt x="433351" y="489542"/>
                    </a:lnTo>
                    <a:lnTo>
                      <a:pt x="426020" y="498487"/>
                    </a:lnTo>
                    <a:lnTo>
                      <a:pt x="419504" y="507432"/>
                    </a:lnTo>
                    <a:lnTo>
                      <a:pt x="411358" y="515564"/>
                    </a:lnTo>
                    <a:lnTo>
                      <a:pt x="402398" y="523696"/>
                    </a:lnTo>
                    <a:lnTo>
                      <a:pt x="394252" y="531014"/>
                    </a:lnTo>
                    <a:lnTo>
                      <a:pt x="385292" y="538333"/>
                    </a:lnTo>
                    <a:lnTo>
                      <a:pt x="374702" y="545652"/>
                    </a:lnTo>
                    <a:lnTo>
                      <a:pt x="364927" y="551344"/>
                    </a:lnTo>
                    <a:lnTo>
                      <a:pt x="355153" y="557036"/>
                    </a:lnTo>
                    <a:lnTo>
                      <a:pt x="344563" y="562729"/>
                    </a:lnTo>
                    <a:lnTo>
                      <a:pt x="334788" y="566795"/>
                    </a:lnTo>
                    <a:lnTo>
                      <a:pt x="322570" y="571674"/>
                    </a:lnTo>
                    <a:lnTo>
                      <a:pt x="311980" y="574927"/>
                    </a:lnTo>
                    <a:lnTo>
                      <a:pt x="300576" y="578179"/>
                    </a:lnTo>
                    <a:lnTo>
                      <a:pt x="288358" y="581432"/>
                    </a:lnTo>
                    <a:lnTo>
                      <a:pt x="276954" y="583059"/>
                    </a:lnTo>
                    <a:lnTo>
                      <a:pt x="265550" y="584685"/>
                    </a:lnTo>
                    <a:lnTo>
                      <a:pt x="252517" y="585498"/>
                    </a:lnTo>
                    <a:lnTo>
                      <a:pt x="240298" y="585498"/>
                    </a:lnTo>
                    <a:lnTo>
                      <a:pt x="228080" y="585498"/>
                    </a:lnTo>
                    <a:lnTo>
                      <a:pt x="215861" y="584685"/>
                    </a:lnTo>
                    <a:lnTo>
                      <a:pt x="204457" y="583059"/>
                    </a:lnTo>
                    <a:lnTo>
                      <a:pt x="192239" y="581432"/>
                    </a:lnTo>
                    <a:lnTo>
                      <a:pt x="180835" y="578179"/>
                    </a:lnTo>
                    <a:lnTo>
                      <a:pt x="169431" y="574927"/>
                    </a:lnTo>
                    <a:lnTo>
                      <a:pt x="157212" y="571674"/>
                    </a:lnTo>
                    <a:lnTo>
                      <a:pt x="146623" y="566795"/>
                    </a:lnTo>
                    <a:lnTo>
                      <a:pt x="136033" y="562729"/>
                    </a:lnTo>
                    <a:lnTo>
                      <a:pt x="126258" y="557036"/>
                    </a:lnTo>
                    <a:lnTo>
                      <a:pt x="115669" y="551344"/>
                    </a:lnTo>
                    <a:lnTo>
                      <a:pt x="105894" y="545652"/>
                    </a:lnTo>
                    <a:lnTo>
                      <a:pt x="96119" y="538333"/>
                    </a:lnTo>
                    <a:lnTo>
                      <a:pt x="87159" y="531014"/>
                    </a:lnTo>
                    <a:lnTo>
                      <a:pt x="78199" y="523696"/>
                    </a:lnTo>
                    <a:lnTo>
                      <a:pt x="70053" y="515564"/>
                    </a:lnTo>
                    <a:lnTo>
                      <a:pt x="61907" y="507432"/>
                    </a:lnTo>
                    <a:lnTo>
                      <a:pt x="54576" y="498487"/>
                    </a:lnTo>
                    <a:lnTo>
                      <a:pt x="47245" y="489542"/>
                    </a:lnTo>
                    <a:lnTo>
                      <a:pt x="40729" y="479783"/>
                    </a:lnTo>
                    <a:lnTo>
                      <a:pt x="34212" y="470838"/>
                    </a:lnTo>
                    <a:lnTo>
                      <a:pt x="28510" y="460267"/>
                    </a:lnTo>
                    <a:lnTo>
                      <a:pt x="23623" y="450508"/>
                    </a:lnTo>
                    <a:lnTo>
                      <a:pt x="18735" y="439124"/>
                    </a:lnTo>
                    <a:lnTo>
                      <a:pt x="14662" y="428552"/>
                    </a:lnTo>
                    <a:lnTo>
                      <a:pt x="10589" y="417168"/>
                    </a:lnTo>
                    <a:lnTo>
                      <a:pt x="7331" y="405783"/>
                    </a:lnTo>
                    <a:lnTo>
                      <a:pt x="4073" y="394398"/>
                    </a:lnTo>
                    <a:lnTo>
                      <a:pt x="2444" y="382200"/>
                    </a:lnTo>
                    <a:lnTo>
                      <a:pt x="815" y="370003"/>
                    </a:lnTo>
                    <a:lnTo>
                      <a:pt x="0" y="357805"/>
                    </a:lnTo>
                    <a:lnTo>
                      <a:pt x="0" y="344794"/>
                    </a:lnTo>
                    <a:lnTo>
                      <a:pt x="0" y="333409"/>
                    </a:lnTo>
                    <a:lnTo>
                      <a:pt x="815" y="321211"/>
                    </a:lnTo>
                    <a:lnTo>
                      <a:pt x="2444" y="309013"/>
                    </a:lnTo>
                    <a:lnTo>
                      <a:pt x="4073" y="297629"/>
                    </a:lnTo>
                    <a:lnTo>
                      <a:pt x="7331" y="285431"/>
                    </a:lnTo>
                    <a:lnTo>
                      <a:pt x="10589" y="274046"/>
                    </a:lnTo>
                    <a:lnTo>
                      <a:pt x="14662" y="262661"/>
                    </a:lnTo>
                    <a:lnTo>
                      <a:pt x="18735" y="251277"/>
                    </a:lnTo>
                    <a:lnTo>
                      <a:pt x="23623" y="240705"/>
                    </a:lnTo>
                    <a:lnTo>
                      <a:pt x="28510" y="230947"/>
                    </a:lnTo>
                    <a:lnTo>
                      <a:pt x="34212" y="221189"/>
                    </a:lnTo>
                    <a:lnTo>
                      <a:pt x="40729" y="211430"/>
                    </a:lnTo>
                    <a:lnTo>
                      <a:pt x="47245" y="201672"/>
                    </a:lnTo>
                    <a:lnTo>
                      <a:pt x="54576" y="192727"/>
                    </a:lnTo>
                    <a:lnTo>
                      <a:pt x="61907" y="183782"/>
                    </a:lnTo>
                    <a:lnTo>
                      <a:pt x="70053" y="175650"/>
                    </a:lnTo>
                    <a:lnTo>
                      <a:pt x="78199" y="167518"/>
                    </a:lnTo>
                    <a:lnTo>
                      <a:pt x="87159" y="160199"/>
                    </a:lnTo>
                    <a:lnTo>
                      <a:pt x="96119" y="152881"/>
                    </a:lnTo>
                    <a:lnTo>
                      <a:pt x="105894" y="145562"/>
                    </a:lnTo>
                    <a:lnTo>
                      <a:pt x="115669" y="139056"/>
                    </a:lnTo>
                    <a:lnTo>
                      <a:pt x="126258" y="134177"/>
                    </a:lnTo>
                    <a:lnTo>
                      <a:pt x="136033" y="128485"/>
                    </a:lnTo>
                    <a:lnTo>
                      <a:pt x="146623" y="124419"/>
                    </a:lnTo>
                    <a:lnTo>
                      <a:pt x="157212" y="119540"/>
                    </a:lnTo>
                    <a:lnTo>
                      <a:pt x="169431" y="116287"/>
                    </a:lnTo>
                    <a:lnTo>
                      <a:pt x="180835" y="112221"/>
                    </a:lnTo>
                    <a:lnTo>
                      <a:pt x="192239" y="109781"/>
                    </a:lnTo>
                    <a:lnTo>
                      <a:pt x="204457" y="108155"/>
                    </a:lnTo>
                    <a:lnTo>
                      <a:pt x="215861" y="106529"/>
                    </a:lnTo>
                    <a:lnTo>
                      <a:pt x="228080" y="104902"/>
                    </a:lnTo>
                    <a:close/>
                    <a:moveTo>
                      <a:pt x="564324" y="0"/>
                    </a:moveTo>
                    <a:lnTo>
                      <a:pt x="568397" y="0"/>
                    </a:lnTo>
                    <a:lnTo>
                      <a:pt x="571655" y="816"/>
                    </a:lnTo>
                    <a:lnTo>
                      <a:pt x="575728" y="1632"/>
                    </a:lnTo>
                    <a:lnTo>
                      <a:pt x="578171" y="4081"/>
                    </a:lnTo>
                    <a:lnTo>
                      <a:pt x="581429" y="6529"/>
                    </a:lnTo>
                    <a:lnTo>
                      <a:pt x="583873" y="9793"/>
                    </a:lnTo>
                    <a:lnTo>
                      <a:pt x="585502" y="13058"/>
                    </a:lnTo>
                    <a:lnTo>
                      <a:pt x="585502" y="16322"/>
                    </a:lnTo>
                    <a:lnTo>
                      <a:pt x="585502" y="20402"/>
                    </a:lnTo>
                    <a:lnTo>
                      <a:pt x="585502" y="23667"/>
                    </a:lnTo>
                    <a:lnTo>
                      <a:pt x="583873" y="27747"/>
                    </a:lnTo>
                    <a:lnTo>
                      <a:pt x="581429" y="31011"/>
                    </a:lnTo>
                    <a:lnTo>
                      <a:pt x="240143" y="452112"/>
                    </a:lnTo>
                    <a:lnTo>
                      <a:pt x="236884" y="454561"/>
                    </a:lnTo>
                    <a:lnTo>
                      <a:pt x="233626" y="456193"/>
                    </a:lnTo>
                    <a:lnTo>
                      <a:pt x="230368" y="458641"/>
                    </a:lnTo>
                    <a:lnTo>
                      <a:pt x="225481" y="458641"/>
                    </a:lnTo>
                    <a:lnTo>
                      <a:pt x="224667" y="458641"/>
                    </a:lnTo>
                    <a:lnTo>
                      <a:pt x="221408" y="458641"/>
                    </a:lnTo>
                    <a:lnTo>
                      <a:pt x="217336" y="457009"/>
                    </a:lnTo>
                    <a:lnTo>
                      <a:pt x="214078" y="455377"/>
                    </a:lnTo>
                    <a:lnTo>
                      <a:pt x="210820" y="453745"/>
                    </a:lnTo>
                    <a:lnTo>
                      <a:pt x="94342" y="336228"/>
                    </a:lnTo>
                    <a:lnTo>
                      <a:pt x="91084" y="332964"/>
                    </a:lnTo>
                    <a:lnTo>
                      <a:pt x="89455" y="329699"/>
                    </a:lnTo>
                    <a:lnTo>
                      <a:pt x="88641" y="325619"/>
                    </a:lnTo>
                    <a:lnTo>
                      <a:pt x="87826" y="322355"/>
                    </a:lnTo>
                    <a:lnTo>
                      <a:pt x="88641" y="318274"/>
                    </a:lnTo>
                    <a:lnTo>
                      <a:pt x="89455" y="315010"/>
                    </a:lnTo>
                    <a:lnTo>
                      <a:pt x="91084" y="311745"/>
                    </a:lnTo>
                    <a:lnTo>
                      <a:pt x="94342" y="307665"/>
                    </a:lnTo>
                    <a:lnTo>
                      <a:pt x="96786" y="305217"/>
                    </a:lnTo>
                    <a:lnTo>
                      <a:pt x="100858" y="303585"/>
                    </a:lnTo>
                    <a:lnTo>
                      <a:pt x="104117" y="302768"/>
                    </a:lnTo>
                    <a:lnTo>
                      <a:pt x="107375" y="302768"/>
                    </a:lnTo>
                    <a:lnTo>
                      <a:pt x="111447" y="302768"/>
                    </a:lnTo>
                    <a:lnTo>
                      <a:pt x="114705" y="303585"/>
                    </a:lnTo>
                    <a:lnTo>
                      <a:pt x="118778" y="305217"/>
                    </a:lnTo>
                    <a:lnTo>
                      <a:pt x="121222" y="307665"/>
                    </a:lnTo>
                    <a:lnTo>
                      <a:pt x="223037" y="410492"/>
                    </a:lnTo>
                    <a:lnTo>
                      <a:pt x="551292" y="6529"/>
                    </a:lnTo>
                    <a:lnTo>
                      <a:pt x="553735" y="4081"/>
                    </a:lnTo>
                    <a:lnTo>
                      <a:pt x="556994" y="1632"/>
                    </a:lnTo>
                    <a:lnTo>
                      <a:pt x="560252" y="8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" name="iṩlide"/>
            <p:cNvSpPr/>
            <p:nvPr/>
          </p:nvSpPr>
          <p:spPr>
            <a:xfrm>
              <a:off x="660400" y="1130300"/>
              <a:ext cx="10871200" cy="49295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7851000" y="1809000"/>
              <a:ext cx="0" cy="423000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iślîďé"/>
            <p:cNvGrpSpPr/>
            <p:nvPr/>
          </p:nvGrpSpPr>
          <p:grpSpPr>
            <a:xfrm>
              <a:off x="8143482" y="4495070"/>
              <a:ext cx="3347288" cy="1173518"/>
              <a:chOff x="7856066" y="1130300"/>
              <a:chExt cx="2337736" cy="1173518"/>
            </a:xfrm>
          </p:grpSpPr>
          <p:sp>
            <p:nvSpPr>
              <p:cNvPr id="21" name="îŝļïḑè"/>
              <p:cNvSpPr txBox="1"/>
              <p:nvPr/>
            </p:nvSpPr>
            <p:spPr bwMode="auto">
              <a:xfrm>
                <a:off x="7856066" y="1130300"/>
                <a:ext cx="2337736" cy="46963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í$ḻîdê"/>
              <p:cNvSpPr/>
              <p:nvPr/>
            </p:nvSpPr>
            <p:spPr bwMode="auto">
              <a:xfrm>
                <a:off x="7856066" y="1599932"/>
                <a:ext cx="2337736" cy="703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Supporting text here.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" name="ïṡḷiḑe"/>
            <p:cNvGrpSpPr/>
            <p:nvPr/>
          </p:nvGrpSpPr>
          <p:grpSpPr>
            <a:xfrm>
              <a:off x="660400" y="1880543"/>
              <a:ext cx="6858207" cy="965753"/>
              <a:chOff x="660400" y="1841317"/>
              <a:chExt cx="6858207" cy="965753"/>
            </a:xfrm>
          </p:grpSpPr>
          <p:sp>
            <p:nvSpPr>
              <p:cNvPr id="18" name="ïśḻíḓê"/>
              <p:cNvSpPr/>
              <p:nvPr/>
            </p:nvSpPr>
            <p:spPr>
              <a:xfrm>
                <a:off x="660400" y="2173444"/>
                <a:ext cx="281160" cy="280953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wrap="square" lIns="91440" tIns="45720" rIns="91440" bIns="45720">
                <a:normAutofit fontScale="850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iṩľîdé"/>
              <p:cNvSpPr/>
              <p:nvPr/>
            </p:nvSpPr>
            <p:spPr bwMode="auto">
              <a:xfrm>
                <a:off x="1083328" y="1841317"/>
                <a:ext cx="6435279" cy="9657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D374A"/>
                  </a:buClr>
                  <a:buSzPct val="150000"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Unified fonts make reading more fluent. Theme color makes PPT more convenient to change. Adjust the spacing to adapt to Chinese typesetting, use the reference line in PPT……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" name="ísḻiḓè"/>
              <p:cNvSpPr/>
              <p:nvPr/>
            </p:nvSpPr>
            <p:spPr bwMode="auto">
              <a:xfrm>
                <a:off x="692721" y="2100789"/>
                <a:ext cx="339373" cy="312754"/>
              </a:xfrm>
              <a:custGeom>
                <a:avLst/>
                <a:gdLst>
                  <a:gd name="T0" fmla="*/ 602 w 611"/>
                  <a:gd name="T1" fmla="*/ 5 h 562"/>
                  <a:gd name="T2" fmla="*/ 599 w 611"/>
                  <a:gd name="T3" fmla="*/ 2 h 562"/>
                  <a:gd name="T4" fmla="*/ 594 w 611"/>
                  <a:gd name="T5" fmla="*/ 1 h 562"/>
                  <a:gd name="T6" fmla="*/ 590 w 611"/>
                  <a:gd name="T7" fmla="*/ 0 h 562"/>
                  <a:gd name="T8" fmla="*/ 585 w 611"/>
                  <a:gd name="T9" fmla="*/ 0 h 562"/>
                  <a:gd name="T10" fmla="*/ 580 w 611"/>
                  <a:gd name="T11" fmla="*/ 1 h 562"/>
                  <a:gd name="T12" fmla="*/ 576 w 611"/>
                  <a:gd name="T13" fmla="*/ 2 h 562"/>
                  <a:gd name="T14" fmla="*/ 572 w 611"/>
                  <a:gd name="T15" fmla="*/ 5 h 562"/>
                  <a:gd name="T16" fmla="*/ 569 w 611"/>
                  <a:gd name="T17" fmla="*/ 8 h 562"/>
                  <a:gd name="T18" fmla="*/ 166 w 611"/>
                  <a:gd name="T19" fmla="*/ 503 h 562"/>
                  <a:gd name="T20" fmla="*/ 41 w 611"/>
                  <a:gd name="T21" fmla="*/ 377 h 562"/>
                  <a:gd name="T22" fmla="*/ 38 w 611"/>
                  <a:gd name="T23" fmla="*/ 374 h 562"/>
                  <a:gd name="T24" fmla="*/ 33 w 611"/>
                  <a:gd name="T25" fmla="*/ 372 h 562"/>
                  <a:gd name="T26" fmla="*/ 29 w 611"/>
                  <a:gd name="T27" fmla="*/ 371 h 562"/>
                  <a:gd name="T28" fmla="*/ 24 w 611"/>
                  <a:gd name="T29" fmla="*/ 371 h 562"/>
                  <a:gd name="T30" fmla="*/ 20 w 611"/>
                  <a:gd name="T31" fmla="*/ 371 h 562"/>
                  <a:gd name="T32" fmla="*/ 16 w 611"/>
                  <a:gd name="T33" fmla="*/ 372 h 562"/>
                  <a:gd name="T34" fmla="*/ 11 w 611"/>
                  <a:gd name="T35" fmla="*/ 374 h 562"/>
                  <a:gd name="T36" fmla="*/ 8 w 611"/>
                  <a:gd name="T37" fmla="*/ 377 h 562"/>
                  <a:gd name="T38" fmla="*/ 4 w 611"/>
                  <a:gd name="T39" fmla="*/ 382 h 562"/>
                  <a:gd name="T40" fmla="*/ 2 w 611"/>
                  <a:gd name="T41" fmla="*/ 386 h 562"/>
                  <a:gd name="T42" fmla="*/ 1 w 611"/>
                  <a:gd name="T43" fmla="*/ 390 h 562"/>
                  <a:gd name="T44" fmla="*/ 0 w 611"/>
                  <a:gd name="T45" fmla="*/ 395 h 562"/>
                  <a:gd name="T46" fmla="*/ 1 w 611"/>
                  <a:gd name="T47" fmla="*/ 399 h 562"/>
                  <a:gd name="T48" fmla="*/ 2 w 611"/>
                  <a:gd name="T49" fmla="*/ 404 h 562"/>
                  <a:gd name="T50" fmla="*/ 4 w 611"/>
                  <a:gd name="T51" fmla="*/ 408 h 562"/>
                  <a:gd name="T52" fmla="*/ 8 w 611"/>
                  <a:gd name="T53" fmla="*/ 412 h 562"/>
                  <a:gd name="T54" fmla="*/ 151 w 611"/>
                  <a:gd name="T55" fmla="*/ 556 h 562"/>
                  <a:gd name="T56" fmla="*/ 155 w 611"/>
                  <a:gd name="T57" fmla="*/ 558 h 562"/>
                  <a:gd name="T58" fmla="*/ 159 w 611"/>
                  <a:gd name="T59" fmla="*/ 560 h 562"/>
                  <a:gd name="T60" fmla="*/ 164 w 611"/>
                  <a:gd name="T61" fmla="*/ 562 h 562"/>
                  <a:gd name="T62" fmla="*/ 168 w 611"/>
                  <a:gd name="T63" fmla="*/ 562 h 562"/>
                  <a:gd name="T64" fmla="*/ 169 w 611"/>
                  <a:gd name="T65" fmla="*/ 562 h 562"/>
                  <a:gd name="T66" fmla="*/ 169 w 611"/>
                  <a:gd name="T67" fmla="*/ 562 h 562"/>
                  <a:gd name="T68" fmla="*/ 175 w 611"/>
                  <a:gd name="T69" fmla="*/ 562 h 562"/>
                  <a:gd name="T70" fmla="*/ 179 w 611"/>
                  <a:gd name="T71" fmla="*/ 559 h 562"/>
                  <a:gd name="T72" fmla="*/ 183 w 611"/>
                  <a:gd name="T73" fmla="*/ 557 h 562"/>
                  <a:gd name="T74" fmla="*/ 187 w 611"/>
                  <a:gd name="T75" fmla="*/ 554 h 562"/>
                  <a:gd name="T76" fmla="*/ 606 w 611"/>
                  <a:gd name="T77" fmla="*/ 38 h 562"/>
                  <a:gd name="T78" fmla="*/ 609 w 611"/>
                  <a:gd name="T79" fmla="*/ 34 h 562"/>
                  <a:gd name="T80" fmla="*/ 611 w 611"/>
                  <a:gd name="T81" fmla="*/ 29 h 562"/>
                  <a:gd name="T82" fmla="*/ 611 w 611"/>
                  <a:gd name="T83" fmla="*/ 25 h 562"/>
                  <a:gd name="T84" fmla="*/ 611 w 611"/>
                  <a:gd name="T85" fmla="*/ 20 h 562"/>
                  <a:gd name="T86" fmla="*/ 611 w 611"/>
                  <a:gd name="T87" fmla="*/ 16 h 562"/>
                  <a:gd name="T88" fmla="*/ 609 w 611"/>
                  <a:gd name="T89" fmla="*/ 12 h 562"/>
                  <a:gd name="T90" fmla="*/ 606 w 611"/>
                  <a:gd name="T91" fmla="*/ 8 h 562"/>
                  <a:gd name="T92" fmla="*/ 602 w 611"/>
                  <a:gd name="T93" fmla="*/ 5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11" h="562">
                    <a:moveTo>
                      <a:pt x="602" y="5"/>
                    </a:moveTo>
                    <a:lnTo>
                      <a:pt x="599" y="2"/>
                    </a:lnTo>
                    <a:lnTo>
                      <a:pt x="594" y="1"/>
                    </a:lnTo>
                    <a:lnTo>
                      <a:pt x="590" y="0"/>
                    </a:lnTo>
                    <a:lnTo>
                      <a:pt x="585" y="0"/>
                    </a:lnTo>
                    <a:lnTo>
                      <a:pt x="580" y="1"/>
                    </a:lnTo>
                    <a:lnTo>
                      <a:pt x="576" y="2"/>
                    </a:lnTo>
                    <a:lnTo>
                      <a:pt x="572" y="5"/>
                    </a:lnTo>
                    <a:lnTo>
                      <a:pt x="569" y="8"/>
                    </a:lnTo>
                    <a:lnTo>
                      <a:pt x="166" y="503"/>
                    </a:lnTo>
                    <a:lnTo>
                      <a:pt x="41" y="377"/>
                    </a:lnTo>
                    <a:lnTo>
                      <a:pt x="38" y="374"/>
                    </a:lnTo>
                    <a:lnTo>
                      <a:pt x="33" y="372"/>
                    </a:lnTo>
                    <a:lnTo>
                      <a:pt x="29" y="371"/>
                    </a:lnTo>
                    <a:lnTo>
                      <a:pt x="24" y="371"/>
                    </a:lnTo>
                    <a:lnTo>
                      <a:pt x="20" y="371"/>
                    </a:lnTo>
                    <a:lnTo>
                      <a:pt x="16" y="372"/>
                    </a:lnTo>
                    <a:lnTo>
                      <a:pt x="11" y="374"/>
                    </a:lnTo>
                    <a:lnTo>
                      <a:pt x="8" y="377"/>
                    </a:lnTo>
                    <a:lnTo>
                      <a:pt x="4" y="382"/>
                    </a:lnTo>
                    <a:lnTo>
                      <a:pt x="2" y="386"/>
                    </a:lnTo>
                    <a:lnTo>
                      <a:pt x="1" y="390"/>
                    </a:lnTo>
                    <a:lnTo>
                      <a:pt x="0" y="395"/>
                    </a:lnTo>
                    <a:lnTo>
                      <a:pt x="1" y="399"/>
                    </a:lnTo>
                    <a:lnTo>
                      <a:pt x="2" y="404"/>
                    </a:lnTo>
                    <a:lnTo>
                      <a:pt x="4" y="408"/>
                    </a:lnTo>
                    <a:lnTo>
                      <a:pt x="8" y="412"/>
                    </a:lnTo>
                    <a:lnTo>
                      <a:pt x="151" y="556"/>
                    </a:lnTo>
                    <a:lnTo>
                      <a:pt x="155" y="558"/>
                    </a:lnTo>
                    <a:lnTo>
                      <a:pt x="159" y="560"/>
                    </a:lnTo>
                    <a:lnTo>
                      <a:pt x="164" y="562"/>
                    </a:lnTo>
                    <a:lnTo>
                      <a:pt x="168" y="562"/>
                    </a:lnTo>
                    <a:lnTo>
                      <a:pt x="169" y="562"/>
                    </a:lnTo>
                    <a:lnTo>
                      <a:pt x="169" y="562"/>
                    </a:lnTo>
                    <a:lnTo>
                      <a:pt x="175" y="562"/>
                    </a:lnTo>
                    <a:lnTo>
                      <a:pt x="179" y="559"/>
                    </a:lnTo>
                    <a:lnTo>
                      <a:pt x="183" y="557"/>
                    </a:lnTo>
                    <a:lnTo>
                      <a:pt x="187" y="554"/>
                    </a:lnTo>
                    <a:lnTo>
                      <a:pt x="606" y="38"/>
                    </a:lnTo>
                    <a:lnTo>
                      <a:pt x="609" y="34"/>
                    </a:lnTo>
                    <a:lnTo>
                      <a:pt x="611" y="29"/>
                    </a:lnTo>
                    <a:lnTo>
                      <a:pt x="611" y="25"/>
                    </a:lnTo>
                    <a:lnTo>
                      <a:pt x="611" y="20"/>
                    </a:lnTo>
                    <a:lnTo>
                      <a:pt x="611" y="16"/>
                    </a:lnTo>
                    <a:lnTo>
                      <a:pt x="609" y="12"/>
                    </a:lnTo>
                    <a:lnTo>
                      <a:pt x="606" y="8"/>
                    </a:lnTo>
                    <a:lnTo>
                      <a:pt x="602" y="5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1" name="îṡļïḑê"/>
            <p:cNvGrpSpPr/>
            <p:nvPr/>
          </p:nvGrpSpPr>
          <p:grpSpPr>
            <a:xfrm>
              <a:off x="660400" y="3289088"/>
              <a:ext cx="6858207" cy="965753"/>
              <a:chOff x="660400" y="1841317"/>
              <a:chExt cx="6858207" cy="965753"/>
            </a:xfrm>
          </p:grpSpPr>
          <p:sp>
            <p:nvSpPr>
              <p:cNvPr id="16" name="îṥļiďê"/>
              <p:cNvSpPr/>
              <p:nvPr/>
            </p:nvSpPr>
            <p:spPr>
              <a:xfrm>
                <a:off x="660400" y="2173444"/>
                <a:ext cx="281160" cy="280953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wrap="square" lIns="91440" tIns="45720" rIns="91440" bIns="45720">
                <a:normAutofit fontScale="850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iṥḻïdé"/>
              <p:cNvSpPr/>
              <p:nvPr/>
            </p:nvSpPr>
            <p:spPr bwMode="auto">
              <a:xfrm>
                <a:off x="1083328" y="1841317"/>
                <a:ext cx="6435279" cy="9657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D374A"/>
                  </a:buClr>
                  <a:buSzPct val="150000"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Unified fonts make reading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more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fluent.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Theme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color makes PPT more convenient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change.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Adjust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the spacing to adapt to Chinese typesetting, use the reference line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 PPT……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" name="işḻíḍê"/>
            <p:cNvGrpSpPr/>
            <p:nvPr/>
          </p:nvGrpSpPr>
          <p:grpSpPr>
            <a:xfrm>
              <a:off x="660400" y="4697633"/>
              <a:ext cx="6858207" cy="965753"/>
              <a:chOff x="660400" y="1841317"/>
              <a:chExt cx="6858207" cy="965753"/>
            </a:xfrm>
          </p:grpSpPr>
          <p:sp>
            <p:nvSpPr>
              <p:cNvPr id="13" name="îśļïḋê"/>
              <p:cNvSpPr/>
              <p:nvPr/>
            </p:nvSpPr>
            <p:spPr>
              <a:xfrm>
                <a:off x="660400" y="2173444"/>
                <a:ext cx="281160" cy="280953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wrap="square" lIns="91440" tIns="45720" rIns="91440" bIns="45720">
                <a:normAutofit fontScale="850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" name="îṥḷíďé"/>
              <p:cNvSpPr/>
              <p:nvPr/>
            </p:nvSpPr>
            <p:spPr bwMode="auto">
              <a:xfrm>
                <a:off x="1083328" y="1841317"/>
                <a:ext cx="6435279" cy="9657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D374A"/>
                  </a:buClr>
                  <a:buSzPct val="150000"/>
                  <a:buFontTx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Unified fonts make reading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more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fluent.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Theme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color makes PPT more convenient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change.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Adjust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the spacing to adapt to Chinese typesetting, use the reference line </a:t>
                </a: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 PPT……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îSḷiḑé"/>
              <p:cNvSpPr/>
              <p:nvPr/>
            </p:nvSpPr>
            <p:spPr bwMode="auto">
              <a:xfrm>
                <a:off x="692721" y="2100789"/>
                <a:ext cx="339373" cy="312754"/>
              </a:xfrm>
              <a:custGeom>
                <a:avLst/>
                <a:gdLst>
                  <a:gd name="T0" fmla="*/ 602 w 611"/>
                  <a:gd name="T1" fmla="*/ 5 h 562"/>
                  <a:gd name="T2" fmla="*/ 599 w 611"/>
                  <a:gd name="T3" fmla="*/ 2 h 562"/>
                  <a:gd name="T4" fmla="*/ 594 w 611"/>
                  <a:gd name="T5" fmla="*/ 1 h 562"/>
                  <a:gd name="T6" fmla="*/ 590 w 611"/>
                  <a:gd name="T7" fmla="*/ 0 h 562"/>
                  <a:gd name="T8" fmla="*/ 585 w 611"/>
                  <a:gd name="T9" fmla="*/ 0 h 562"/>
                  <a:gd name="T10" fmla="*/ 580 w 611"/>
                  <a:gd name="T11" fmla="*/ 1 h 562"/>
                  <a:gd name="T12" fmla="*/ 576 w 611"/>
                  <a:gd name="T13" fmla="*/ 2 h 562"/>
                  <a:gd name="T14" fmla="*/ 572 w 611"/>
                  <a:gd name="T15" fmla="*/ 5 h 562"/>
                  <a:gd name="T16" fmla="*/ 569 w 611"/>
                  <a:gd name="T17" fmla="*/ 8 h 562"/>
                  <a:gd name="T18" fmla="*/ 166 w 611"/>
                  <a:gd name="T19" fmla="*/ 503 h 562"/>
                  <a:gd name="T20" fmla="*/ 41 w 611"/>
                  <a:gd name="T21" fmla="*/ 377 h 562"/>
                  <a:gd name="T22" fmla="*/ 38 w 611"/>
                  <a:gd name="T23" fmla="*/ 374 h 562"/>
                  <a:gd name="T24" fmla="*/ 33 w 611"/>
                  <a:gd name="T25" fmla="*/ 372 h 562"/>
                  <a:gd name="T26" fmla="*/ 29 w 611"/>
                  <a:gd name="T27" fmla="*/ 371 h 562"/>
                  <a:gd name="T28" fmla="*/ 24 w 611"/>
                  <a:gd name="T29" fmla="*/ 371 h 562"/>
                  <a:gd name="T30" fmla="*/ 20 w 611"/>
                  <a:gd name="T31" fmla="*/ 371 h 562"/>
                  <a:gd name="T32" fmla="*/ 16 w 611"/>
                  <a:gd name="T33" fmla="*/ 372 h 562"/>
                  <a:gd name="T34" fmla="*/ 11 w 611"/>
                  <a:gd name="T35" fmla="*/ 374 h 562"/>
                  <a:gd name="T36" fmla="*/ 8 w 611"/>
                  <a:gd name="T37" fmla="*/ 377 h 562"/>
                  <a:gd name="T38" fmla="*/ 4 w 611"/>
                  <a:gd name="T39" fmla="*/ 382 h 562"/>
                  <a:gd name="T40" fmla="*/ 2 w 611"/>
                  <a:gd name="T41" fmla="*/ 386 h 562"/>
                  <a:gd name="T42" fmla="*/ 1 w 611"/>
                  <a:gd name="T43" fmla="*/ 390 h 562"/>
                  <a:gd name="T44" fmla="*/ 0 w 611"/>
                  <a:gd name="T45" fmla="*/ 395 h 562"/>
                  <a:gd name="T46" fmla="*/ 1 w 611"/>
                  <a:gd name="T47" fmla="*/ 399 h 562"/>
                  <a:gd name="T48" fmla="*/ 2 w 611"/>
                  <a:gd name="T49" fmla="*/ 404 h 562"/>
                  <a:gd name="T50" fmla="*/ 4 w 611"/>
                  <a:gd name="T51" fmla="*/ 408 h 562"/>
                  <a:gd name="T52" fmla="*/ 8 w 611"/>
                  <a:gd name="T53" fmla="*/ 412 h 562"/>
                  <a:gd name="T54" fmla="*/ 151 w 611"/>
                  <a:gd name="T55" fmla="*/ 556 h 562"/>
                  <a:gd name="T56" fmla="*/ 155 w 611"/>
                  <a:gd name="T57" fmla="*/ 558 h 562"/>
                  <a:gd name="T58" fmla="*/ 159 w 611"/>
                  <a:gd name="T59" fmla="*/ 560 h 562"/>
                  <a:gd name="T60" fmla="*/ 164 w 611"/>
                  <a:gd name="T61" fmla="*/ 562 h 562"/>
                  <a:gd name="T62" fmla="*/ 168 w 611"/>
                  <a:gd name="T63" fmla="*/ 562 h 562"/>
                  <a:gd name="T64" fmla="*/ 169 w 611"/>
                  <a:gd name="T65" fmla="*/ 562 h 562"/>
                  <a:gd name="T66" fmla="*/ 169 w 611"/>
                  <a:gd name="T67" fmla="*/ 562 h 562"/>
                  <a:gd name="T68" fmla="*/ 175 w 611"/>
                  <a:gd name="T69" fmla="*/ 562 h 562"/>
                  <a:gd name="T70" fmla="*/ 179 w 611"/>
                  <a:gd name="T71" fmla="*/ 559 h 562"/>
                  <a:gd name="T72" fmla="*/ 183 w 611"/>
                  <a:gd name="T73" fmla="*/ 557 h 562"/>
                  <a:gd name="T74" fmla="*/ 187 w 611"/>
                  <a:gd name="T75" fmla="*/ 554 h 562"/>
                  <a:gd name="T76" fmla="*/ 606 w 611"/>
                  <a:gd name="T77" fmla="*/ 38 h 562"/>
                  <a:gd name="T78" fmla="*/ 609 w 611"/>
                  <a:gd name="T79" fmla="*/ 34 h 562"/>
                  <a:gd name="T80" fmla="*/ 611 w 611"/>
                  <a:gd name="T81" fmla="*/ 29 h 562"/>
                  <a:gd name="T82" fmla="*/ 611 w 611"/>
                  <a:gd name="T83" fmla="*/ 25 h 562"/>
                  <a:gd name="T84" fmla="*/ 611 w 611"/>
                  <a:gd name="T85" fmla="*/ 20 h 562"/>
                  <a:gd name="T86" fmla="*/ 611 w 611"/>
                  <a:gd name="T87" fmla="*/ 16 h 562"/>
                  <a:gd name="T88" fmla="*/ 609 w 611"/>
                  <a:gd name="T89" fmla="*/ 12 h 562"/>
                  <a:gd name="T90" fmla="*/ 606 w 611"/>
                  <a:gd name="T91" fmla="*/ 8 h 562"/>
                  <a:gd name="T92" fmla="*/ 602 w 611"/>
                  <a:gd name="T93" fmla="*/ 5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11" h="562">
                    <a:moveTo>
                      <a:pt x="602" y="5"/>
                    </a:moveTo>
                    <a:lnTo>
                      <a:pt x="599" y="2"/>
                    </a:lnTo>
                    <a:lnTo>
                      <a:pt x="594" y="1"/>
                    </a:lnTo>
                    <a:lnTo>
                      <a:pt x="590" y="0"/>
                    </a:lnTo>
                    <a:lnTo>
                      <a:pt x="585" y="0"/>
                    </a:lnTo>
                    <a:lnTo>
                      <a:pt x="580" y="1"/>
                    </a:lnTo>
                    <a:lnTo>
                      <a:pt x="576" y="2"/>
                    </a:lnTo>
                    <a:lnTo>
                      <a:pt x="572" y="5"/>
                    </a:lnTo>
                    <a:lnTo>
                      <a:pt x="569" y="8"/>
                    </a:lnTo>
                    <a:lnTo>
                      <a:pt x="166" y="503"/>
                    </a:lnTo>
                    <a:lnTo>
                      <a:pt x="41" y="377"/>
                    </a:lnTo>
                    <a:lnTo>
                      <a:pt x="38" y="374"/>
                    </a:lnTo>
                    <a:lnTo>
                      <a:pt x="33" y="372"/>
                    </a:lnTo>
                    <a:lnTo>
                      <a:pt x="29" y="371"/>
                    </a:lnTo>
                    <a:lnTo>
                      <a:pt x="24" y="371"/>
                    </a:lnTo>
                    <a:lnTo>
                      <a:pt x="20" y="371"/>
                    </a:lnTo>
                    <a:lnTo>
                      <a:pt x="16" y="372"/>
                    </a:lnTo>
                    <a:lnTo>
                      <a:pt x="11" y="374"/>
                    </a:lnTo>
                    <a:lnTo>
                      <a:pt x="8" y="377"/>
                    </a:lnTo>
                    <a:lnTo>
                      <a:pt x="4" y="382"/>
                    </a:lnTo>
                    <a:lnTo>
                      <a:pt x="2" y="386"/>
                    </a:lnTo>
                    <a:lnTo>
                      <a:pt x="1" y="390"/>
                    </a:lnTo>
                    <a:lnTo>
                      <a:pt x="0" y="395"/>
                    </a:lnTo>
                    <a:lnTo>
                      <a:pt x="1" y="399"/>
                    </a:lnTo>
                    <a:lnTo>
                      <a:pt x="2" y="404"/>
                    </a:lnTo>
                    <a:lnTo>
                      <a:pt x="4" y="408"/>
                    </a:lnTo>
                    <a:lnTo>
                      <a:pt x="8" y="412"/>
                    </a:lnTo>
                    <a:lnTo>
                      <a:pt x="151" y="556"/>
                    </a:lnTo>
                    <a:lnTo>
                      <a:pt x="155" y="558"/>
                    </a:lnTo>
                    <a:lnTo>
                      <a:pt x="159" y="560"/>
                    </a:lnTo>
                    <a:lnTo>
                      <a:pt x="164" y="562"/>
                    </a:lnTo>
                    <a:lnTo>
                      <a:pt x="168" y="562"/>
                    </a:lnTo>
                    <a:lnTo>
                      <a:pt x="169" y="562"/>
                    </a:lnTo>
                    <a:lnTo>
                      <a:pt x="169" y="562"/>
                    </a:lnTo>
                    <a:lnTo>
                      <a:pt x="175" y="562"/>
                    </a:lnTo>
                    <a:lnTo>
                      <a:pt x="179" y="559"/>
                    </a:lnTo>
                    <a:lnTo>
                      <a:pt x="183" y="557"/>
                    </a:lnTo>
                    <a:lnTo>
                      <a:pt x="187" y="554"/>
                    </a:lnTo>
                    <a:lnTo>
                      <a:pt x="606" y="38"/>
                    </a:lnTo>
                    <a:lnTo>
                      <a:pt x="609" y="34"/>
                    </a:lnTo>
                    <a:lnTo>
                      <a:pt x="611" y="29"/>
                    </a:lnTo>
                    <a:lnTo>
                      <a:pt x="611" y="25"/>
                    </a:lnTo>
                    <a:lnTo>
                      <a:pt x="611" y="20"/>
                    </a:lnTo>
                    <a:lnTo>
                      <a:pt x="611" y="16"/>
                    </a:lnTo>
                    <a:lnTo>
                      <a:pt x="609" y="12"/>
                    </a:lnTo>
                    <a:lnTo>
                      <a:pt x="606" y="8"/>
                    </a:lnTo>
                    <a:lnTo>
                      <a:pt x="602" y="5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80eb4a01-e2b5-427d-b3ab-99ed35253e3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23950"/>
            <a:ext cx="10850563" cy="5019675"/>
            <a:chOff x="669925" y="1123950"/>
            <a:chExt cx="10850563" cy="5019675"/>
          </a:xfrm>
        </p:grpSpPr>
        <p:grpSp>
          <p:nvGrpSpPr>
            <p:cNvPr id="6" name="işlide"/>
            <p:cNvGrpSpPr/>
            <p:nvPr/>
          </p:nvGrpSpPr>
          <p:grpSpPr>
            <a:xfrm>
              <a:off x="7655735" y="1221513"/>
              <a:ext cx="3864753" cy="1773518"/>
              <a:chOff x="7655735" y="3429000"/>
              <a:chExt cx="3864753" cy="1773518"/>
            </a:xfrm>
          </p:grpSpPr>
          <p:sp>
            <p:nvSpPr>
              <p:cNvPr id="25" name="iş1ïḍé"/>
              <p:cNvSpPr/>
              <p:nvPr/>
            </p:nvSpPr>
            <p:spPr>
              <a:xfrm>
                <a:off x="7655735" y="3870805"/>
                <a:ext cx="3864753" cy="13317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26" name="íşḻíďê"/>
              <p:cNvSpPr txBox="1"/>
              <p:nvPr/>
            </p:nvSpPr>
            <p:spPr bwMode="auto">
              <a:xfrm>
                <a:off x="7655735" y="3429000"/>
                <a:ext cx="386475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7" name="ïśľîdé"/>
            <p:cNvSpPr/>
            <p:nvPr/>
          </p:nvSpPr>
          <p:spPr>
            <a:xfrm>
              <a:off x="2894631" y="2505558"/>
              <a:ext cx="2107934" cy="19956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900"/>
            </a:p>
          </p:txBody>
        </p:sp>
        <p:grpSp>
          <p:nvGrpSpPr>
            <p:cNvPr id="8" name="ïṣḷïḋe"/>
            <p:cNvGrpSpPr/>
            <p:nvPr/>
          </p:nvGrpSpPr>
          <p:grpSpPr>
            <a:xfrm>
              <a:off x="2894631" y="4782103"/>
              <a:ext cx="2107934" cy="1111889"/>
              <a:chOff x="673100" y="1237334"/>
              <a:chExt cx="3228944" cy="1111889"/>
            </a:xfrm>
          </p:grpSpPr>
          <p:sp>
            <p:nvSpPr>
              <p:cNvPr id="23" name="iṧḻíḑê"/>
              <p:cNvSpPr/>
              <p:nvPr/>
            </p:nvSpPr>
            <p:spPr bwMode="auto">
              <a:xfrm>
                <a:off x="673100" y="1624932"/>
                <a:ext cx="3228944" cy="724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4" name="íṧlîḋé"/>
              <p:cNvSpPr txBox="1"/>
              <p:nvPr/>
            </p:nvSpPr>
            <p:spPr bwMode="auto">
              <a:xfrm>
                <a:off x="673100" y="1237334"/>
                <a:ext cx="3228944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7503173" y="1123950"/>
              <a:ext cx="0" cy="3377236"/>
            </a:xfrm>
            <a:prstGeom prst="line">
              <a:avLst/>
            </a:prstGeom>
            <a:ln w="222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išḻîḍê"/>
            <p:cNvGrpSpPr/>
            <p:nvPr/>
          </p:nvGrpSpPr>
          <p:grpSpPr>
            <a:xfrm>
              <a:off x="5119335" y="4782103"/>
              <a:ext cx="2107934" cy="1111889"/>
              <a:chOff x="673100" y="1237334"/>
              <a:chExt cx="3228944" cy="1111889"/>
            </a:xfrm>
          </p:grpSpPr>
          <p:sp>
            <p:nvSpPr>
              <p:cNvPr id="21" name="ïŝḻîďe"/>
              <p:cNvSpPr/>
              <p:nvPr/>
            </p:nvSpPr>
            <p:spPr bwMode="auto">
              <a:xfrm>
                <a:off x="673100" y="1624932"/>
                <a:ext cx="3228944" cy="724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2" name="ïśľîḓê"/>
              <p:cNvSpPr txBox="1"/>
              <p:nvPr/>
            </p:nvSpPr>
            <p:spPr bwMode="auto">
              <a:xfrm>
                <a:off x="673100" y="1237334"/>
                <a:ext cx="3228944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11" name="iṡḷíḋê"/>
            <p:cNvSpPr/>
            <p:nvPr/>
          </p:nvSpPr>
          <p:spPr>
            <a:xfrm>
              <a:off x="5119335" y="2505558"/>
              <a:ext cx="2107934" cy="1995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900"/>
            </a:p>
          </p:txBody>
        </p:sp>
        <p:sp>
          <p:nvSpPr>
            <p:cNvPr id="12" name="ïSľïḍé"/>
            <p:cNvSpPr/>
            <p:nvPr/>
          </p:nvSpPr>
          <p:spPr bwMode="auto">
            <a:xfrm>
              <a:off x="5853821" y="3196120"/>
              <a:ext cx="638962" cy="614504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060951" y="4782103"/>
              <a:ext cx="0" cy="136152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îšlíḑé"/>
            <p:cNvSpPr/>
            <p:nvPr/>
          </p:nvSpPr>
          <p:spPr>
            <a:xfrm>
              <a:off x="669925" y="2505558"/>
              <a:ext cx="2107934" cy="1995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900"/>
            </a:p>
          </p:txBody>
        </p:sp>
        <p:sp>
          <p:nvSpPr>
            <p:cNvPr id="15" name="íŝḷíḍe"/>
            <p:cNvSpPr/>
            <p:nvPr/>
          </p:nvSpPr>
          <p:spPr bwMode="auto">
            <a:xfrm>
              <a:off x="1404411" y="3196024"/>
              <a:ext cx="638962" cy="614696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îṡľîḑê"/>
            <p:cNvGrpSpPr/>
            <p:nvPr/>
          </p:nvGrpSpPr>
          <p:grpSpPr>
            <a:xfrm>
              <a:off x="669925" y="4782103"/>
              <a:ext cx="2107934" cy="1111889"/>
              <a:chOff x="673100" y="1237334"/>
              <a:chExt cx="3228944" cy="1111889"/>
            </a:xfrm>
          </p:grpSpPr>
          <p:sp>
            <p:nvSpPr>
              <p:cNvPr id="19" name="iṡlíḑê"/>
              <p:cNvSpPr/>
              <p:nvPr/>
            </p:nvSpPr>
            <p:spPr bwMode="auto">
              <a:xfrm>
                <a:off x="673100" y="1624932"/>
                <a:ext cx="3228944" cy="724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0" name="íṩḻidè"/>
              <p:cNvSpPr txBox="1"/>
              <p:nvPr/>
            </p:nvSpPr>
            <p:spPr bwMode="auto">
              <a:xfrm>
                <a:off x="673100" y="1237334"/>
                <a:ext cx="3228944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2836245" y="4782103"/>
              <a:ext cx="0" cy="136152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ïşļíḓe"/>
            <p:cNvSpPr/>
            <p:nvPr/>
          </p:nvSpPr>
          <p:spPr bwMode="auto">
            <a:xfrm>
              <a:off x="3671123" y="3226417"/>
              <a:ext cx="554950" cy="55391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96972" y="524736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bg1">
                  <a:lumMod val="85000"/>
                </a:schemeClr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991533" y="149987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4fbccbf-b70c-44fc-b71b-78506ba29b8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7280" y="1275325"/>
            <a:ext cx="10833209" cy="4307350"/>
            <a:chOff x="687280" y="1275325"/>
            <a:chExt cx="10833209" cy="4307350"/>
          </a:xfrm>
        </p:grpSpPr>
        <p:grpSp>
          <p:nvGrpSpPr>
            <p:cNvPr id="6" name="îśḻíḋè"/>
            <p:cNvGrpSpPr/>
            <p:nvPr/>
          </p:nvGrpSpPr>
          <p:grpSpPr>
            <a:xfrm>
              <a:off x="4356834" y="1914525"/>
              <a:ext cx="3478332" cy="3448050"/>
              <a:chOff x="3550663" y="1352550"/>
              <a:chExt cx="4612152" cy="4572000"/>
            </a:xfrm>
          </p:grpSpPr>
          <p:grpSp>
            <p:nvGrpSpPr>
              <p:cNvPr id="19" name="îşḻïḍè"/>
              <p:cNvGrpSpPr/>
              <p:nvPr/>
            </p:nvGrpSpPr>
            <p:grpSpPr>
              <a:xfrm>
                <a:off x="4141106" y="1999149"/>
                <a:ext cx="3431271" cy="3278802"/>
                <a:chOff x="4052545" y="1914525"/>
                <a:chExt cx="3608389" cy="3448050"/>
              </a:xfrm>
            </p:grpSpPr>
            <p:sp>
              <p:nvSpPr>
                <p:cNvPr id="83" name="ïṣļíḑê"/>
                <p:cNvSpPr/>
                <p:nvPr/>
              </p:nvSpPr>
              <p:spPr bwMode="auto">
                <a:xfrm>
                  <a:off x="5855946" y="1914525"/>
                  <a:ext cx="1495425" cy="1724025"/>
                </a:xfrm>
                <a:custGeom>
                  <a:avLst/>
                  <a:gdLst>
                    <a:gd name="T0" fmla="*/ 0 w 2415"/>
                    <a:gd name="T1" fmla="*/ 0 h 2788"/>
                    <a:gd name="T2" fmla="*/ 2415 w 2415"/>
                    <a:gd name="T3" fmla="*/ 1394 h 2788"/>
                    <a:gd name="T4" fmla="*/ 0 w 2415"/>
                    <a:gd name="T5" fmla="*/ 2788 h 2788"/>
                    <a:gd name="T6" fmla="*/ 0 w 2415"/>
                    <a:gd name="T7" fmla="*/ 0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415" h="2788">
                      <a:moveTo>
                        <a:pt x="0" y="0"/>
                      </a:moveTo>
                      <a:cubicBezTo>
                        <a:pt x="996" y="0"/>
                        <a:pt x="1917" y="531"/>
                        <a:pt x="2415" y="1394"/>
                      </a:cubicBezTo>
                      <a:lnTo>
                        <a:pt x="0" y="27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ïṡḻïďé"/>
                <p:cNvSpPr/>
                <p:nvPr/>
              </p:nvSpPr>
              <p:spPr bwMode="auto">
                <a:xfrm>
                  <a:off x="5855946" y="2776537"/>
                  <a:ext cx="1804988" cy="1724025"/>
                </a:xfrm>
                <a:custGeom>
                  <a:avLst/>
                  <a:gdLst>
                    <a:gd name="T0" fmla="*/ 2415 w 2913"/>
                    <a:gd name="T1" fmla="*/ 0 h 2788"/>
                    <a:gd name="T2" fmla="*/ 2415 w 2913"/>
                    <a:gd name="T3" fmla="*/ 2788 h 2788"/>
                    <a:gd name="T4" fmla="*/ 0 w 2913"/>
                    <a:gd name="T5" fmla="*/ 1394 h 2788"/>
                    <a:gd name="T6" fmla="*/ 2415 w 2913"/>
                    <a:gd name="T7" fmla="*/ 0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913" h="2788">
                      <a:moveTo>
                        <a:pt x="2415" y="0"/>
                      </a:moveTo>
                      <a:cubicBezTo>
                        <a:pt x="2913" y="863"/>
                        <a:pt x="2913" y="1925"/>
                        <a:pt x="2415" y="2788"/>
                      </a:cubicBezTo>
                      <a:lnTo>
                        <a:pt x="0" y="1394"/>
                      </a:lnTo>
                      <a:lnTo>
                        <a:pt x="2415" y="0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5" name="íşḷíḋe"/>
                <p:cNvSpPr/>
                <p:nvPr/>
              </p:nvSpPr>
              <p:spPr bwMode="auto">
                <a:xfrm>
                  <a:off x="5855946" y="3638550"/>
                  <a:ext cx="1495425" cy="1724025"/>
                </a:xfrm>
                <a:custGeom>
                  <a:avLst/>
                  <a:gdLst>
                    <a:gd name="T0" fmla="*/ 2415 w 2415"/>
                    <a:gd name="T1" fmla="*/ 1394 h 2788"/>
                    <a:gd name="T2" fmla="*/ 0 w 2415"/>
                    <a:gd name="T3" fmla="*/ 2788 h 2788"/>
                    <a:gd name="T4" fmla="*/ 0 w 2415"/>
                    <a:gd name="T5" fmla="*/ 0 h 2788"/>
                    <a:gd name="T6" fmla="*/ 2415 w 2415"/>
                    <a:gd name="T7" fmla="*/ 1394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415" h="2788">
                      <a:moveTo>
                        <a:pt x="2415" y="1394"/>
                      </a:moveTo>
                      <a:cubicBezTo>
                        <a:pt x="1917" y="2257"/>
                        <a:pt x="996" y="2788"/>
                        <a:pt x="0" y="2788"/>
                      </a:cubicBezTo>
                      <a:lnTo>
                        <a:pt x="0" y="0"/>
                      </a:lnTo>
                      <a:lnTo>
                        <a:pt x="2415" y="1394"/>
                      </a:lnTo>
                      <a:close/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íṥlíďê"/>
                <p:cNvSpPr/>
                <p:nvPr/>
              </p:nvSpPr>
              <p:spPr bwMode="auto">
                <a:xfrm>
                  <a:off x="4360521" y="3638550"/>
                  <a:ext cx="1495425" cy="1724025"/>
                </a:xfrm>
                <a:custGeom>
                  <a:avLst/>
                  <a:gdLst>
                    <a:gd name="T0" fmla="*/ 2415 w 2415"/>
                    <a:gd name="T1" fmla="*/ 2788 h 2788"/>
                    <a:gd name="T2" fmla="*/ 0 w 2415"/>
                    <a:gd name="T3" fmla="*/ 1394 h 2788"/>
                    <a:gd name="T4" fmla="*/ 2415 w 2415"/>
                    <a:gd name="T5" fmla="*/ 0 h 2788"/>
                    <a:gd name="T6" fmla="*/ 2415 w 2415"/>
                    <a:gd name="T7" fmla="*/ 2788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415" h="2788">
                      <a:moveTo>
                        <a:pt x="2415" y="2788"/>
                      </a:moveTo>
                      <a:cubicBezTo>
                        <a:pt x="1419" y="2788"/>
                        <a:pt x="498" y="2257"/>
                        <a:pt x="0" y="1394"/>
                      </a:cubicBezTo>
                      <a:lnTo>
                        <a:pt x="2415" y="0"/>
                      </a:lnTo>
                      <a:lnTo>
                        <a:pt x="2415" y="2788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ïṡḷîḓê"/>
                <p:cNvSpPr/>
                <p:nvPr/>
              </p:nvSpPr>
              <p:spPr bwMode="auto">
                <a:xfrm>
                  <a:off x="4052545" y="2776537"/>
                  <a:ext cx="1803400" cy="1724025"/>
                </a:xfrm>
                <a:custGeom>
                  <a:avLst/>
                  <a:gdLst>
                    <a:gd name="T0" fmla="*/ 498 w 2913"/>
                    <a:gd name="T1" fmla="*/ 2788 h 2788"/>
                    <a:gd name="T2" fmla="*/ 498 w 2913"/>
                    <a:gd name="T3" fmla="*/ 0 h 2788"/>
                    <a:gd name="T4" fmla="*/ 2913 w 2913"/>
                    <a:gd name="T5" fmla="*/ 1394 h 2788"/>
                    <a:gd name="T6" fmla="*/ 498 w 2913"/>
                    <a:gd name="T7" fmla="*/ 2788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913" h="2788">
                      <a:moveTo>
                        <a:pt x="498" y="2788"/>
                      </a:moveTo>
                      <a:cubicBezTo>
                        <a:pt x="0" y="1925"/>
                        <a:pt x="0" y="863"/>
                        <a:pt x="498" y="0"/>
                      </a:cubicBezTo>
                      <a:lnTo>
                        <a:pt x="2913" y="1394"/>
                      </a:lnTo>
                      <a:lnTo>
                        <a:pt x="498" y="2788"/>
                      </a:lnTo>
                      <a:close/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ïṧliḋe"/>
                <p:cNvSpPr/>
                <p:nvPr/>
              </p:nvSpPr>
              <p:spPr bwMode="auto">
                <a:xfrm>
                  <a:off x="4360521" y="1914525"/>
                  <a:ext cx="1495425" cy="1724025"/>
                </a:xfrm>
                <a:custGeom>
                  <a:avLst/>
                  <a:gdLst>
                    <a:gd name="T0" fmla="*/ 0 w 2415"/>
                    <a:gd name="T1" fmla="*/ 1394 h 2788"/>
                    <a:gd name="T2" fmla="*/ 2415 w 2415"/>
                    <a:gd name="T3" fmla="*/ 0 h 2788"/>
                    <a:gd name="T4" fmla="*/ 2415 w 2415"/>
                    <a:gd name="T5" fmla="*/ 2788 h 2788"/>
                    <a:gd name="T6" fmla="*/ 0 w 2415"/>
                    <a:gd name="T7" fmla="*/ 1394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415" h="2788">
                      <a:moveTo>
                        <a:pt x="0" y="1394"/>
                      </a:moveTo>
                      <a:cubicBezTo>
                        <a:pt x="498" y="531"/>
                        <a:pt x="1419" y="0"/>
                        <a:pt x="2415" y="0"/>
                      </a:cubicBezTo>
                      <a:lnTo>
                        <a:pt x="2415" y="2788"/>
                      </a:lnTo>
                      <a:lnTo>
                        <a:pt x="0" y="139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iŝḷîďê"/>
              <p:cNvGrpSpPr/>
              <p:nvPr/>
            </p:nvGrpSpPr>
            <p:grpSpPr>
              <a:xfrm>
                <a:off x="3550663" y="1352550"/>
                <a:ext cx="4612152" cy="4572000"/>
                <a:chOff x="-4157005" y="3516570"/>
                <a:chExt cx="14791511" cy="14662739"/>
              </a:xfrm>
            </p:grpSpPr>
            <p:grpSp>
              <p:nvGrpSpPr>
                <p:cNvPr id="21" name="ïṡḻiďê"/>
                <p:cNvGrpSpPr/>
                <p:nvPr/>
              </p:nvGrpSpPr>
              <p:grpSpPr>
                <a:xfrm>
                  <a:off x="-3888264" y="3656539"/>
                  <a:ext cx="14522770" cy="14522770"/>
                  <a:chOff x="0" y="0"/>
                  <a:chExt cx="14522768" cy="14522768"/>
                </a:xfrm>
              </p:grpSpPr>
              <p:grpSp>
                <p:nvGrpSpPr>
                  <p:cNvPr id="31" name="ïslíḓê"/>
                  <p:cNvGrpSpPr/>
                  <p:nvPr/>
                </p:nvGrpSpPr>
                <p:grpSpPr>
                  <a:xfrm>
                    <a:off x="2761852" y="2761852"/>
                    <a:ext cx="8999064" cy="8999063"/>
                    <a:chOff x="891063" y="891063"/>
                    <a:chExt cx="8999062" cy="8999062"/>
                  </a:xfrm>
                </p:grpSpPr>
                <p:sp>
                  <p:nvSpPr>
                    <p:cNvPr id="34" name="íṥḷïďé"/>
                    <p:cNvSpPr/>
                    <p:nvPr/>
                  </p:nvSpPr>
                  <p:spPr>
                    <a:xfrm>
                      <a:off x="891063" y="891063"/>
                      <a:ext cx="8999062" cy="89990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71437" tIns="71437" rIns="71437" bIns="71437" numCol="1" anchor="ctr">
                      <a:noAutofit/>
                    </a:bodyPr>
                    <a:lstStyle/>
                    <a:p>
                      <a:pPr algn="ctr">
                        <a:defRPr sz="3200" cap="none"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grpSp>
                  <p:nvGrpSpPr>
                    <p:cNvPr id="35" name="ïsľîḑè"/>
                    <p:cNvGrpSpPr/>
                    <p:nvPr/>
                  </p:nvGrpSpPr>
                  <p:grpSpPr>
                    <a:xfrm>
                      <a:off x="1311695" y="1294979"/>
                      <a:ext cx="8157800" cy="8191231"/>
                      <a:chOff x="0" y="-1"/>
                      <a:chExt cx="8157798" cy="8191230"/>
                    </a:xfrm>
                  </p:grpSpPr>
                  <p:sp>
                    <p:nvSpPr>
                      <p:cNvPr id="36" name="íSḻïde"/>
                      <p:cNvSpPr/>
                      <p:nvPr/>
                    </p:nvSpPr>
                    <p:spPr>
                      <a:xfrm>
                        <a:off x="0" y="33423"/>
                        <a:ext cx="8157798" cy="8157806"/>
                      </a:xfrm>
                      <a:prstGeom prst="ellipse">
                        <a:avLst/>
                      </a:prstGeom>
                      <a:noFill/>
                      <a:ln w="127000" cap="flat">
                        <a:solidFill>
                          <a:srgbClr val="DCDEE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11600" cap="none">
                            <a:solidFill>
                              <a:srgbClr val="77716C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37" name="ïSlïḓè"/>
                      <p:cNvSpPr/>
                      <p:nvPr/>
                    </p:nvSpPr>
                    <p:spPr>
                      <a:xfrm>
                        <a:off x="1393245" y="-1"/>
                        <a:ext cx="6731335" cy="374837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599" h="21511" extrusionOk="0">
                            <a:moveTo>
                              <a:pt x="6974" y="3251"/>
                            </a:moveTo>
                            <a:lnTo>
                              <a:pt x="6917" y="3349"/>
                            </a:lnTo>
                            <a:lnTo>
                              <a:pt x="6827" y="3350"/>
                            </a:lnTo>
                            <a:lnTo>
                              <a:pt x="6604" y="3534"/>
                            </a:lnTo>
                            <a:lnTo>
                              <a:pt x="6516" y="3506"/>
                            </a:lnTo>
                            <a:lnTo>
                              <a:pt x="6316" y="3666"/>
                            </a:lnTo>
                            <a:lnTo>
                              <a:pt x="6388" y="3748"/>
                            </a:lnTo>
                            <a:lnTo>
                              <a:pt x="6349" y="3897"/>
                            </a:lnTo>
                            <a:lnTo>
                              <a:pt x="6191" y="3956"/>
                            </a:lnTo>
                            <a:lnTo>
                              <a:pt x="6079" y="4058"/>
                            </a:lnTo>
                            <a:lnTo>
                              <a:pt x="5935" y="4082"/>
                            </a:lnTo>
                            <a:lnTo>
                              <a:pt x="5832" y="3953"/>
                            </a:lnTo>
                            <a:lnTo>
                              <a:pt x="5592" y="3895"/>
                            </a:lnTo>
                            <a:lnTo>
                              <a:pt x="5538" y="3965"/>
                            </a:lnTo>
                            <a:lnTo>
                              <a:pt x="5643" y="4107"/>
                            </a:lnTo>
                            <a:lnTo>
                              <a:pt x="5491" y="4212"/>
                            </a:lnTo>
                            <a:lnTo>
                              <a:pt x="5425" y="4373"/>
                            </a:lnTo>
                            <a:lnTo>
                              <a:pt x="5289" y="4561"/>
                            </a:lnTo>
                            <a:lnTo>
                              <a:pt x="5483" y="4605"/>
                            </a:lnTo>
                            <a:lnTo>
                              <a:pt x="5424" y="4718"/>
                            </a:lnTo>
                            <a:lnTo>
                              <a:pt x="5441" y="4859"/>
                            </a:lnTo>
                            <a:lnTo>
                              <a:pt x="5284" y="5054"/>
                            </a:lnTo>
                            <a:lnTo>
                              <a:pt x="5134" y="5348"/>
                            </a:lnTo>
                            <a:lnTo>
                              <a:pt x="5011" y="5415"/>
                            </a:lnTo>
                            <a:lnTo>
                              <a:pt x="4819" y="5473"/>
                            </a:lnTo>
                            <a:lnTo>
                              <a:pt x="4729" y="5579"/>
                            </a:lnTo>
                            <a:lnTo>
                              <a:pt x="4698" y="5763"/>
                            </a:lnTo>
                            <a:lnTo>
                              <a:pt x="4640" y="6049"/>
                            </a:lnTo>
                            <a:lnTo>
                              <a:pt x="4594" y="6214"/>
                            </a:lnTo>
                            <a:lnTo>
                              <a:pt x="4511" y="6355"/>
                            </a:lnTo>
                            <a:lnTo>
                              <a:pt x="4335" y="6402"/>
                            </a:lnTo>
                            <a:lnTo>
                              <a:pt x="4158" y="6496"/>
                            </a:lnTo>
                            <a:lnTo>
                              <a:pt x="4121" y="6731"/>
                            </a:lnTo>
                            <a:lnTo>
                              <a:pt x="4130" y="6918"/>
                            </a:lnTo>
                            <a:lnTo>
                              <a:pt x="4130" y="7106"/>
                            </a:lnTo>
                            <a:lnTo>
                              <a:pt x="4209" y="7153"/>
                            </a:lnTo>
                            <a:lnTo>
                              <a:pt x="4222" y="7294"/>
                            </a:lnTo>
                            <a:lnTo>
                              <a:pt x="4143" y="7373"/>
                            </a:lnTo>
                            <a:lnTo>
                              <a:pt x="4058" y="7373"/>
                            </a:lnTo>
                            <a:lnTo>
                              <a:pt x="4013" y="7501"/>
                            </a:lnTo>
                            <a:lnTo>
                              <a:pt x="4138" y="7589"/>
                            </a:lnTo>
                            <a:lnTo>
                              <a:pt x="4206" y="7523"/>
                            </a:lnTo>
                            <a:lnTo>
                              <a:pt x="4233" y="7687"/>
                            </a:lnTo>
                            <a:lnTo>
                              <a:pt x="4180" y="7866"/>
                            </a:lnTo>
                            <a:lnTo>
                              <a:pt x="4163" y="8053"/>
                            </a:lnTo>
                            <a:lnTo>
                              <a:pt x="4125" y="8305"/>
                            </a:lnTo>
                            <a:lnTo>
                              <a:pt x="4029" y="8541"/>
                            </a:lnTo>
                            <a:lnTo>
                              <a:pt x="3985" y="8685"/>
                            </a:lnTo>
                            <a:lnTo>
                              <a:pt x="3904" y="8905"/>
                            </a:lnTo>
                            <a:lnTo>
                              <a:pt x="3852" y="9140"/>
                            </a:lnTo>
                            <a:lnTo>
                              <a:pt x="3785" y="9331"/>
                            </a:lnTo>
                            <a:lnTo>
                              <a:pt x="3684" y="9449"/>
                            </a:lnTo>
                            <a:lnTo>
                              <a:pt x="3703" y="9593"/>
                            </a:lnTo>
                            <a:lnTo>
                              <a:pt x="3763" y="9804"/>
                            </a:lnTo>
                            <a:lnTo>
                              <a:pt x="3728" y="9961"/>
                            </a:lnTo>
                            <a:lnTo>
                              <a:pt x="3652" y="10090"/>
                            </a:lnTo>
                            <a:lnTo>
                              <a:pt x="3612" y="10294"/>
                            </a:lnTo>
                            <a:lnTo>
                              <a:pt x="3509" y="10317"/>
                            </a:lnTo>
                            <a:lnTo>
                              <a:pt x="3433" y="10306"/>
                            </a:lnTo>
                            <a:lnTo>
                              <a:pt x="3341" y="10180"/>
                            </a:lnTo>
                            <a:lnTo>
                              <a:pt x="3205" y="10239"/>
                            </a:lnTo>
                            <a:lnTo>
                              <a:pt x="3156" y="10321"/>
                            </a:lnTo>
                            <a:lnTo>
                              <a:pt x="3101" y="10211"/>
                            </a:lnTo>
                            <a:lnTo>
                              <a:pt x="3114" y="10027"/>
                            </a:lnTo>
                            <a:lnTo>
                              <a:pt x="3134" y="9895"/>
                            </a:lnTo>
                            <a:lnTo>
                              <a:pt x="3226" y="9711"/>
                            </a:lnTo>
                            <a:lnTo>
                              <a:pt x="3312" y="9617"/>
                            </a:lnTo>
                            <a:lnTo>
                              <a:pt x="3305" y="9492"/>
                            </a:lnTo>
                            <a:lnTo>
                              <a:pt x="3233" y="9289"/>
                            </a:lnTo>
                            <a:lnTo>
                              <a:pt x="3345" y="9214"/>
                            </a:lnTo>
                            <a:lnTo>
                              <a:pt x="3376" y="9053"/>
                            </a:lnTo>
                            <a:lnTo>
                              <a:pt x="3149" y="9260"/>
                            </a:lnTo>
                            <a:lnTo>
                              <a:pt x="3057" y="9190"/>
                            </a:lnTo>
                            <a:lnTo>
                              <a:pt x="2937" y="9072"/>
                            </a:lnTo>
                            <a:lnTo>
                              <a:pt x="2846" y="9272"/>
                            </a:lnTo>
                            <a:lnTo>
                              <a:pt x="2739" y="9402"/>
                            </a:lnTo>
                            <a:lnTo>
                              <a:pt x="2627" y="9539"/>
                            </a:lnTo>
                            <a:lnTo>
                              <a:pt x="2528" y="9539"/>
                            </a:lnTo>
                            <a:lnTo>
                              <a:pt x="2527" y="9402"/>
                            </a:lnTo>
                            <a:lnTo>
                              <a:pt x="2600" y="9273"/>
                            </a:lnTo>
                            <a:lnTo>
                              <a:pt x="2481" y="9029"/>
                            </a:lnTo>
                            <a:lnTo>
                              <a:pt x="2357" y="8831"/>
                            </a:lnTo>
                            <a:lnTo>
                              <a:pt x="2187" y="8576"/>
                            </a:lnTo>
                            <a:lnTo>
                              <a:pt x="2036" y="8658"/>
                            </a:lnTo>
                            <a:lnTo>
                              <a:pt x="2072" y="8493"/>
                            </a:lnTo>
                            <a:lnTo>
                              <a:pt x="2195" y="8270"/>
                            </a:lnTo>
                            <a:lnTo>
                              <a:pt x="2215" y="8039"/>
                            </a:lnTo>
                            <a:lnTo>
                              <a:pt x="2070" y="7991"/>
                            </a:lnTo>
                            <a:lnTo>
                              <a:pt x="2108" y="7828"/>
                            </a:lnTo>
                            <a:lnTo>
                              <a:pt x="2147" y="7527"/>
                            </a:lnTo>
                            <a:lnTo>
                              <a:pt x="2031" y="7598"/>
                            </a:lnTo>
                            <a:lnTo>
                              <a:pt x="1922" y="7527"/>
                            </a:lnTo>
                            <a:lnTo>
                              <a:pt x="1832" y="7657"/>
                            </a:lnTo>
                            <a:lnTo>
                              <a:pt x="1743" y="7786"/>
                            </a:lnTo>
                            <a:lnTo>
                              <a:pt x="1586" y="7876"/>
                            </a:lnTo>
                            <a:lnTo>
                              <a:pt x="1447" y="7969"/>
                            </a:lnTo>
                            <a:lnTo>
                              <a:pt x="1408" y="7863"/>
                            </a:lnTo>
                            <a:lnTo>
                              <a:pt x="1488" y="7747"/>
                            </a:lnTo>
                            <a:lnTo>
                              <a:pt x="1324" y="7782"/>
                            </a:lnTo>
                            <a:lnTo>
                              <a:pt x="1278" y="7896"/>
                            </a:lnTo>
                            <a:lnTo>
                              <a:pt x="1208" y="7955"/>
                            </a:lnTo>
                            <a:lnTo>
                              <a:pt x="1196" y="7791"/>
                            </a:lnTo>
                            <a:lnTo>
                              <a:pt x="1158" y="7674"/>
                            </a:lnTo>
                            <a:lnTo>
                              <a:pt x="1040" y="7720"/>
                            </a:lnTo>
                            <a:cubicBezTo>
                              <a:pt x="1028" y="7727"/>
                              <a:pt x="1016" y="7735"/>
                              <a:pt x="1005" y="7742"/>
                            </a:cubicBezTo>
                            <a:cubicBezTo>
                              <a:pt x="993" y="7749"/>
                              <a:pt x="981" y="7756"/>
                              <a:pt x="970" y="7763"/>
                            </a:cubicBezTo>
                            <a:lnTo>
                              <a:pt x="889" y="7639"/>
                            </a:lnTo>
                            <a:lnTo>
                              <a:pt x="759" y="7615"/>
                            </a:lnTo>
                            <a:lnTo>
                              <a:pt x="613" y="7348"/>
                            </a:lnTo>
                            <a:lnTo>
                              <a:pt x="685" y="7239"/>
                            </a:lnTo>
                            <a:lnTo>
                              <a:pt x="801" y="7263"/>
                            </a:lnTo>
                            <a:lnTo>
                              <a:pt x="818" y="7415"/>
                            </a:lnTo>
                            <a:lnTo>
                              <a:pt x="963" y="7254"/>
                            </a:lnTo>
                            <a:lnTo>
                              <a:pt x="1171" y="7066"/>
                            </a:lnTo>
                            <a:lnTo>
                              <a:pt x="1360" y="6964"/>
                            </a:lnTo>
                            <a:lnTo>
                              <a:pt x="1640" y="6779"/>
                            </a:lnTo>
                            <a:lnTo>
                              <a:pt x="1824" y="6697"/>
                            </a:lnTo>
                            <a:lnTo>
                              <a:pt x="1965" y="6776"/>
                            </a:lnTo>
                            <a:lnTo>
                              <a:pt x="2035" y="6806"/>
                            </a:lnTo>
                            <a:lnTo>
                              <a:pt x="1962" y="6970"/>
                            </a:lnTo>
                            <a:lnTo>
                              <a:pt x="2059" y="7060"/>
                            </a:lnTo>
                            <a:lnTo>
                              <a:pt x="2201" y="7154"/>
                            </a:lnTo>
                            <a:lnTo>
                              <a:pt x="2279" y="7259"/>
                            </a:lnTo>
                            <a:lnTo>
                              <a:pt x="2349" y="7380"/>
                            </a:lnTo>
                            <a:lnTo>
                              <a:pt x="2402" y="7486"/>
                            </a:lnTo>
                            <a:lnTo>
                              <a:pt x="2588" y="7427"/>
                            </a:lnTo>
                            <a:lnTo>
                              <a:pt x="2704" y="7392"/>
                            </a:lnTo>
                            <a:lnTo>
                              <a:pt x="2477" y="7353"/>
                            </a:lnTo>
                            <a:lnTo>
                              <a:pt x="2507" y="7224"/>
                            </a:lnTo>
                            <a:lnTo>
                              <a:pt x="2385" y="7111"/>
                            </a:lnTo>
                            <a:lnTo>
                              <a:pt x="2457" y="7001"/>
                            </a:lnTo>
                            <a:lnTo>
                              <a:pt x="2568" y="6884"/>
                            </a:lnTo>
                            <a:lnTo>
                              <a:pt x="2663" y="6782"/>
                            </a:lnTo>
                            <a:lnTo>
                              <a:pt x="2688" y="6638"/>
                            </a:lnTo>
                            <a:lnTo>
                              <a:pt x="2465" y="6293"/>
                            </a:lnTo>
                            <a:lnTo>
                              <a:pt x="2378" y="6333"/>
                            </a:lnTo>
                            <a:lnTo>
                              <a:pt x="2288" y="6439"/>
                            </a:lnTo>
                            <a:lnTo>
                              <a:pt x="2244" y="6334"/>
                            </a:lnTo>
                            <a:lnTo>
                              <a:pt x="2308" y="6154"/>
                            </a:lnTo>
                            <a:lnTo>
                              <a:pt x="2391" y="5828"/>
                            </a:lnTo>
                            <a:lnTo>
                              <a:pt x="2470" y="5946"/>
                            </a:lnTo>
                            <a:lnTo>
                              <a:pt x="2621" y="5667"/>
                            </a:lnTo>
                            <a:lnTo>
                              <a:pt x="2588" y="5538"/>
                            </a:lnTo>
                            <a:lnTo>
                              <a:pt x="2700" y="5236"/>
                            </a:lnTo>
                            <a:lnTo>
                              <a:pt x="2713" y="5107"/>
                            </a:lnTo>
                            <a:lnTo>
                              <a:pt x="2827" y="4916"/>
                            </a:lnTo>
                            <a:lnTo>
                              <a:pt x="2906" y="4653"/>
                            </a:lnTo>
                            <a:lnTo>
                              <a:pt x="2834" y="4528"/>
                            </a:lnTo>
                            <a:lnTo>
                              <a:pt x="2781" y="4435"/>
                            </a:lnTo>
                            <a:lnTo>
                              <a:pt x="2770" y="4225"/>
                            </a:lnTo>
                            <a:lnTo>
                              <a:pt x="2744" y="4021"/>
                            </a:lnTo>
                            <a:lnTo>
                              <a:pt x="2681" y="3962"/>
                            </a:lnTo>
                            <a:lnTo>
                              <a:pt x="2668" y="4165"/>
                            </a:lnTo>
                            <a:lnTo>
                              <a:pt x="2493" y="4247"/>
                            </a:lnTo>
                            <a:lnTo>
                              <a:pt x="2390" y="4259"/>
                            </a:lnTo>
                            <a:lnTo>
                              <a:pt x="2383" y="4388"/>
                            </a:lnTo>
                            <a:lnTo>
                              <a:pt x="2138" y="4670"/>
                            </a:lnTo>
                            <a:lnTo>
                              <a:pt x="2017" y="4784"/>
                            </a:lnTo>
                            <a:lnTo>
                              <a:pt x="2021" y="4928"/>
                            </a:lnTo>
                            <a:lnTo>
                              <a:pt x="2181" y="4928"/>
                            </a:lnTo>
                            <a:lnTo>
                              <a:pt x="2089" y="5051"/>
                            </a:lnTo>
                            <a:lnTo>
                              <a:pt x="1763" y="5172"/>
                            </a:lnTo>
                            <a:lnTo>
                              <a:pt x="1494" y="5367"/>
                            </a:lnTo>
                            <a:lnTo>
                              <a:pt x="1139" y="5673"/>
                            </a:lnTo>
                            <a:lnTo>
                              <a:pt x="1065" y="5619"/>
                            </a:lnTo>
                            <a:lnTo>
                              <a:pt x="1229" y="5493"/>
                            </a:lnTo>
                            <a:lnTo>
                              <a:pt x="1218" y="5329"/>
                            </a:lnTo>
                            <a:lnTo>
                              <a:pt x="1102" y="5458"/>
                            </a:lnTo>
                            <a:lnTo>
                              <a:pt x="951" y="5646"/>
                            </a:lnTo>
                            <a:lnTo>
                              <a:pt x="854" y="5952"/>
                            </a:lnTo>
                            <a:lnTo>
                              <a:pt x="668" y="6179"/>
                            </a:lnTo>
                            <a:lnTo>
                              <a:pt x="513" y="6351"/>
                            </a:lnTo>
                            <a:lnTo>
                              <a:pt x="357" y="6492"/>
                            </a:lnTo>
                            <a:lnTo>
                              <a:pt x="370" y="6645"/>
                            </a:lnTo>
                            <a:lnTo>
                              <a:pt x="328" y="6754"/>
                            </a:lnTo>
                            <a:lnTo>
                              <a:pt x="404" y="6918"/>
                            </a:lnTo>
                            <a:lnTo>
                              <a:pt x="341" y="7041"/>
                            </a:lnTo>
                            <a:lnTo>
                              <a:pt x="468" y="7096"/>
                            </a:lnTo>
                            <a:lnTo>
                              <a:pt x="435" y="7233"/>
                            </a:lnTo>
                            <a:lnTo>
                              <a:pt x="586" y="7126"/>
                            </a:lnTo>
                            <a:lnTo>
                              <a:pt x="490" y="7354"/>
                            </a:lnTo>
                            <a:lnTo>
                              <a:pt x="325" y="7154"/>
                            </a:lnTo>
                            <a:lnTo>
                              <a:pt x="301" y="6908"/>
                            </a:lnTo>
                            <a:lnTo>
                              <a:pt x="265" y="6667"/>
                            </a:lnTo>
                            <a:lnTo>
                              <a:pt x="0" y="6160"/>
                            </a:lnTo>
                            <a:cubicBezTo>
                              <a:pt x="607" y="5114"/>
                              <a:pt x="1274" y="4187"/>
                              <a:pt x="1990" y="3393"/>
                            </a:cubicBezTo>
                            <a:cubicBezTo>
                              <a:pt x="2818" y="2477"/>
                              <a:pt x="3705" y="1746"/>
                              <a:pt x="4632" y="1216"/>
                            </a:cubicBezTo>
                            <a:cubicBezTo>
                              <a:pt x="5586" y="636"/>
                              <a:pt x="6574" y="259"/>
                              <a:pt x="7577" y="95"/>
                            </a:cubicBezTo>
                            <a:cubicBezTo>
                              <a:pt x="8699" y="-89"/>
                              <a:pt x="9831" y="-6"/>
                              <a:pt x="10941" y="343"/>
                            </a:cubicBezTo>
                            <a:cubicBezTo>
                              <a:pt x="11759" y="594"/>
                              <a:pt x="12562" y="990"/>
                              <a:pt x="13336" y="1526"/>
                            </a:cubicBezTo>
                            <a:cubicBezTo>
                              <a:pt x="14083" y="2044"/>
                              <a:pt x="14800" y="2689"/>
                              <a:pt x="15478" y="3453"/>
                            </a:cubicBezTo>
                            <a:cubicBezTo>
                              <a:pt x="16137" y="4153"/>
                              <a:pt x="16753" y="4972"/>
                              <a:pt x="17319" y="5896"/>
                            </a:cubicBezTo>
                            <a:cubicBezTo>
                              <a:pt x="17855" y="6774"/>
                              <a:pt x="18343" y="7742"/>
                              <a:pt x="18774" y="8788"/>
                            </a:cubicBezTo>
                            <a:cubicBezTo>
                              <a:pt x="19246" y="9774"/>
                              <a:pt x="19668" y="10832"/>
                              <a:pt x="20036" y="11950"/>
                            </a:cubicBezTo>
                            <a:cubicBezTo>
                              <a:pt x="20392" y="13028"/>
                              <a:pt x="20696" y="14158"/>
                              <a:pt x="20945" y="15328"/>
                            </a:cubicBezTo>
                            <a:cubicBezTo>
                              <a:pt x="21172" y="16358"/>
                              <a:pt x="21341" y="17425"/>
                              <a:pt x="21451" y="18514"/>
                            </a:cubicBezTo>
                            <a:cubicBezTo>
                              <a:pt x="21551" y="19503"/>
                              <a:pt x="21600" y="20506"/>
                              <a:pt x="21599" y="21511"/>
                            </a:cubicBezTo>
                            <a:lnTo>
                              <a:pt x="21410" y="21296"/>
                            </a:lnTo>
                            <a:lnTo>
                              <a:pt x="21242" y="21132"/>
                            </a:lnTo>
                            <a:lnTo>
                              <a:pt x="21183" y="20971"/>
                            </a:lnTo>
                            <a:lnTo>
                              <a:pt x="21111" y="20701"/>
                            </a:lnTo>
                            <a:lnTo>
                              <a:pt x="21071" y="20595"/>
                            </a:lnTo>
                            <a:lnTo>
                              <a:pt x="20935" y="20474"/>
                            </a:lnTo>
                            <a:cubicBezTo>
                              <a:pt x="20910" y="20403"/>
                              <a:pt x="20893" y="20325"/>
                              <a:pt x="20885" y="20242"/>
                            </a:cubicBezTo>
                            <a:cubicBezTo>
                              <a:pt x="20878" y="20163"/>
                              <a:pt x="20879" y="20083"/>
                              <a:pt x="20878" y="20003"/>
                            </a:cubicBezTo>
                            <a:cubicBezTo>
                              <a:pt x="20878" y="19887"/>
                              <a:pt x="20873" y="19772"/>
                              <a:pt x="20865" y="19657"/>
                            </a:cubicBezTo>
                            <a:lnTo>
                              <a:pt x="20806" y="19224"/>
                            </a:lnTo>
                            <a:lnTo>
                              <a:pt x="20613" y="18374"/>
                            </a:lnTo>
                            <a:lnTo>
                              <a:pt x="20532" y="17853"/>
                            </a:lnTo>
                            <a:lnTo>
                              <a:pt x="20495" y="17531"/>
                            </a:lnTo>
                            <a:lnTo>
                              <a:pt x="20451" y="17300"/>
                            </a:lnTo>
                            <a:lnTo>
                              <a:pt x="20465" y="17039"/>
                            </a:lnTo>
                            <a:lnTo>
                              <a:pt x="20399" y="16647"/>
                            </a:lnTo>
                            <a:lnTo>
                              <a:pt x="20304" y="16145"/>
                            </a:lnTo>
                            <a:lnTo>
                              <a:pt x="20144" y="15894"/>
                            </a:lnTo>
                            <a:lnTo>
                              <a:pt x="19991" y="15416"/>
                            </a:lnTo>
                            <a:lnTo>
                              <a:pt x="19958" y="15078"/>
                            </a:lnTo>
                            <a:lnTo>
                              <a:pt x="19927" y="14823"/>
                            </a:lnTo>
                            <a:lnTo>
                              <a:pt x="19888" y="14647"/>
                            </a:lnTo>
                            <a:lnTo>
                              <a:pt x="19732" y="14102"/>
                            </a:lnTo>
                            <a:lnTo>
                              <a:pt x="19592" y="13641"/>
                            </a:lnTo>
                            <a:lnTo>
                              <a:pt x="19613" y="13386"/>
                            </a:lnTo>
                            <a:lnTo>
                              <a:pt x="19553" y="12708"/>
                            </a:lnTo>
                            <a:lnTo>
                              <a:pt x="19409" y="11711"/>
                            </a:lnTo>
                            <a:lnTo>
                              <a:pt x="19217" y="10880"/>
                            </a:lnTo>
                            <a:lnTo>
                              <a:pt x="18969" y="10276"/>
                            </a:lnTo>
                            <a:lnTo>
                              <a:pt x="18725" y="9684"/>
                            </a:lnTo>
                            <a:lnTo>
                              <a:pt x="18572" y="9272"/>
                            </a:lnTo>
                            <a:cubicBezTo>
                              <a:pt x="18530" y="9314"/>
                              <a:pt x="18481" y="9323"/>
                              <a:pt x="18436" y="9296"/>
                            </a:cubicBezTo>
                            <a:cubicBezTo>
                              <a:pt x="18372" y="9258"/>
                              <a:pt x="18326" y="9157"/>
                              <a:pt x="18319" y="9037"/>
                            </a:cubicBezTo>
                            <a:lnTo>
                              <a:pt x="18247" y="8955"/>
                            </a:lnTo>
                            <a:cubicBezTo>
                              <a:pt x="18222" y="8856"/>
                              <a:pt x="18192" y="8762"/>
                              <a:pt x="18157" y="8672"/>
                            </a:cubicBezTo>
                            <a:cubicBezTo>
                              <a:pt x="18124" y="8586"/>
                              <a:pt x="18087" y="8505"/>
                              <a:pt x="18046" y="8429"/>
                            </a:cubicBezTo>
                            <a:lnTo>
                              <a:pt x="17881" y="8472"/>
                            </a:lnTo>
                            <a:lnTo>
                              <a:pt x="17986" y="8711"/>
                            </a:lnTo>
                            <a:lnTo>
                              <a:pt x="18122" y="9040"/>
                            </a:lnTo>
                            <a:lnTo>
                              <a:pt x="18232" y="9295"/>
                            </a:lnTo>
                            <a:lnTo>
                              <a:pt x="18315" y="9523"/>
                            </a:lnTo>
                            <a:lnTo>
                              <a:pt x="18335" y="9837"/>
                            </a:lnTo>
                            <a:lnTo>
                              <a:pt x="18453" y="9994"/>
                            </a:lnTo>
                            <a:lnTo>
                              <a:pt x="18539" y="10147"/>
                            </a:lnTo>
                            <a:lnTo>
                              <a:pt x="18637" y="10335"/>
                            </a:lnTo>
                            <a:lnTo>
                              <a:pt x="18699" y="10696"/>
                            </a:lnTo>
                            <a:lnTo>
                              <a:pt x="18797" y="10856"/>
                            </a:lnTo>
                            <a:lnTo>
                              <a:pt x="18830" y="10605"/>
                            </a:lnTo>
                            <a:lnTo>
                              <a:pt x="18784" y="10311"/>
                            </a:lnTo>
                            <a:lnTo>
                              <a:pt x="18893" y="10444"/>
                            </a:lnTo>
                            <a:lnTo>
                              <a:pt x="18887" y="10702"/>
                            </a:lnTo>
                            <a:lnTo>
                              <a:pt x="18882" y="10938"/>
                            </a:lnTo>
                            <a:lnTo>
                              <a:pt x="18797" y="11008"/>
                            </a:lnTo>
                            <a:lnTo>
                              <a:pt x="18867" y="11235"/>
                            </a:lnTo>
                            <a:lnTo>
                              <a:pt x="18959" y="11501"/>
                            </a:lnTo>
                            <a:lnTo>
                              <a:pt x="19062" y="11501"/>
                            </a:lnTo>
                            <a:lnTo>
                              <a:pt x="19128" y="11783"/>
                            </a:lnTo>
                            <a:lnTo>
                              <a:pt x="19194" y="12022"/>
                            </a:lnTo>
                            <a:lnTo>
                              <a:pt x="19299" y="12258"/>
                            </a:lnTo>
                            <a:lnTo>
                              <a:pt x="19391" y="12481"/>
                            </a:lnTo>
                            <a:lnTo>
                              <a:pt x="19404" y="12645"/>
                            </a:lnTo>
                            <a:lnTo>
                              <a:pt x="19437" y="12770"/>
                            </a:lnTo>
                            <a:lnTo>
                              <a:pt x="19457" y="12985"/>
                            </a:lnTo>
                            <a:lnTo>
                              <a:pt x="19490" y="13181"/>
                            </a:lnTo>
                            <a:lnTo>
                              <a:pt x="19527" y="13396"/>
                            </a:lnTo>
                            <a:lnTo>
                              <a:pt x="19535" y="13690"/>
                            </a:lnTo>
                            <a:lnTo>
                              <a:pt x="19450" y="13613"/>
                            </a:lnTo>
                            <a:lnTo>
                              <a:pt x="19418" y="13938"/>
                            </a:lnTo>
                            <a:cubicBezTo>
                              <a:pt x="19416" y="13965"/>
                              <a:pt x="19414" y="13992"/>
                              <a:pt x="19412" y="14019"/>
                            </a:cubicBezTo>
                            <a:cubicBezTo>
                              <a:pt x="19411" y="14046"/>
                              <a:pt x="19409" y="14073"/>
                              <a:pt x="19407" y="14099"/>
                            </a:cubicBezTo>
                            <a:lnTo>
                              <a:pt x="19324" y="13888"/>
                            </a:lnTo>
                            <a:lnTo>
                              <a:pt x="19256" y="13900"/>
                            </a:lnTo>
                            <a:cubicBezTo>
                              <a:pt x="19229" y="13884"/>
                              <a:pt x="19204" y="13860"/>
                              <a:pt x="19182" y="13830"/>
                            </a:cubicBezTo>
                            <a:cubicBezTo>
                              <a:pt x="19144" y="13778"/>
                              <a:pt x="19115" y="13709"/>
                              <a:pt x="19099" y="13630"/>
                            </a:cubicBezTo>
                            <a:cubicBezTo>
                              <a:pt x="19074" y="13571"/>
                              <a:pt x="19048" y="13514"/>
                              <a:pt x="19022" y="13457"/>
                            </a:cubicBezTo>
                            <a:cubicBezTo>
                              <a:pt x="18987" y="13383"/>
                              <a:pt x="18951" y="13309"/>
                              <a:pt x="18914" y="13238"/>
                            </a:cubicBezTo>
                            <a:cubicBezTo>
                              <a:pt x="18890" y="13189"/>
                              <a:pt x="18863" y="13141"/>
                              <a:pt x="18836" y="13097"/>
                            </a:cubicBezTo>
                            <a:cubicBezTo>
                              <a:pt x="18804" y="13046"/>
                              <a:pt x="18770" y="12999"/>
                              <a:pt x="18735" y="12957"/>
                            </a:cubicBezTo>
                            <a:lnTo>
                              <a:pt x="18607" y="12862"/>
                            </a:lnTo>
                            <a:lnTo>
                              <a:pt x="18537" y="12655"/>
                            </a:lnTo>
                            <a:lnTo>
                              <a:pt x="18485" y="12443"/>
                            </a:lnTo>
                            <a:lnTo>
                              <a:pt x="18485" y="12232"/>
                            </a:lnTo>
                            <a:lnTo>
                              <a:pt x="18524" y="11844"/>
                            </a:lnTo>
                            <a:lnTo>
                              <a:pt x="18522" y="11374"/>
                            </a:lnTo>
                            <a:lnTo>
                              <a:pt x="18463" y="11103"/>
                            </a:lnTo>
                            <a:lnTo>
                              <a:pt x="18325" y="10880"/>
                            </a:lnTo>
                            <a:lnTo>
                              <a:pt x="18177" y="10554"/>
                            </a:lnTo>
                            <a:lnTo>
                              <a:pt x="18076" y="10495"/>
                            </a:lnTo>
                            <a:lnTo>
                              <a:pt x="17975" y="10495"/>
                            </a:lnTo>
                            <a:lnTo>
                              <a:pt x="17912" y="10531"/>
                            </a:lnTo>
                            <a:lnTo>
                              <a:pt x="17868" y="10778"/>
                            </a:lnTo>
                            <a:lnTo>
                              <a:pt x="17772" y="10789"/>
                            </a:lnTo>
                            <a:lnTo>
                              <a:pt x="17726" y="10624"/>
                            </a:lnTo>
                            <a:lnTo>
                              <a:pt x="17693" y="10412"/>
                            </a:lnTo>
                            <a:lnTo>
                              <a:pt x="17648" y="10178"/>
                            </a:lnTo>
                            <a:lnTo>
                              <a:pt x="17611" y="10088"/>
                            </a:lnTo>
                            <a:lnTo>
                              <a:pt x="17495" y="9991"/>
                            </a:lnTo>
                            <a:lnTo>
                              <a:pt x="17432" y="9874"/>
                            </a:lnTo>
                            <a:lnTo>
                              <a:pt x="17434" y="9725"/>
                            </a:lnTo>
                            <a:lnTo>
                              <a:pt x="17348" y="9467"/>
                            </a:lnTo>
                            <a:lnTo>
                              <a:pt x="17287" y="9251"/>
                            </a:lnTo>
                            <a:lnTo>
                              <a:pt x="17189" y="9133"/>
                            </a:lnTo>
                            <a:lnTo>
                              <a:pt x="17228" y="9309"/>
                            </a:lnTo>
                            <a:lnTo>
                              <a:pt x="17287" y="9508"/>
                            </a:lnTo>
                            <a:lnTo>
                              <a:pt x="17307" y="9659"/>
                            </a:lnTo>
                            <a:lnTo>
                              <a:pt x="17346" y="9929"/>
                            </a:lnTo>
                            <a:lnTo>
                              <a:pt x="17403" y="10239"/>
                            </a:lnTo>
                            <a:lnTo>
                              <a:pt x="17487" y="10525"/>
                            </a:lnTo>
                            <a:lnTo>
                              <a:pt x="17467" y="10678"/>
                            </a:lnTo>
                            <a:lnTo>
                              <a:pt x="17306" y="10380"/>
                            </a:lnTo>
                            <a:lnTo>
                              <a:pt x="17262" y="10267"/>
                            </a:lnTo>
                            <a:cubicBezTo>
                              <a:pt x="17251" y="10247"/>
                              <a:pt x="17241" y="10228"/>
                              <a:pt x="17230" y="10208"/>
                            </a:cubicBezTo>
                            <a:cubicBezTo>
                              <a:pt x="17219" y="10189"/>
                              <a:pt x="17208" y="10169"/>
                              <a:pt x="17197" y="10150"/>
                            </a:cubicBezTo>
                            <a:lnTo>
                              <a:pt x="17074" y="10079"/>
                            </a:lnTo>
                            <a:lnTo>
                              <a:pt x="17044" y="9958"/>
                            </a:lnTo>
                            <a:lnTo>
                              <a:pt x="16952" y="9852"/>
                            </a:lnTo>
                            <a:lnTo>
                              <a:pt x="16830" y="9710"/>
                            </a:lnTo>
                            <a:lnTo>
                              <a:pt x="16714" y="9503"/>
                            </a:lnTo>
                            <a:cubicBezTo>
                              <a:pt x="16693" y="9499"/>
                              <a:pt x="16673" y="9495"/>
                              <a:pt x="16652" y="9491"/>
                            </a:cubicBezTo>
                            <a:cubicBezTo>
                              <a:pt x="16631" y="9487"/>
                              <a:pt x="16610" y="9483"/>
                              <a:pt x="16590" y="9479"/>
                            </a:cubicBezTo>
                            <a:lnTo>
                              <a:pt x="16679" y="9690"/>
                            </a:lnTo>
                            <a:lnTo>
                              <a:pt x="16593" y="9705"/>
                            </a:lnTo>
                            <a:lnTo>
                              <a:pt x="16681" y="9850"/>
                            </a:lnTo>
                            <a:lnTo>
                              <a:pt x="16896" y="10027"/>
                            </a:lnTo>
                            <a:lnTo>
                              <a:pt x="17014" y="10234"/>
                            </a:lnTo>
                            <a:lnTo>
                              <a:pt x="17120" y="10490"/>
                            </a:lnTo>
                            <a:lnTo>
                              <a:pt x="17176" y="10650"/>
                            </a:lnTo>
                            <a:lnTo>
                              <a:pt x="17223" y="10823"/>
                            </a:lnTo>
                            <a:lnTo>
                              <a:pt x="17242" y="10963"/>
                            </a:lnTo>
                            <a:lnTo>
                              <a:pt x="17255" y="11139"/>
                            </a:lnTo>
                            <a:lnTo>
                              <a:pt x="17221" y="11277"/>
                            </a:lnTo>
                            <a:lnTo>
                              <a:pt x="17122" y="11218"/>
                            </a:lnTo>
                            <a:lnTo>
                              <a:pt x="17044" y="11065"/>
                            </a:lnTo>
                            <a:lnTo>
                              <a:pt x="16972" y="10901"/>
                            </a:lnTo>
                            <a:lnTo>
                              <a:pt x="16915" y="10869"/>
                            </a:lnTo>
                            <a:lnTo>
                              <a:pt x="16799" y="10810"/>
                            </a:lnTo>
                            <a:lnTo>
                              <a:pt x="16735" y="10569"/>
                            </a:lnTo>
                            <a:lnTo>
                              <a:pt x="16702" y="10456"/>
                            </a:lnTo>
                            <a:lnTo>
                              <a:pt x="16623" y="10338"/>
                            </a:lnTo>
                            <a:lnTo>
                              <a:pt x="16548" y="10162"/>
                            </a:lnTo>
                            <a:lnTo>
                              <a:pt x="16496" y="9985"/>
                            </a:lnTo>
                            <a:lnTo>
                              <a:pt x="16496" y="9856"/>
                            </a:lnTo>
                            <a:lnTo>
                              <a:pt x="16399" y="9684"/>
                            </a:lnTo>
                            <a:lnTo>
                              <a:pt x="16319" y="9746"/>
                            </a:lnTo>
                            <a:lnTo>
                              <a:pt x="16148" y="9582"/>
                            </a:lnTo>
                            <a:cubicBezTo>
                              <a:pt x="16168" y="9621"/>
                              <a:pt x="16188" y="9660"/>
                              <a:pt x="16208" y="9700"/>
                            </a:cubicBezTo>
                            <a:cubicBezTo>
                              <a:pt x="16228" y="9739"/>
                              <a:pt x="16248" y="9778"/>
                              <a:pt x="16268" y="9817"/>
                            </a:cubicBezTo>
                            <a:lnTo>
                              <a:pt x="16161" y="9785"/>
                            </a:lnTo>
                            <a:lnTo>
                              <a:pt x="16031" y="9605"/>
                            </a:lnTo>
                            <a:lnTo>
                              <a:pt x="15928" y="9436"/>
                            </a:lnTo>
                            <a:lnTo>
                              <a:pt x="15928" y="9271"/>
                            </a:lnTo>
                            <a:lnTo>
                              <a:pt x="16064" y="9294"/>
                            </a:lnTo>
                            <a:lnTo>
                              <a:pt x="15920" y="9071"/>
                            </a:lnTo>
                            <a:lnTo>
                              <a:pt x="15866" y="9021"/>
                            </a:lnTo>
                            <a:lnTo>
                              <a:pt x="15866" y="8880"/>
                            </a:lnTo>
                            <a:cubicBezTo>
                              <a:pt x="15853" y="8850"/>
                              <a:pt x="15840" y="8820"/>
                              <a:pt x="15827" y="8790"/>
                            </a:cubicBezTo>
                            <a:cubicBezTo>
                              <a:pt x="15814" y="8760"/>
                              <a:pt x="15802" y="8730"/>
                              <a:pt x="15789" y="8700"/>
                            </a:cubicBezTo>
                            <a:lnTo>
                              <a:pt x="15699" y="8587"/>
                            </a:lnTo>
                            <a:lnTo>
                              <a:pt x="15800" y="8465"/>
                            </a:lnTo>
                            <a:lnTo>
                              <a:pt x="15955" y="8825"/>
                            </a:lnTo>
                            <a:lnTo>
                              <a:pt x="16018" y="8926"/>
                            </a:lnTo>
                            <a:lnTo>
                              <a:pt x="16064" y="8785"/>
                            </a:lnTo>
                            <a:lnTo>
                              <a:pt x="16025" y="8621"/>
                            </a:lnTo>
                            <a:lnTo>
                              <a:pt x="16110" y="8648"/>
                            </a:lnTo>
                            <a:lnTo>
                              <a:pt x="16224" y="8926"/>
                            </a:lnTo>
                            <a:lnTo>
                              <a:pt x="16327" y="9004"/>
                            </a:lnTo>
                            <a:lnTo>
                              <a:pt x="16507" y="8902"/>
                            </a:lnTo>
                            <a:lnTo>
                              <a:pt x="16625" y="8926"/>
                            </a:lnTo>
                            <a:lnTo>
                              <a:pt x="16756" y="8993"/>
                            </a:lnTo>
                            <a:lnTo>
                              <a:pt x="16815" y="8935"/>
                            </a:lnTo>
                            <a:lnTo>
                              <a:pt x="16815" y="8794"/>
                            </a:lnTo>
                            <a:lnTo>
                              <a:pt x="16917" y="8704"/>
                            </a:lnTo>
                            <a:lnTo>
                              <a:pt x="16989" y="8868"/>
                            </a:lnTo>
                            <a:lnTo>
                              <a:pt x="17083" y="8926"/>
                            </a:lnTo>
                            <a:lnTo>
                              <a:pt x="17192" y="9012"/>
                            </a:lnTo>
                            <a:lnTo>
                              <a:pt x="17004" y="8639"/>
                            </a:lnTo>
                            <a:lnTo>
                              <a:pt x="16796" y="8294"/>
                            </a:lnTo>
                            <a:lnTo>
                              <a:pt x="16703" y="8212"/>
                            </a:lnTo>
                            <a:lnTo>
                              <a:pt x="16690" y="8028"/>
                            </a:lnTo>
                            <a:lnTo>
                              <a:pt x="16653" y="7942"/>
                            </a:lnTo>
                            <a:lnTo>
                              <a:pt x="16554" y="7699"/>
                            </a:lnTo>
                            <a:lnTo>
                              <a:pt x="16495" y="7535"/>
                            </a:lnTo>
                            <a:lnTo>
                              <a:pt x="16397" y="7441"/>
                            </a:lnTo>
                            <a:lnTo>
                              <a:pt x="16208" y="7323"/>
                            </a:lnTo>
                            <a:lnTo>
                              <a:pt x="16078" y="7281"/>
                            </a:lnTo>
                            <a:lnTo>
                              <a:pt x="15916" y="7194"/>
                            </a:lnTo>
                            <a:cubicBezTo>
                              <a:pt x="15898" y="7121"/>
                              <a:pt x="15877" y="7050"/>
                              <a:pt x="15853" y="6983"/>
                            </a:cubicBezTo>
                            <a:cubicBezTo>
                              <a:pt x="15819" y="6886"/>
                              <a:pt x="15778" y="6797"/>
                              <a:pt x="15733" y="6716"/>
                            </a:cubicBezTo>
                            <a:lnTo>
                              <a:pt x="15849" y="6650"/>
                            </a:lnTo>
                            <a:lnTo>
                              <a:pt x="15908" y="6771"/>
                            </a:lnTo>
                            <a:lnTo>
                              <a:pt x="16006" y="6865"/>
                            </a:lnTo>
                            <a:lnTo>
                              <a:pt x="16043" y="6709"/>
                            </a:lnTo>
                            <a:lnTo>
                              <a:pt x="16076" y="6580"/>
                            </a:lnTo>
                            <a:lnTo>
                              <a:pt x="16102" y="6415"/>
                            </a:lnTo>
                            <a:lnTo>
                              <a:pt x="16050" y="6289"/>
                            </a:lnTo>
                            <a:lnTo>
                              <a:pt x="15990" y="6090"/>
                            </a:lnTo>
                            <a:lnTo>
                              <a:pt x="15872" y="5960"/>
                            </a:lnTo>
                            <a:lnTo>
                              <a:pt x="15754" y="5795"/>
                            </a:lnTo>
                            <a:lnTo>
                              <a:pt x="15754" y="5678"/>
                            </a:lnTo>
                            <a:lnTo>
                              <a:pt x="15747" y="5514"/>
                            </a:lnTo>
                            <a:lnTo>
                              <a:pt x="15629" y="5350"/>
                            </a:lnTo>
                            <a:lnTo>
                              <a:pt x="15498" y="5291"/>
                            </a:lnTo>
                            <a:lnTo>
                              <a:pt x="15377" y="5244"/>
                            </a:lnTo>
                            <a:lnTo>
                              <a:pt x="15218" y="5151"/>
                            </a:lnTo>
                            <a:lnTo>
                              <a:pt x="15027" y="5057"/>
                            </a:lnTo>
                            <a:lnTo>
                              <a:pt x="14951" y="5057"/>
                            </a:lnTo>
                            <a:lnTo>
                              <a:pt x="14805" y="4924"/>
                            </a:lnTo>
                            <a:lnTo>
                              <a:pt x="14753" y="4736"/>
                            </a:lnTo>
                            <a:lnTo>
                              <a:pt x="14654" y="4665"/>
                            </a:lnTo>
                            <a:cubicBezTo>
                              <a:pt x="14618" y="4619"/>
                              <a:pt x="14583" y="4567"/>
                              <a:pt x="14551" y="4512"/>
                            </a:cubicBezTo>
                            <a:cubicBezTo>
                              <a:pt x="14509" y="4441"/>
                              <a:pt x="14471" y="4363"/>
                              <a:pt x="14426" y="4297"/>
                            </a:cubicBezTo>
                            <a:cubicBezTo>
                              <a:pt x="14366" y="4207"/>
                              <a:pt x="14296" y="4141"/>
                              <a:pt x="14221" y="4101"/>
                            </a:cubicBezTo>
                            <a:lnTo>
                              <a:pt x="14208" y="4261"/>
                            </a:lnTo>
                            <a:lnTo>
                              <a:pt x="14353" y="4386"/>
                            </a:lnTo>
                            <a:lnTo>
                              <a:pt x="14660" y="4807"/>
                            </a:lnTo>
                            <a:lnTo>
                              <a:pt x="14734" y="4924"/>
                            </a:lnTo>
                            <a:lnTo>
                              <a:pt x="14616" y="5124"/>
                            </a:lnTo>
                            <a:lnTo>
                              <a:pt x="14536" y="5069"/>
                            </a:lnTo>
                            <a:lnTo>
                              <a:pt x="14371" y="5081"/>
                            </a:lnTo>
                            <a:lnTo>
                              <a:pt x="14268" y="5045"/>
                            </a:lnTo>
                            <a:lnTo>
                              <a:pt x="14169" y="4932"/>
                            </a:lnTo>
                            <a:lnTo>
                              <a:pt x="14064" y="4790"/>
                            </a:lnTo>
                            <a:cubicBezTo>
                              <a:pt x="14027" y="4784"/>
                              <a:pt x="13989" y="4773"/>
                              <a:pt x="13953" y="4755"/>
                            </a:cubicBezTo>
                            <a:cubicBezTo>
                              <a:pt x="13881" y="4720"/>
                              <a:pt x="13812" y="4663"/>
                              <a:pt x="13751" y="4586"/>
                            </a:cubicBezTo>
                            <a:lnTo>
                              <a:pt x="13626" y="4586"/>
                            </a:lnTo>
                            <a:lnTo>
                              <a:pt x="13704" y="4815"/>
                            </a:lnTo>
                            <a:lnTo>
                              <a:pt x="13805" y="4877"/>
                            </a:lnTo>
                            <a:lnTo>
                              <a:pt x="13912" y="4978"/>
                            </a:lnTo>
                            <a:lnTo>
                              <a:pt x="14054" y="5110"/>
                            </a:lnTo>
                            <a:lnTo>
                              <a:pt x="14200" y="5122"/>
                            </a:lnTo>
                            <a:lnTo>
                              <a:pt x="14341" y="5193"/>
                            </a:lnTo>
                            <a:lnTo>
                              <a:pt x="14409" y="5310"/>
                            </a:lnTo>
                            <a:lnTo>
                              <a:pt x="14551" y="5401"/>
                            </a:lnTo>
                            <a:lnTo>
                              <a:pt x="14665" y="5526"/>
                            </a:lnTo>
                            <a:lnTo>
                              <a:pt x="14777" y="5585"/>
                            </a:lnTo>
                            <a:lnTo>
                              <a:pt x="14803" y="5443"/>
                            </a:lnTo>
                            <a:lnTo>
                              <a:pt x="14727" y="5307"/>
                            </a:lnTo>
                            <a:lnTo>
                              <a:pt x="14746" y="5201"/>
                            </a:lnTo>
                            <a:lnTo>
                              <a:pt x="14832" y="5178"/>
                            </a:lnTo>
                            <a:lnTo>
                              <a:pt x="14850" y="5345"/>
                            </a:lnTo>
                            <a:lnTo>
                              <a:pt x="15040" y="5345"/>
                            </a:lnTo>
                            <a:lnTo>
                              <a:pt x="15097" y="5473"/>
                            </a:lnTo>
                            <a:lnTo>
                              <a:pt x="15143" y="5638"/>
                            </a:lnTo>
                            <a:lnTo>
                              <a:pt x="15231" y="5795"/>
                            </a:lnTo>
                            <a:lnTo>
                              <a:pt x="15371" y="5771"/>
                            </a:lnTo>
                            <a:lnTo>
                              <a:pt x="15454" y="5747"/>
                            </a:lnTo>
                            <a:lnTo>
                              <a:pt x="15548" y="5771"/>
                            </a:lnTo>
                            <a:lnTo>
                              <a:pt x="15640" y="5912"/>
                            </a:lnTo>
                            <a:lnTo>
                              <a:pt x="15713" y="6050"/>
                            </a:lnTo>
                            <a:lnTo>
                              <a:pt x="15776" y="6107"/>
                            </a:lnTo>
                            <a:lnTo>
                              <a:pt x="15877" y="6262"/>
                            </a:lnTo>
                            <a:lnTo>
                              <a:pt x="15969" y="6317"/>
                            </a:lnTo>
                            <a:lnTo>
                              <a:pt x="16008" y="6454"/>
                            </a:lnTo>
                            <a:lnTo>
                              <a:pt x="15993" y="6635"/>
                            </a:lnTo>
                            <a:lnTo>
                              <a:pt x="15761" y="6583"/>
                            </a:lnTo>
                            <a:lnTo>
                              <a:pt x="15595" y="6548"/>
                            </a:lnTo>
                            <a:lnTo>
                              <a:pt x="15529" y="6594"/>
                            </a:lnTo>
                            <a:cubicBezTo>
                              <a:pt x="15502" y="6606"/>
                              <a:pt x="15480" y="6643"/>
                              <a:pt x="15472" y="6692"/>
                            </a:cubicBezTo>
                            <a:cubicBezTo>
                              <a:pt x="15450" y="6832"/>
                              <a:pt x="15530" y="6954"/>
                              <a:pt x="15604" y="6892"/>
                            </a:cubicBezTo>
                            <a:lnTo>
                              <a:pt x="15660" y="6962"/>
                            </a:lnTo>
                            <a:lnTo>
                              <a:pt x="15750" y="7076"/>
                            </a:lnTo>
                            <a:lnTo>
                              <a:pt x="15770" y="7193"/>
                            </a:lnTo>
                            <a:lnTo>
                              <a:pt x="15750" y="7322"/>
                            </a:lnTo>
                            <a:lnTo>
                              <a:pt x="15647" y="7404"/>
                            </a:lnTo>
                            <a:lnTo>
                              <a:pt x="15496" y="7381"/>
                            </a:lnTo>
                            <a:cubicBezTo>
                              <a:pt x="15439" y="7357"/>
                              <a:pt x="15382" y="7334"/>
                              <a:pt x="15325" y="7310"/>
                            </a:cubicBezTo>
                            <a:cubicBezTo>
                              <a:pt x="15287" y="7294"/>
                              <a:pt x="15249" y="7279"/>
                              <a:pt x="15211" y="7263"/>
                            </a:cubicBezTo>
                            <a:cubicBezTo>
                              <a:pt x="15178" y="7253"/>
                              <a:pt x="15146" y="7237"/>
                              <a:pt x="15115" y="7216"/>
                            </a:cubicBezTo>
                            <a:cubicBezTo>
                              <a:pt x="15055" y="7175"/>
                              <a:pt x="15000" y="7114"/>
                              <a:pt x="14946" y="7051"/>
                            </a:cubicBezTo>
                            <a:cubicBezTo>
                              <a:pt x="14901" y="6998"/>
                              <a:pt x="14856" y="6943"/>
                              <a:pt x="14812" y="6886"/>
                            </a:cubicBezTo>
                            <a:lnTo>
                              <a:pt x="14701" y="6781"/>
                            </a:lnTo>
                            <a:lnTo>
                              <a:pt x="14628" y="6581"/>
                            </a:lnTo>
                            <a:lnTo>
                              <a:pt x="14552" y="6460"/>
                            </a:lnTo>
                            <a:lnTo>
                              <a:pt x="14427" y="6249"/>
                            </a:lnTo>
                            <a:lnTo>
                              <a:pt x="14008" y="5995"/>
                            </a:lnTo>
                            <a:lnTo>
                              <a:pt x="13773" y="5752"/>
                            </a:lnTo>
                            <a:lnTo>
                              <a:pt x="13618" y="5646"/>
                            </a:lnTo>
                            <a:lnTo>
                              <a:pt x="13668" y="5807"/>
                            </a:lnTo>
                            <a:lnTo>
                              <a:pt x="13459" y="5705"/>
                            </a:lnTo>
                            <a:lnTo>
                              <a:pt x="13336" y="5611"/>
                            </a:lnTo>
                            <a:lnTo>
                              <a:pt x="13218" y="5505"/>
                            </a:lnTo>
                            <a:lnTo>
                              <a:pt x="13086" y="5340"/>
                            </a:lnTo>
                            <a:lnTo>
                              <a:pt x="12928" y="5187"/>
                            </a:lnTo>
                            <a:lnTo>
                              <a:pt x="12829" y="5070"/>
                            </a:lnTo>
                            <a:lnTo>
                              <a:pt x="12805" y="4968"/>
                            </a:lnTo>
                            <a:lnTo>
                              <a:pt x="12632" y="4933"/>
                            </a:lnTo>
                            <a:lnTo>
                              <a:pt x="12585" y="4795"/>
                            </a:lnTo>
                            <a:lnTo>
                              <a:pt x="12542" y="4623"/>
                            </a:lnTo>
                            <a:lnTo>
                              <a:pt x="12470" y="4531"/>
                            </a:lnTo>
                            <a:lnTo>
                              <a:pt x="12439" y="4311"/>
                            </a:lnTo>
                            <a:lnTo>
                              <a:pt x="12524" y="4252"/>
                            </a:lnTo>
                            <a:lnTo>
                              <a:pt x="12522" y="4084"/>
                            </a:lnTo>
                            <a:lnTo>
                              <a:pt x="12446" y="4049"/>
                            </a:lnTo>
                            <a:lnTo>
                              <a:pt x="12446" y="3892"/>
                            </a:lnTo>
                            <a:lnTo>
                              <a:pt x="12389" y="3724"/>
                            </a:lnTo>
                            <a:lnTo>
                              <a:pt x="12352" y="3576"/>
                            </a:lnTo>
                            <a:lnTo>
                              <a:pt x="12292" y="3369"/>
                            </a:lnTo>
                            <a:lnTo>
                              <a:pt x="12279" y="3219"/>
                            </a:lnTo>
                            <a:lnTo>
                              <a:pt x="12386" y="3162"/>
                            </a:lnTo>
                            <a:lnTo>
                              <a:pt x="12555" y="3138"/>
                            </a:lnTo>
                            <a:lnTo>
                              <a:pt x="12614" y="3330"/>
                            </a:lnTo>
                            <a:lnTo>
                              <a:pt x="12699" y="3479"/>
                            </a:lnTo>
                            <a:lnTo>
                              <a:pt x="12786" y="3690"/>
                            </a:lnTo>
                            <a:lnTo>
                              <a:pt x="12924" y="3743"/>
                            </a:lnTo>
                            <a:lnTo>
                              <a:pt x="12970" y="3587"/>
                            </a:lnTo>
                            <a:lnTo>
                              <a:pt x="13119" y="3622"/>
                            </a:lnTo>
                            <a:lnTo>
                              <a:pt x="13075" y="3363"/>
                            </a:lnTo>
                            <a:lnTo>
                              <a:pt x="12994" y="3433"/>
                            </a:lnTo>
                            <a:lnTo>
                              <a:pt x="12918" y="3445"/>
                            </a:lnTo>
                            <a:lnTo>
                              <a:pt x="12848" y="3410"/>
                            </a:lnTo>
                            <a:lnTo>
                              <a:pt x="12780" y="3320"/>
                            </a:lnTo>
                            <a:lnTo>
                              <a:pt x="12656" y="3211"/>
                            </a:lnTo>
                            <a:lnTo>
                              <a:pt x="12432" y="3030"/>
                            </a:lnTo>
                            <a:lnTo>
                              <a:pt x="12318" y="3046"/>
                            </a:lnTo>
                            <a:lnTo>
                              <a:pt x="12270" y="2956"/>
                            </a:lnTo>
                            <a:lnTo>
                              <a:pt x="12192" y="2991"/>
                            </a:lnTo>
                            <a:lnTo>
                              <a:pt x="12146" y="3120"/>
                            </a:lnTo>
                            <a:lnTo>
                              <a:pt x="12041" y="3155"/>
                            </a:lnTo>
                            <a:lnTo>
                              <a:pt x="11985" y="3225"/>
                            </a:lnTo>
                            <a:lnTo>
                              <a:pt x="11911" y="3108"/>
                            </a:lnTo>
                            <a:lnTo>
                              <a:pt x="11854" y="2983"/>
                            </a:lnTo>
                            <a:lnTo>
                              <a:pt x="11985" y="2908"/>
                            </a:lnTo>
                            <a:lnTo>
                              <a:pt x="12027" y="2806"/>
                            </a:lnTo>
                            <a:lnTo>
                              <a:pt x="11961" y="2747"/>
                            </a:lnTo>
                            <a:lnTo>
                              <a:pt x="11856" y="2759"/>
                            </a:lnTo>
                            <a:lnTo>
                              <a:pt x="11654" y="2818"/>
                            </a:lnTo>
                            <a:lnTo>
                              <a:pt x="11644" y="2963"/>
                            </a:lnTo>
                            <a:lnTo>
                              <a:pt x="11565" y="2998"/>
                            </a:lnTo>
                            <a:lnTo>
                              <a:pt x="11447" y="2939"/>
                            </a:lnTo>
                            <a:lnTo>
                              <a:pt x="11484" y="2787"/>
                            </a:lnTo>
                            <a:lnTo>
                              <a:pt x="11601" y="2767"/>
                            </a:lnTo>
                            <a:lnTo>
                              <a:pt x="11411" y="2709"/>
                            </a:lnTo>
                            <a:lnTo>
                              <a:pt x="11181" y="2594"/>
                            </a:lnTo>
                            <a:lnTo>
                              <a:pt x="11205" y="2473"/>
                            </a:lnTo>
                            <a:lnTo>
                              <a:pt x="10949" y="2473"/>
                            </a:lnTo>
                            <a:lnTo>
                              <a:pt x="10859" y="2391"/>
                            </a:lnTo>
                            <a:lnTo>
                              <a:pt x="10836" y="2266"/>
                            </a:lnTo>
                            <a:lnTo>
                              <a:pt x="10753" y="2337"/>
                            </a:lnTo>
                            <a:lnTo>
                              <a:pt x="10783" y="2528"/>
                            </a:lnTo>
                            <a:lnTo>
                              <a:pt x="10705" y="2591"/>
                            </a:lnTo>
                            <a:lnTo>
                              <a:pt x="10829" y="2655"/>
                            </a:lnTo>
                            <a:lnTo>
                              <a:pt x="10941" y="2667"/>
                            </a:lnTo>
                            <a:lnTo>
                              <a:pt x="11077" y="2820"/>
                            </a:lnTo>
                            <a:lnTo>
                              <a:pt x="11180" y="2968"/>
                            </a:lnTo>
                            <a:lnTo>
                              <a:pt x="11098" y="3145"/>
                            </a:lnTo>
                            <a:lnTo>
                              <a:pt x="10969" y="3191"/>
                            </a:lnTo>
                            <a:lnTo>
                              <a:pt x="10829" y="3203"/>
                            </a:lnTo>
                            <a:lnTo>
                              <a:pt x="10711" y="3309"/>
                            </a:lnTo>
                            <a:lnTo>
                              <a:pt x="10601" y="3427"/>
                            </a:lnTo>
                            <a:lnTo>
                              <a:pt x="10504" y="3544"/>
                            </a:lnTo>
                            <a:lnTo>
                              <a:pt x="10414" y="3544"/>
                            </a:lnTo>
                            <a:lnTo>
                              <a:pt x="10330" y="3497"/>
                            </a:lnTo>
                            <a:lnTo>
                              <a:pt x="10164" y="3497"/>
                            </a:lnTo>
                            <a:lnTo>
                              <a:pt x="10098" y="3520"/>
                            </a:lnTo>
                            <a:lnTo>
                              <a:pt x="9890" y="3508"/>
                            </a:lnTo>
                            <a:lnTo>
                              <a:pt x="9724" y="3532"/>
                            </a:lnTo>
                            <a:lnTo>
                              <a:pt x="9643" y="3497"/>
                            </a:lnTo>
                            <a:lnTo>
                              <a:pt x="9713" y="3293"/>
                            </a:lnTo>
                            <a:lnTo>
                              <a:pt x="9851" y="3269"/>
                            </a:lnTo>
                            <a:lnTo>
                              <a:pt x="9958" y="3277"/>
                            </a:lnTo>
                            <a:lnTo>
                              <a:pt x="10123" y="3277"/>
                            </a:lnTo>
                            <a:lnTo>
                              <a:pt x="10213" y="3297"/>
                            </a:lnTo>
                            <a:cubicBezTo>
                              <a:pt x="10235" y="3286"/>
                              <a:pt x="10257" y="3274"/>
                              <a:pt x="10278" y="3262"/>
                            </a:cubicBezTo>
                            <a:cubicBezTo>
                              <a:pt x="10331" y="3231"/>
                              <a:pt x="10383" y="3196"/>
                              <a:pt x="10434" y="3156"/>
                            </a:cubicBezTo>
                            <a:lnTo>
                              <a:pt x="10537" y="3073"/>
                            </a:lnTo>
                            <a:cubicBezTo>
                              <a:pt x="10587" y="3061"/>
                              <a:pt x="10635" y="3037"/>
                              <a:pt x="10682" y="3003"/>
                            </a:cubicBezTo>
                            <a:cubicBezTo>
                              <a:pt x="10709" y="2983"/>
                              <a:pt x="10735" y="2960"/>
                              <a:pt x="10760" y="2933"/>
                            </a:cubicBezTo>
                            <a:lnTo>
                              <a:pt x="10845" y="2827"/>
                            </a:lnTo>
                            <a:lnTo>
                              <a:pt x="10603" y="2467"/>
                            </a:lnTo>
                            <a:lnTo>
                              <a:pt x="10462" y="2362"/>
                            </a:lnTo>
                            <a:lnTo>
                              <a:pt x="10412" y="2264"/>
                            </a:lnTo>
                            <a:lnTo>
                              <a:pt x="10265" y="2064"/>
                            </a:lnTo>
                            <a:lnTo>
                              <a:pt x="10161" y="2017"/>
                            </a:lnTo>
                            <a:lnTo>
                              <a:pt x="10195" y="2209"/>
                            </a:lnTo>
                            <a:lnTo>
                              <a:pt x="10183" y="2334"/>
                            </a:lnTo>
                            <a:lnTo>
                              <a:pt x="10112" y="2400"/>
                            </a:lnTo>
                            <a:lnTo>
                              <a:pt x="9985" y="2471"/>
                            </a:lnTo>
                            <a:lnTo>
                              <a:pt x="9919" y="2595"/>
                            </a:lnTo>
                            <a:lnTo>
                              <a:pt x="9851" y="2631"/>
                            </a:lnTo>
                            <a:lnTo>
                              <a:pt x="9762" y="2702"/>
                            </a:lnTo>
                            <a:lnTo>
                              <a:pt x="9586" y="2584"/>
                            </a:lnTo>
                            <a:lnTo>
                              <a:pt x="9620" y="2459"/>
                            </a:lnTo>
                            <a:lnTo>
                              <a:pt x="9672" y="2350"/>
                            </a:lnTo>
                            <a:lnTo>
                              <a:pt x="9681" y="2241"/>
                            </a:lnTo>
                            <a:lnTo>
                              <a:pt x="9726" y="1986"/>
                            </a:lnTo>
                            <a:lnTo>
                              <a:pt x="9713" y="1813"/>
                            </a:lnTo>
                            <a:lnTo>
                              <a:pt x="9842" y="1677"/>
                            </a:lnTo>
                            <a:lnTo>
                              <a:pt x="9919" y="1654"/>
                            </a:lnTo>
                            <a:lnTo>
                              <a:pt x="9974" y="1564"/>
                            </a:lnTo>
                            <a:lnTo>
                              <a:pt x="9839" y="1552"/>
                            </a:lnTo>
                            <a:lnTo>
                              <a:pt x="9736" y="1599"/>
                            </a:lnTo>
                            <a:lnTo>
                              <a:pt x="9642" y="1713"/>
                            </a:lnTo>
                            <a:lnTo>
                              <a:pt x="9638" y="1944"/>
                            </a:lnTo>
                            <a:lnTo>
                              <a:pt x="9619" y="2149"/>
                            </a:lnTo>
                            <a:lnTo>
                              <a:pt x="9597" y="2321"/>
                            </a:lnTo>
                            <a:lnTo>
                              <a:pt x="9507" y="2426"/>
                            </a:lnTo>
                            <a:lnTo>
                              <a:pt x="9470" y="2633"/>
                            </a:lnTo>
                            <a:lnTo>
                              <a:pt x="9387" y="2563"/>
                            </a:lnTo>
                            <a:lnTo>
                              <a:pt x="9420" y="2422"/>
                            </a:lnTo>
                            <a:lnTo>
                              <a:pt x="9414" y="2273"/>
                            </a:lnTo>
                            <a:lnTo>
                              <a:pt x="9317" y="2391"/>
                            </a:lnTo>
                            <a:lnTo>
                              <a:pt x="9256" y="2450"/>
                            </a:lnTo>
                            <a:lnTo>
                              <a:pt x="9144" y="2450"/>
                            </a:lnTo>
                            <a:lnTo>
                              <a:pt x="9026" y="2344"/>
                            </a:lnTo>
                            <a:lnTo>
                              <a:pt x="8960" y="2364"/>
                            </a:lnTo>
                            <a:lnTo>
                              <a:pt x="9052" y="2528"/>
                            </a:lnTo>
                            <a:lnTo>
                              <a:pt x="8986" y="2692"/>
                            </a:lnTo>
                            <a:lnTo>
                              <a:pt x="8866" y="2704"/>
                            </a:lnTo>
                            <a:lnTo>
                              <a:pt x="8737" y="2657"/>
                            </a:lnTo>
                            <a:lnTo>
                              <a:pt x="8588" y="2669"/>
                            </a:lnTo>
                            <a:lnTo>
                              <a:pt x="8708" y="2818"/>
                            </a:lnTo>
                            <a:lnTo>
                              <a:pt x="8704" y="2943"/>
                            </a:lnTo>
                            <a:lnTo>
                              <a:pt x="8619" y="2966"/>
                            </a:lnTo>
                            <a:lnTo>
                              <a:pt x="8490" y="3049"/>
                            </a:lnTo>
                            <a:lnTo>
                              <a:pt x="8317" y="3162"/>
                            </a:lnTo>
                            <a:lnTo>
                              <a:pt x="8223" y="3264"/>
                            </a:lnTo>
                            <a:lnTo>
                              <a:pt x="8190" y="3452"/>
                            </a:lnTo>
                            <a:lnTo>
                              <a:pt x="8125" y="3440"/>
                            </a:lnTo>
                            <a:lnTo>
                              <a:pt x="8047" y="3366"/>
                            </a:lnTo>
                            <a:lnTo>
                              <a:pt x="7916" y="3402"/>
                            </a:lnTo>
                            <a:lnTo>
                              <a:pt x="7870" y="3579"/>
                            </a:lnTo>
                            <a:lnTo>
                              <a:pt x="7830" y="3696"/>
                            </a:lnTo>
                            <a:lnTo>
                              <a:pt x="7706" y="3767"/>
                            </a:lnTo>
                            <a:lnTo>
                              <a:pt x="7588" y="3708"/>
                            </a:lnTo>
                            <a:lnTo>
                              <a:pt x="7518" y="3637"/>
                            </a:lnTo>
                            <a:lnTo>
                              <a:pt x="7374" y="3728"/>
                            </a:lnTo>
                            <a:lnTo>
                              <a:pt x="7276" y="3814"/>
                            </a:lnTo>
                            <a:lnTo>
                              <a:pt x="7250" y="3709"/>
                            </a:lnTo>
                            <a:lnTo>
                              <a:pt x="7132" y="3651"/>
                            </a:lnTo>
                            <a:lnTo>
                              <a:pt x="7044" y="3662"/>
                            </a:lnTo>
                            <a:lnTo>
                              <a:pt x="7031" y="3416"/>
                            </a:lnTo>
                            <a:lnTo>
                              <a:pt x="7130" y="3325"/>
                            </a:lnTo>
                            <a:lnTo>
                              <a:pt x="7056" y="3263"/>
                            </a:lnTo>
                            <a:lnTo>
                              <a:pt x="6974" y="3251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lnSpc>
                            <a:spcPct val="90000"/>
                          </a:lnSpc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38" name="îṥļïḑe"/>
                      <p:cNvSpPr/>
                      <p:nvPr/>
                    </p:nvSpPr>
                    <p:spPr>
                      <a:xfrm>
                        <a:off x="5786225" y="1589914"/>
                        <a:ext cx="227666" cy="2855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180" h="20974" extrusionOk="0">
                            <a:moveTo>
                              <a:pt x="10266" y="844"/>
                            </a:moveTo>
                            <a:lnTo>
                              <a:pt x="7674" y="844"/>
                            </a:lnTo>
                            <a:lnTo>
                              <a:pt x="4819" y="0"/>
                            </a:lnTo>
                            <a:lnTo>
                              <a:pt x="4343" y="2648"/>
                            </a:lnTo>
                            <a:lnTo>
                              <a:pt x="2634" y="3496"/>
                            </a:lnTo>
                            <a:lnTo>
                              <a:pt x="5752" y="6202"/>
                            </a:lnTo>
                            <a:lnTo>
                              <a:pt x="4694" y="7602"/>
                            </a:lnTo>
                            <a:lnTo>
                              <a:pt x="4320" y="9806"/>
                            </a:lnTo>
                            <a:lnTo>
                              <a:pt x="7247" y="11451"/>
                            </a:lnTo>
                            <a:lnTo>
                              <a:pt x="6761" y="13208"/>
                            </a:lnTo>
                            <a:lnTo>
                              <a:pt x="3970" y="12204"/>
                            </a:lnTo>
                            <a:lnTo>
                              <a:pt x="42" y="12204"/>
                            </a:lnTo>
                            <a:lnTo>
                              <a:pt x="0" y="14301"/>
                            </a:lnTo>
                            <a:lnTo>
                              <a:pt x="2309" y="16253"/>
                            </a:lnTo>
                            <a:lnTo>
                              <a:pt x="4721" y="18507"/>
                            </a:lnTo>
                            <a:lnTo>
                              <a:pt x="6812" y="16856"/>
                            </a:lnTo>
                            <a:lnTo>
                              <a:pt x="8832" y="15707"/>
                            </a:lnTo>
                            <a:lnTo>
                              <a:pt x="8816" y="18671"/>
                            </a:lnTo>
                            <a:lnTo>
                              <a:pt x="9961" y="20811"/>
                            </a:lnTo>
                            <a:lnTo>
                              <a:pt x="12927" y="20962"/>
                            </a:lnTo>
                            <a:lnTo>
                              <a:pt x="12355" y="16900"/>
                            </a:lnTo>
                            <a:lnTo>
                              <a:pt x="16744" y="18407"/>
                            </a:lnTo>
                            <a:cubicBezTo>
                              <a:pt x="15981" y="19175"/>
                              <a:pt x="16286" y="20301"/>
                              <a:pt x="17380" y="20755"/>
                            </a:cubicBezTo>
                            <a:cubicBezTo>
                              <a:pt x="19416" y="21600"/>
                              <a:pt x="21600" y="19840"/>
                              <a:pt x="20489" y="18250"/>
                            </a:cubicBezTo>
                            <a:lnTo>
                              <a:pt x="20107" y="16159"/>
                            </a:lnTo>
                            <a:lnTo>
                              <a:pt x="21180" y="14263"/>
                            </a:lnTo>
                            <a:lnTo>
                              <a:pt x="20099" y="10999"/>
                            </a:lnTo>
                            <a:lnTo>
                              <a:pt x="19153" y="8035"/>
                            </a:lnTo>
                            <a:lnTo>
                              <a:pt x="18580" y="6177"/>
                            </a:lnTo>
                            <a:cubicBezTo>
                              <a:pt x="18217" y="5416"/>
                              <a:pt x="17705" y="4704"/>
                              <a:pt x="17062" y="4068"/>
                            </a:cubicBezTo>
                            <a:cubicBezTo>
                              <a:pt x="16337" y="3351"/>
                              <a:pt x="15456" y="2741"/>
                              <a:pt x="14461" y="2266"/>
                            </a:cubicBezTo>
                            <a:lnTo>
                              <a:pt x="10266" y="844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39" name="iṡļide"/>
                      <p:cNvSpPr/>
                      <p:nvPr/>
                    </p:nvSpPr>
                    <p:spPr>
                      <a:xfrm>
                        <a:off x="6185641" y="1418051"/>
                        <a:ext cx="78706" cy="3803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7776" y="999"/>
                            </a:moveTo>
                            <a:lnTo>
                              <a:pt x="16031" y="2988"/>
                            </a:lnTo>
                            <a:lnTo>
                              <a:pt x="21600" y="17424"/>
                            </a:lnTo>
                            <a:lnTo>
                              <a:pt x="13178" y="21600"/>
                            </a:lnTo>
                            <a:lnTo>
                              <a:pt x="5321" y="12716"/>
                            </a:lnTo>
                            <a:lnTo>
                              <a:pt x="0" y="0"/>
                            </a:lnTo>
                            <a:lnTo>
                              <a:pt x="7776" y="999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0" name="í$ḷîďé"/>
                      <p:cNvSpPr/>
                      <p:nvPr/>
                    </p:nvSpPr>
                    <p:spPr>
                      <a:xfrm>
                        <a:off x="6102574" y="1512190"/>
                        <a:ext cx="91712" cy="6015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4898" y="0"/>
                            </a:moveTo>
                            <a:lnTo>
                              <a:pt x="10252" y="4850"/>
                            </a:lnTo>
                            <a:lnTo>
                              <a:pt x="21600" y="13527"/>
                            </a:lnTo>
                            <a:lnTo>
                              <a:pt x="17432" y="21600"/>
                            </a:lnTo>
                            <a:lnTo>
                              <a:pt x="12804" y="18684"/>
                            </a:lnTo>
                            <a:lnTo>
                              <a:pt x="7529" y="18684"/>
                            </a:lnTo>
                            <a:lnTo>
                              <a:pt x="3200" y="14264"/>
                            </a:lnTo>
                            <a:lnTo>
                              <a:pt x="0" y="6164"/>
                            </a:lnTo>
                            <a:lnTo>
                              <a:pt x="4898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1" name="íŝḷíḋê"/>
                      <p:cNvSpPr/>
                      <p:nvPr/>
                    </p:nvSpPr>
                    <p:spPr>
                      <a:xfrm>
                        <a:off x="6125067" y="938634"/>
                        <a:ext cx="87135" cy="4927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0"/>
                            </a:moveTo>
                            <a:lnTo>
                              <a:pt x="2543" y="10415"/>
                            </a:lnTo>
                            <a:lnTo>
                              <a:pt x="11409" y="21600"/>
                            </a:lnTo>
                            <a:lnTo>
                              <a:pt x="21600" y="19952"/>
                            </a:lnTo>
                            <a:lnTo>
                              <a:pt x="14185" y="6837"/>
                            </a:lnTo>
                            <a:lnTo>
                              <a:pt x="7404" y="204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2" name="ïsľîḓé"/>
                      <p:cNvSpPr/>
                      <p:nvPr/>
                    </p:nvSpPr>
                    <p:spPr>
                      <a:xfrm>
                        <a:off x="5536742" y="1355264"/>
                        <a:ext cx="48935" cy="4238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0"/>
                            </a:moveTo>
                            <a:lnTo>
                              <a:pt x="17239" y="6531"/>
                            </a:lnTo>
                            <a:lnTo>
                              <a:pt x="21600" y="21600"/>
                            </a:lnTo>
                            <a:lnTo>
                              <a:pt x="7563" y="1741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3" name="îs1ïḑê"/>
                      <p:cNvSpPr/>
                      <p:nvPr/>
                    </p:nvSpPr>
                    <p:spPr>
                      <a:xfrm>
                        <a:off x="4753528" y="896632"/>
                        <a:ext cx="342486" cy="1713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2449" y="2836"/>
                            </a:moveTo>
                            <a:lnTo>
                              <a:pt x="4638" y="3611"/>
                            </a:lnTo>
                            <a:lnTo>
                              <a:pt x="7047" y="6139"/>
                            </a:lnTo>
                            <a:lnTo>
                              <a:pt x="8502" y="8873"/>
                            </a:lnTo>
                            <a:lnTo>
                              <a:pt x="9483" y="6470"/>
                            </a:lnTo>
                            <a:lnTo>
                              <a:pt x="10000" y="2333"/>
                            </a:lnTo>
                            <a:lnTo>
                              <a:pt x="11639" y="0"/>
                            </a:lnTo>
                            <a:lnTo>
                              <a:pt x="14954" y="71"/>
                            </a:lnTo>
                            <a:lnTo>
                              <a:pt x="16717" y="3714"/>
                            </a:lnTo>
                            <a:lnTo>
                              <a:pt x="13709" y="4575"/>
                            </a:lnTo>
                            <a:lnTo>
                              <a:pt x="14825" y="6806"/>
                            </a:lnTo>
                            <a:lnTo>
                              <a:pt x="12296" y="8099"/>
                            </a:lnTo>
                            <a:lnTo>
                              <a:pt x="14021" y="10405"/>
                            </a:lnTo>
                            <a:lnTo>
                              <a:pt x="17207" y="9123"/>
                            </a:lnTo>
                            <a:lnTo>
                              <a:pt x="20312" y="7571"/>
                            </a:lnTo>
                            <a:lnTo>
                              <a:pt x="21600" y="9619"/>
                            </a:lnTo>
                            <a:lnTo>
                              <a:pt x="19837" y="11925"/>
                            </a:lnTo>
                            <a:lnTo>
                              <a:pt x="18295" y="13368"/>
                            </a:lnTo>
                            <a:lnTo>
                              <a:pt x="16624" y="14995"/>
                            </a:lnTo>
                            <a:lnTo>
                              <a:pt x="14043" y="15685"/>
                            </a:lnTo>
                            <a:lnTo>
                              <a:pt x="14905" y="18864"/>
                            </a:lnTo>
                            <a:lnTo>
                              <a:pt x="11886" y="20576"/>
                            </a:lnTo>
                            <a:lnTo>
                              <a:pt x="10216" y="21600"/>
                            </a:lnTo>
                            <a:lnTo>
                              <a:pt x="7973" y="21600"/>
                            </a:lnTo>
                            <a:lnTo>
                              <a:pt x="7251" y="16612"/>
                            </a:lnTo>
                            <a:lnTo>
                              <a:pt x="5245" y="15750"/>
                            </a:lnTo>
                            <a:lnTo>
                              <a:pt x="4232" y="13261"/>
                            </a:lnTo>
                            <a:lnTo>
                              <a:pt x="1267" y="14036"/>
                            </a:lnTo>
                            <a:lnTo>
                              <a:pt x="1135" y="11473"/>
                            </a:lnTo>
                            <a:lnTo>
                              <a:pt x="1577" y="9156"/>
                            </a:lnTo>
                            <a:lnTo>
                              <a:pt x="171" y="8391"/>
                            </a:lnTo>
                            <a:lnTo>
                              <a:pt x="0" y="5470"/>
                            </a:lnTo>
                            <a:lnTo>
                              <a:pt x="2449" y="2836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4" name="íṥ1îḑé"/>
                      <p:cNvSpPr/>
                      <p:nvPr/>
                    </p:nvSpPr>
                    <p:spPr>
                      <a:xfrm>
                        <a:off x="4354293" y="735896"/>
                        <a:ext cx="241452" cy="9626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108" y="1841"/>
                            </a:moveTo>
                            <a:lnTo>
                              <a:pt x="11219" y="0"/>
                            </a:lnTo>
                            <a:lnTo>
                              <a:pt x="12693" y="2920"/>
                            </a:lnTo>
                            <a:lnTo>
                              <a:pt x="15002" y="7025"/>
                            </a:lnTo>
                            <a:lnTo>
                              <a:pt x="17984" y="6564"/>
                            </a:lnTo>
                            <a:lnTo>
                              <a:pt x="20370" y="7178"/>
                            </a:lnTo>
                            <a:lnTo>
                              <a:pt x="21592" y="11781"/>
                            </a:lnTo>
                            <a:lnTo>
                              <a:pt x="20377" y="16536"/>
                            </a:lnTo>
                            <a:lnTo>
                              <a:pt x="21600" y="20967"/>
                            </a:lnTo>
                            <a:lnTo>
                              <a:pt x="18320" y="21600"/>
                            </a:lnTo>
                            <a:lnTo>
                              <a:pt x="15874" y="18991"/>
                            </a:lnTo>
                            <a:lnTo>
                              <a:pt x="13304" y="18531"/>
                            </a:lnTo>
                            <a:lnTo>
                              <a:pt x="13366" y="13775"/>
                            </a:lnTo>
                            <a:lnTo>
                              <a:pt x="10805" y="13793"/>
                            </a:lnTo>
                            <a:lnTo>
                              <a:pt x="9589" y="17629"/>
                            </a:lnTo>
                            <a:lnTo>
                              <a:pt x="7203" y="17936"/>
                            </a:lnTo>
                            <a:lnTo>
                              <a:pt x="4443" y="20698"/>
                            </a:lnTo>
                            <a:lnTo>
                              <a:pt x="4471" y="15980"/>
                            </a:lnTo>
                            <a:lnTo>
                              <a:pt x="5077" y="11088"/>
                            </a:lnTo>
                            <a:lnTo>
                              <a:pt x="0" y="11088"/>
                            </a:lnTo>
                            <a:lnTo>
                              <a:pt x="1197" y="3322"/>
                            </a:lnTo>
                            <a:lnTo>
                              <a:pt x="3832" y="1039"/>
                            </a:lnTo>
                            <a:lnTo>
                              <a:pt x="5591" y="6390"/>
                            </a:lnTo>
                            <a:lnTo>
                              <a:pt x="8108" y="1841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5" name="i$ḻïḍê"/>
                      <p:cNvSpPr/>
                      <p:nvPr/>
                    </p:nvSpPr>
                    <p:spPr>
                      <a:xfrm>
                        <a:off x="3824320" y="638649"/>
                        <a:ext cx="238589" cy="12930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1598" y="3226"/>
                            </a:moveTo>
                            <a:lnTo>
                              <a:pt x="13655" y="5410"/>
                            </a:lnTo>
                            <a:lnTo>
                              <a:pt x="16478" y="8622"/>
                            </a:lnTo>
                            <a:lnTo>
                              <a:pt x="18327" y="5996"/>
                            </a:lnTo>
                            <a:lnTo>
                              <a:pt x="20857" y="7022"/>
                            </a:lnTo>
                            <a:lnTo>
                              <a:pt x="21600" y="12391"/>
                            </a:lnTo>
                            <a:lnTo>
                              <a:pt x="18938" y="14662"/>
                            </a:lnTo>
                            <a:lnTo>
                              <a:pt x="19124" y="19672"/>
                            </a:lnTo>
                            <a:lnTo>
                              <a:pt x="16540" y="21600"/>
                            </a:lnTo>
                            <a:lnTo>
                              <a:pt x="14133" y="19544"/>
                            </a:lnTo>
                            <a:lnTo>
                              <a:pt x="12834" y="16474"/>
                            </a:lnTo>
                            <a:lnTo>
                              <a:pt x="11162" y="13734"/>
                            </a:lnTo>
                            <a:lnTo>
                              <a:pt x="8028" y="8479"/>
                            </a:lnTo>
                            <a:lnTo>
                              <a:pt x="6001" y="11749"/>
                            </a:lnTo>
                            <a:lnTo>
                              <a:pt x="2356" y="11749"/>
                            </a:lnTo>
                            <a:lnTo>
                              <a:pt x="262" y="8665"/>
                            </a:lnTo>
                            <a:lnTo>
                              <a:pt x="0" y="4897"/>
                            </a:lnTo>
                            <a:lnTo>
                              <a:pt x="4482" y="2384"/>
                            </a:lnTo>
                            <a:lnTo>
                              <a:pt x="5906" y="0"/>
                            </a:lnTo>
                            <a:lnTo>
                              <a:pt x="8629" y="878"/>
                            </a:lnTo>
                            <a:lnTo>
                              <a:pt x="9527" y="5373"/>
                            </a:lnTo>
                            <a:lnTo>
                              <a:pt x="11598" y="3226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6" name="ís1íḍe"/>
                      <p:cNvSpPr/>
                      <p:nvPr/>
                    </p:nvSpPr>
                    <p:spPr>
                      <a:xfrm>
                        <a:off x="3177706" y="817351"/>
                        <a:ext cx="129874" cy="9636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20237" y="0"/>
                            </a:moveTo>
                            <a:lnTo>
                              <a:pt x="10984" y="172"/>
                            </a:lnTo>
                            <a:lnTo>
                              <a:pt x="3381" y="1772"/>
                            </a:lnTo>
                            <a:lnTo>
                              <a:pt x="4897" y="8630"/>
                            </a:lnTo>
                            <a:lnTo>
                              <a:pt x="1644" y="12271"/>
                            </a:lnTo>
                            <a:lnTo>
                              <a:pt x="0" y="18536"/>
                            </a:lnTo>
                            <a:lnTo>
                              <a:pt x="4912" y="21600"/>
                            </a:lnTo>
                            <a:lnTo>
                              <a:pt x="10939" y="17022"/>
                            </a:lnTo>
                            <a:lnTo>
                              <a:pt x="16851" y="13650"/>
                            </a:lnTo>
                            <a:lnTo>
                              <a:pt x="21600" y="7998"/>
                            </a:lnTo>
                            <a:lnTo>
                              <a:pt x="20237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7" name="ï$lîdè"/>
                      <p:cNvSpPr/>
                      <p:nvPr/>
                    </p:nvSpPr>
                    <p:spPr>
                      <a:xfrm>
                        <a:off x="3113575" y="927702"/>
                        <a:ext cx="92821" cy="4769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682" y="304"/>
                            </a:moveTo>
                            <a:lnTo>
                              <a:pt x="3918" y="3868"/>
                            </a:lnTo>
                            <a:lnTo>
                              <a:pt x="0" y="9563"/>
                            </a:lnTo>
                            <a:lnTo>
                              <a:pt x="1470" y="18816"/>
                            </a:lnTo>
                            <a:lnTo>
                              <a:pt x="6166" y="21600"/>
                            </a:lnTo>
                            <a:lnTo>
                              <a:pt x="14598" y="13241"/>
                            </a:lnTo>
                            <a:lnTo>
                              <a:pt x="21600" y="7047"/>
                            </a:lnTo>
                            <a:lnTo>
                              <a:pt x="18557" y="0"/>
                            </a:lnTo>
                            <a:lnTo>
                              <a:pt x="10682" y="304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8" name="ïṥļïḍê"/>
                      <p:cNvSpPr/>
                      <p:nvPr/>
                    </p:nvSpPr>
                    <p:spPr>
                      <a:xfrm>
                        <a:off x="3083711" y="825045"/>
                        <a:ext cx="94392" cy="6219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436" y="0"/>
                            </a:moveTo>
                            <a:lnTo>
                              <a:pt x="5445" y="6706"/>
                            </a:lnTo>
                            <a:lnTo>
                              <a:pt x="0" y="13317"/>
                            </a:lnTo>
                            <a:lnTo>
                              <a:pt x="1676" y="21600"/>
                            </a:lnTo>
                            <a:lnTo>
                              <a:pt x="9416" y="19225"/>
                            </a:lnTo>
                            <a:lnTo>
                              <a:pt x="16925" y="15663"/>
                            </a:lnTo>
                            <a:lnTo>
                              <a:pt x="21600" y="6401"/>
                            </a:lnTo>
                            <a:lnTo>
                              <a:pt x="14597" y="5005"/>
                            </a:lnTo>
                            <a:lnTo>
                              <a:pt x="9436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49" name="iṩļïḋè"/>
                      <p:cNvSpPr/>
                      <p:nvPr/>
                    </p:nvSpPr>
                    <p:spPr>
                      <a:xfrm>
                        <a:off x="4158770" y="507118"/>
                        <a:ext cx="35417" cy="5943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6188" y="0"/>
                            </a:moveTo>
                            <a:lnTo>
                              <a:pt x="0" y="11338"/>
                            </a:lnTo>
                            <a:lnTo>
                              <a:pt x="14062" y="21600"/>
                            </a:lnTo>
                            <a:lnTo>
                              <a:pt x="21600" y="10385"/>
                            </a:lnTo>
                            <a:lnTo>
                              <a:pt x="6188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0" name="îš1iḍê"/>
                      <p:cNvSpPr/>
                      <p:nvPr/>
                    </p:nvSpPr>
                    <p:spPr>
                      <a:xfrm>
                        <a:off x="2739514" y="1415803"/>
                        <a:ext cx="86548" cy="7752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6290" y="2206"/>
                            </a:moveTo>
                            <a:lnTo>
                              <a:pt x="21600" y="7730"/>
                            </a:lnTo>
                            <a:lnTo>
                              <a:pt x="19740" y="16457"/>
                            </a:lnTo>
                            <a:lnTo>
                              <a:pt x="13790" y="21600"/>
                            </a:lnTo>
                            <a:lnTo>
                              <a:pt x="2574" y="13289"/>
                            </a:lnTo>
                            <a:lnTo>
                              <a:pt x="0" y="4928"/>
                            </a:lnTo>
                            <a:lnTo>
                              <a:pt x="11167" y="0"/>
                            </a:lnTo>
                            <a:lnTo>
                              <a:pt x="16290" y="2206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1" name="ïşļîdé"/>
                      <p:cNvSpPr/>
                      <p:nvPr/>
                    </p:nvSpPr>
                    <p:spPr>
                      <a:xfrm>
                        <a:off x="4000830" y="1245606"/>
                        <a:ext cx="1877765" cy="130196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5455" y="4385"/>
                            </a:moveTo>
                            <a:lnTo>
                              <a:pt x="4472" y="4411"/>
                            </a:lnTo>
                            <a:lnTo>
                              <a:pt x="3992" y="4496"/>
                            </a:lnTo>
                            <a:lnTo>
                              <a:pt x="3545" y="5108"/>
                            </a:lnTo>
                            <a:lnTo>
                              <a:pt x="3512" y="5585"/>
                            </a:lnTo>
                            <a:lnTo>
                              <a:pt x="3157" y="5595"/>
                            </a:lnTo>
                            <a:lnTo>
                              <a:pt x="2556" y="6377"/>
                            </a:lnTo>
                            <a:lnTo>
                              <a:pt x="2234" y="6807"/>
                            </a:lnTo>
                            <a:lnTo>
                              <a:pt x="1976" y="7544"/>
                            </a:lnTo>
                            <a:lnTo>
                              <a:pt x="1979" y="8270"/>
                            </a:lnTo>
                            <a:lnTo>
                              <a:pt x="2073" y="9040"/>
                            </a:lnTo>
                            <a:lnTo>
                              <a:pt x="2292" y="9198"/>
                            </a:lnTo>
                            <a:lnTo>
                              <a:pt x="2425" y="9685"/>
                            </a:lnTo>
                            <a:lnTo>
                              <a:pt x="2606" y="9969"/>
                            </a:lnTo>
                            <a:lnTo>
                              <a:pt x="2809" y="10262"/>
                            </a:lnTo>
                            <a:lnTo>
                              <a:pt x="3224" y="10329"/>
                            </a:lnTo>
                            <a:lnTo>
                              <a:pt x="3452" y="10228"/>
                            </a:lnTo>
                            <a:lnTo>
                              <a:pt x="3771" y="10238"/>
                            </a:lnTo>
                            <a:lnTo>
                              <a:pt x="3582" y="10771"/>
                            </a:lnTo>
                            <a:lnTo>
                              <a:pt x="3207" y="11483"/>
                            </a:lnTo>
                            <a:lnTo>
                              <a:pt x="2791" y="11619"/>
                            </a:lnTo>
                            <a:lnTo>
                              <a:pt x="2240" y="11381"/>
                            </a:lnTo>
                            <a:lnTo>
                              <a:pt x="2697" y="10963"/>
                            </a:lnTo>
                            <a:lnTo>
                              <a:pt x="2556" y="10498"/>
                            </a:lnTo>
                            <a:lnTo>
                              <a:pt x="2242" y="9919"/>
                            </a:lnTo>
                            <a:lnTo>
                              <a:pt x="1724" y="9488"/>
                            </a:lnTo>
                            <a:lnTo>
                              <a:pt x="1531" y="10112"/>
                            </a:lnTo>
                            <a:lnTo>
                              <a:pt x="1700" y="10382"/>
                            </a:lnTo>
                            <a:lnTo>
                              <a:pt x="1928" y="10847"/>
                            </a:lnTo>
                            <a:lnTo>
                              <a:pt x="1834" y="11334"/>
                            </a:lnTo>
                            <a:lnTo>
                              <a:pt x="1810" y="11911"/>
                            </a:lnTo>
                            <a:lnTo>
                              <a:pt x="2068" y="12114"/>
                            </a:lnTo>
                            <a:lnTo>
                              <a:pt x="2178" y="12510"/>
                            </a:lnTo>
                            <a:lnTo>
                              <a:pt x="1991" y="12734"/>
                            </a:lnTo>
                            <a:lnTo>
                              <a:pt x="1669" y="12768"/>
                            </a:lnTo>
                            <a:lnTo>
                              <a:pt x="1551" y="11629"/>
                            </a:lnTo>
                            <a:lnTo>
                              <a:pt x="1105" y="11495"/>
                            </a:lnTo>
                            <a:lnTo>
                              <a:pt x="863" y="11833"/>
                            </a:lnTo>
                            <a:lnTo>
                              <a:pt x="428" y="11809"/>
                            </a:lnTo>
                            <a:lnTo>
                              <a:pt x="444" y="10906"/>
                            </a:lnTo>
                            <a:lnTo>
                              <a:pt x="314" y="10373"/>
                            </a:lnTo>
                            <a:lnTo>
                              <a:pt x="23" y="10305"/>
                            </a:lnTo>
                            <a:lnTo>
                              <a:pt x="84" y="11072"/>
                            </a:lnTo>
                            <a:lnTo>
                              <a:pt x="164" y="11604"/>
                            </a:lnTo>
                            <a:lnTo>
                              <a:pt x="188" y="12215"/>
                            </a:lnTo>
                            <a:lnTo>
                              <a:pt x="141" y="12778"/>
                            </a:lnTo>
                            <a:lnTo>
                              <a:pt x="47" y="13175"/>
                            </a:lnTo>
                            <a:lnTo>
                              <a:pt x="0" y="13515"/>
                            </a:lnTo>
                            <a:lnTo>
                              <a:pt x="306" y="13651"/>
                            </a:lnTo>
                            <a:lnTo>
                              <a:pt x="391" y="13076"/>
                            </a:lnTo>
                            <a:lnTo>
                              <a:pt x="769" y="12861"/>
                            </a:lnTo>
                            <a:lnTo>
                              <a:pt x="957" y="13382"/>
                            </a:lnTo>
                            <a:lnTo>
                              <a:pt x="1333" y="13775"/>
                            </a:lnTo>
                            <a:lnTo>
                              <a:pt x="1585" y="13911"/>
                            </a:lnTo>
                            <a:lnTo>
                              <a:pt x="1741" y="13505"/>
                            </a:lnTo>
                            <a:lnTo>
                              <a:pt x="2013" y="13958"/>
                            </a:lnTo>
                            <a:lnTo>
                              <a:pt x="2516" y="14058"/>
                            </a:lnTo>
                            <a:lnTo>
                              <a:pt x="2696" y="13494"/>
                            </a:lnTo>
                            <a:lnTo>
                              <a:pt x="2485" y="12861"/>
                            </a:lnTo>
                            <a:lnTo>
                              <a:pt x="2422" y="12432"/>
                            </a:lnTo>
                            <a:lnTo>
                              <a:pt x="2822" y="12308"/>
                            </a:lnTo>
                            <a:lnTo>
                              <a:pt x="2893" y="12818"/>
                            </a:lnTo>
                            <a:cubicBezTo>
                              <a:pt x="2695" y="13095"/>
                              <a:pt x="2706" y="13557"/>
                              <a:pt x="2917" y="13814"/>
                            </a:cubicBezTo>
                            <a:cubicBezTo>
                              <a:pt x="3063" y="13993"/>
                              <a:pt x="3272" y="14016"/>
                              <a:pt x="3435" y="13871"/>
                            </a:cubicBezTo>
                            <a:lnTo>
                              <a:pt x="3898" y="13905"/>
                            </a:lnTo>
                            <a:lnTo>
                              <a:pt x="4157" y="14041"/>
                            </a:lnTo>
                            <a:cubicBezTo>
                              <a:pt x="4345" y="14008"/>
                              <a:pt x="4534" y="13981"/>
                              <a:pt x="4723" y="13962"/>
                            </a:cubicBezTo>
                            <a:cubicBezTo>
                              <a:pt x="4883" y="13945"/>
                              <a:pt x="5042" y="13934"/>
                              <a:pt x="5203" y="13928"/>
                            </a:cubicBezTo>
                            <a:lnTo>
                              <a:pt x="5493" y="13803"/>
                            </a:lnTo>
                            <a:lnTo>
                              <a:pt x="5752" y="13248"/>
                            </a:lnTo>
                            <a:lnTo>
                              <a:pt x="5587" y="12216"/>
                            </a:lnTo>
                            <a:lnTo>
                              <a:pt x="5218" y="12250"/>
                            </a:lnTo>
                            <a:cubicBezTo>
                              <a:pt x="5045" y="12150"/>
                              <a:pt x="4851" y="12150"/>
                              <a:pt x="4678" y="12250"/>
                            </a:cubicBezTo>
                            <a:cubicBezTo>
                              <a:pt x="4514" y="12345"/>
                              <a:pt x="4380" y="12522"/>
                              <a:pt x="4301" y="12748"/>
                            </a:cubicBezTo>
                            <a:lnTo>
                              <a:pt x="3971" y="12816"/>
                            </a:lnTo>
                            <a:lnTo>
                              <a:pt x="3492" y="12681"/>
                            </a:lnTo>
                            <a:lnTo>
                              <a:pt x="3516" y="12216"/>
                            </a:lnTo>
                            <a:lnTo>
                              <a:pt x="3830" y="12092"/>
                            </a:lnTo>
                            <a:lnTo>
                              <a:pt x="4190" y="12126"/>
                            </a:lnTo>
                            <a:lnTo>
                              <a:pt x="4612" y="11921"/>
                            </a:lnTo>
                            <a:lnTo>
                              <a:pt x="5130" y="11548"/>
                            </a:lnTo>
                            <a:lnTo>
                              <a:pt x="5538" y="11719"/>
                            </a:lnTo>
                            <a:lnTo>
                              <a:pt x="5781" y="11347"/>
                            </a:lnTo>
                            <a:lnTo>
                              <a:pt x="5757" y="10950"/>
                            </a:lnTo>
                            <a:lnTo>
                              <a:pt x="5474" y="10520"/>
                            </a:lnTo>
                            <a:lnTo>
                              <a:pt x="5545" y="10078"/>
                            </a:lnTo>
                            <a:lnTo>
                              <a:pt x="5686" y="9569"/>
                            </a:lnTo>
                            <a:lnTo>
                              <a:pt x="5773" y="9070"/>
                            </a:lnTo>
                            <a:lnTo>
                              <a:pt x="5639" y="8469"/>
                            </a:lnTo>
                            <a:lnTo>
                              <a:pt x="5835" y="7692"/>
                            </a:lnTo>
                            <a:lnTo>
                              <a:pt x="5874" y="7125"/>
                            </a:lnTo>
                            <a:lnTo>
                              <a:pt x="5898" y="6467"/>
                            </a:lnTo>
                            <a:lnTo>
                              <a:pt x="6055" y="6094"/>
                            </a:lnTo>
                            <a:lnTo>
                              <a:pt x="6243" y="7171"/>
                            </a:lnTo>
                            <a:lnTo>
                              <a:pt x="6627" y="7205"/>
                            </a:lnTo>
                            <a:lnTo>
                              <a:pt x="6769" y="7534"/>
                            </a:lnTo>
                            <a:lnTo>
                              <a:pt x="6446" y="7941"/>
                            </a:lnTo>
                            <a:lnTo>
                              <a:pt x="6360" y="8406"/>
                            </a:lnTo>
                            <a:lnTo>
                              <a:pt x="6061" y="9324"/>
                            </a:lnTo>
                            <a:lnTo>
                              <a:pt x="6454" y="9494"/>
                            </a:lnTo>
                            <a:lnTo>
                              <a:pt x="6501" y="9845"/>
                            </a:lnTo>
                            <a:lnTo>
                              <a:pt x="6643" y="10262"/>
                            </a:lnTo>
                            <a:lnTo>
                              <a:pt x="6869" y="10431"/>
                            </a:lnTo>
                            <a:lnTo>
                              <a:pt x="7199" y="10805"/>
                            </a:lnTo>
                            <a:cubicBezTo>
                              <a:pt x="7319" y="10894"/>
                              <a:pt x="7445" y="10962"/>
                              <a:pt x="7576" y="11008"/>
                            </a:cubicBezTo>
                            <a:cubicBezTo>
                              <a:pt x="7740" y="11066"/>
                              <a:pt x="7910" y="11089"/>
                              <a:pt x="8079" y="11076"/>
                            </a:cubicBezTo>
                            <a:cubicBezTo>
                              <a:pt x="8180" y="10950"/>
                              <a:pt x="8282" y="10826"/>
                              <a:pt x="8385" y="10703"/>
                            </a:cubicBezTo>
                            <a:cubicBezTo>
                              <a:pt x="8537" y="10522"/>
                              <a:pt x="8692" y="10344"/>
                              <a:pt x="8848" y="10170"/>
                            </a:cubicBezTo>
                            <a:cubicBezTo>
                              <a:pt x="9056" y="10000"/>
                              <a:pt x="9309" y="9987"/>
                              <a:pt x="9524" y="10136"/>
                            </a:cubicBezTo>
                            <a:cubicBezTo>
                              <a:pt x="9653" y="10225"/>
                              <a:pt x="9759" y="10367"/>
                              <a:pt x="9831" y="10545"/>
                            </a:cubicBezTo>
                            <a:lnTo>
                              <a:pt x="10562" y="11156"/>
                            </a:lnTo>
                            <a:lnTo>
                              <a:pt x="10939" y="11575"/>
                            </a:lnTo>
                            <a:lnTo>
                              <a:pt x="11173" y="11869"/>
                            </a:lnTo>
                            <a:lnTo>
                              <a:pt x="11668" y="12527"/>
                            </a:lnTo>
                            <a:lnTo>
                              <a:pt x="11809" y="12866"/>
                            </a:lnTo>
                            <a:lnTo>
                              <a:pt x="12130" y="13385"/>
                            </a:lnTo>
                            <a:lnTo>
                              <a:pt x="12743" y="13521"/>
                            </a:lnTo>
                            <a:lnTo>
                              <a:pt x="12789" y="12670"/>
                            </a:lnTo>
                            <a:lnTo>
                              <a:pt x="12976" y="13124"/>
                            </a:lnTo>
                            <a:lnTo>
                              <a:pt x="13300" y="13380"/>
                            </a:lnTo>
                            <a:lnTo>
                              <a:pt x="13091" y="13707"/>
                            </a:lnTo>
                            <a:lnTo>
                              <a:pt x="13529" y="14077"/>
                            </a:lnTo>
                            <a:lnTo>
                              <a:pt x="14080" y="14236"/>
                            </a:lnTo>
                            <a:lnTo>
                              <a:pt x="14692" y="14678"/>
                            </a:lnTo>
                            <a:lnTo>
                              <a:pt x="14967" y="15064"/>
                            </a:lnTo>
                            <a:lnTo>
                              <a:pt x="14742" y="15356"/>
                            </a:lnTo>
                            <a:cubicBezTo>
                              <a:pt x="14636" y="15162"/>
                              <a:pt x="14437" y="15146"/>
                              <a:pt x="14318" y="15322"/>
                            </a:cubicBezTo>
                            <a:cubicBezTo>
                              <a:pt x="14192" y="15507"/>
                              <a:pt x="14214" y="15805"/>
                              <a:pt x="14334" y="16014"/>
                            </a:cubicBezTo>
                            <a:cubicBezTo>
                              <a:pt x="14459" y="16233"/>
                              <a:pt x="14659" y="16317"/>
                              <a:pt x="14821" y="16477"/>
                            </a:cubicBezTo>
                            <a:cubicBezTo>
                              <a:pt x="14992" y="16646"/>
                              <a:pt x="15117" y="16894"/>
                              <a:pt x="15175" y="17180"/>
                            </a:cubicBezTo>
                            <a:lnTo>
                              <a:pt x="15545" y="17848"/>
                            </a:lnTo>
                            <a:lnTo>
                              <a:pt x="16056" y="18257"/>
                            </a:lnTo>
                            <a:lnTo>
                              <a:pt x="16488" y="18620"/>
                            </a:lnTo>
                            <a:lnTo>
                              <a:pt x="17344" y="19017"/>
                            </a:lnTo>
                            <a:lnTo>
                              <a:pt x="17565" y="19686"/>
                            </a:lnTo>
                            <a:lnTo>
                              <a:pt x="17776" y="19924"/>
                            </a:lnTo>
                            <a:cubicBezTo>
                              <a:pt x="17877" y="19983"/>
                              <a:pt x="17976" y="20047"/>
                              <a:pt x="18073" y="20116"/>
                            </a:cubicBezTo>
                            <a:cubicBezTo>
                              <a:pt x="18211" y="20212"/>
                              <a:pt x="18344" y="20318"/>
                              <a:pt x="18475" y="20433"/>
                            </a:cubicBezTo>
                            <a:lnTo>
                              <a:pt x="18843" y="20727"/>
                            </a:lnTo>
                            <a:cubicBezTo>
                              <a:pt x="19008" y="20916"/>
                              <a:pt x="19184" y="21083"/>
                              <a:pt x="19370" y="21226"/>
                            </a:cubicBezTo>
                            <a:cubicBezTo>
                              <a:pt x="19573" y="21381"/>
                              <a:pt x="19786" y="21507"/>
                              <a:pt x="20006" y="21600"/>
                            </a:cubicBezTo>
                            <a:lnTo>
                              <a:pt x="20217" y="21329"/>
                            </a:lnTo>
                            <a:cubicBezTo>
                              <a:pt x="20232" y="21155"/>
                              <a:pt x="20310" y="21005"/>
                              <a:pt x="20421" y="20934"/>
                            </a:cubicBezTo>
                            <a:cubicBezTo>
                              <a:pt x="20556" y="20847"/>
                              <a:pt x="20708" y="20895"/>
                              <a:pt x="20853" y="20934"/>
                            </a:cubicBezTo>
                            <a:cubicBezTo>
                              <a:pt x="21009" y="20976"/>
                              <a:pt x="21166" y="21006"/>
                              <a:pt x="21325" y="21024"/>
                            </a:cubicBezTo>
                            <a:lnTo>
                              <a:pt x="21600" y="20832"/>
                            </a:lnTo>
                            <a:lnTo>
                              <a:pt x="21600" y="20196"/>
                            </a:lnTo>
                            <a:lnTo>
                              <a:pt x="21529" y="19901"/>
                            </a:lnTo>
                            <a:lnTo>
                              <a:pt x="21396" y="19494"/>
                            </a:lnTo>
                            <a:lnTo>
                              <a:pt x="21122" y="18883"/>
                            </a:lnTo>
                            <a:lnTo>
                              <a:pt x="20697" y="18284"/>
                            </a:lnTo>
                            <a:lnTo>
                              <a:pt x="20462" y="17843"/>
                            </a:lnTo>
                            <a:lnTo>
                              <a:pt x="20351" y="17105"/>
                            </a:lnTo>
                            <a:lnTo>
                              <a:pt x="20092" y="16188"/>
                            </a:lnTo>
                            <a:lnTo>
                              <a:pt x="19550" y="15781"/>
                            </a:lnTo>
                            <a:lnTo>
                              <a:pt x="19056" y="15102"/>
                            </a:lnTo>
                            <a:lnTo>
                              <a:pt x="19103" y="14614"/>
                            </a:lnTo>
                            <a:lnTo>
                              <a:pt x="19378" y="14082"/>
                            </a:lnTo>
                            <a:lnTo>
                              <a:pt x="19520" y="13539"/>
                            </a:lnTo>
                            <a:lnTo>
                              <a:pt x="19339" y="12845"/>
                            </a:lnTo>
                            <a:lnTo>
                              <a:pt x="19425" y="12302"/>
                            </a:lnTo>
                            <a:cubicBezTo>
                              <a:pt x="19354" y="12106"/>
                              <a:pt x="19267" y="11924"/>
                              <a:pt x="19166" y="11757"/>
                            </a:cubicBezTo>
                            <a:cubicBezTo>
                              <a:pt x="19038" y="11546"/>
                              <a:pt x="18890" y="11362"/>
                              <a:pt x="18725" y="11213"/>
                            </a:cubicBezTo>
                            <a:cubicBezTo>
                              <a:pt x="18709" y="10836"/>
                              <a:pt x="18715" y="10457"/>
                              <a:pt x="18742" y="10081"/>
                            </a:cubicBezTo>
                            <a:cubicBezTo>
                              <a:pt x="18778" y="9593"/>
                              <a:pt x="18850" y="9109"/>
                              <a:pt x="18844" y="8618"/>
                            </a:cubicBezTo>
                            <a:cubicBezTo>
                              <a:pt x="18840" y="8191"/>
                              <a:pt x="18776" y="7766"/>
                              <a:pt x="18632" y="7393"/>
                            </a:cubicBezTo>
                            <a:cubicBezTo>
                              <a:pt x="18466" y="6963"/>
                              <a:pt x="18202" y="6628"/>
                              <a:pt x="17886" y="6443"/>
                            </a:cubicBezTo>
                            <a:lnTo>
                              <a:pt x="17218" y="5830"/>
                            </a:lnTo>
                            <a:lnTo>
                              <a:pt x="17030" y="5628"/>
                            </a:lnTo>
                            <a:lnTo>
                              <a:pt x="16513" y="5379"/>
                            </a:lnTo>
                            <a:lnTo>
                              <a:pt x="16208" y="5209"/>
                            </a:lnTo>
                            <a:lnTo>
                              <a:pt x="15862" y="4869"/>
                            </a:lnTo>
                            <a:lnTo>
                              <a:pt x="15516" y="4632"/>
                            </a:lnTo>
                            <a:lnTo>
                              <a:pt x="15304" y="3986"/>
                            </a:lnTo>
                            <a:lnTo>
                              <a:pt x="14889" y="3727"/>
                            </a:lnTo>
                            <a:lnTo>
                              <a:pt x="14606" y="3168"/>
                            </a:lnTo>
                            <a:lnTo>
                              <a:pt x="14215" y="2823"/>
                            </a:lnTo>
                            <a:lnTo>
                              <a:pt x="13904" y="2916"/>
                            </a:lnTo>
                            <a:lnTo>
                              <a:pt x="14115" y="3368"/>
                            </a:lnTo>
                            <a:lnTo>
                              <a:pt x="14373" y="3705"/>
                            </a:lnTo>
                            <a:lnTo>
                              <a:pt x="13832" y="3433"/>
                            </a:lnTo>
                            <a:lnTo>
                              <a:pt x="13486" y="3229"/>
                            </a:lnTo>
                            <a:lnTo>
                              <a:pt x="13109" y="3127"/>
                            </a:lnTo>
                            <a:lnTo>
                              <a:pt x="13376" y="2869"/>
                            </a:lnTo>
                            <a:lnTo>
                              <a:pt x="13633" y="2667"/>
                            </a:lnTo>
                            <a:lnTo>
                              <a:pt x="13224" y="2262"/>
                            </a:lnTo>
                            <a:lnTo>
                              <a:pt x="12902" y="2205"/>
                            </a:lnTo>
                            <a:lnTo>
                              <a:pt x="12369" y="2310"/>
                            </a:lnTo>
                            <a:cubicBezTo>
                              <a:pt x="12246" y="2320"/>
                              <a:pt x="12125" y="2273"/>
                              <a:pt x="12024" y="2175"/>
                            </a:cubicBezTo>
                            <a:cubicBezTo>
                              <a:pt x="11913" y="2069"/>
                              <a:pt x="11834" y="1912"/>
                              <a:pt x="11740" y="1777"/>
                            </a:cubicBezTo>
                            <a:cubicBezTo>
                              <a:pt x="11554" y="1508"/>
                              <a:pt x="11315" y="1328"/>
                              <a:pt x="11056" y="1261"/>
                            </a:cubicBezTo>
                            <a:cubicBezTo>
                              <a:pt x="10964" y="1225"/>
                              <a:pt x="10868" y="1298"/>
                              <a:pt x="10836" y="1427"/>
                            </a:cubicBezTo>
                            <a:cubicBezTo>
                              <a:pt x="10791" y="1608"/>
                              <a:pt x="10883" y="1799"/>
                              <a:pt x="11016" y="1802"/>
                            </a:cubicBezTo>
                            <a:lnTo>
                              <a:pt x="10545" y="1702"/>
                            </a:lnTo>
                            <a:lnTo>
                              <a:pt x="10279" y="1238"/>
                            </a:lnTo>
                            <a:lnTo>
                              <a:pt x="9981" y="768"/>
                            </a:lnTo>
                            <a:cubicBezTo>
                              <a:pt x="9877" y="581"/>
                              <a:pt x="9753" y="421"/>
                              <a:pt x="9612" y="294"/>
                            </a:cubicBezTo>
                            <a:cubicBezTo>
                              <a:pt x="9446" y="145"/>
                              <a:pt x="9262" y="45"/>
                              <a:pt x="9069" y="0"/>
                            </a:cubicBezTo>
                            <a:lnTo>
                              <a:pt x="8724" y="38"/>
                            </a:lnTo>
                            <a:lnTo>
                              <a:pt x="8676" y="704"/>
                            </a:lnTo>
                            <a:lnTo>
                              <a:pt x="8559" y="1135"/>
                            </a:lnTo>
                            <a:lnTo>
                              <a:pt x="7961" y="999"/>
                            </a:lnTo>
                            <a:lnTo>
                              <a:pt x="7560" y="933"/>
                            </a:lnTo>
                            <a:lnTo>
                              <a:pt x="7443" y="1306"/>
                            </a:lnTo>
                            <a:lnTo>
                              <a:pt x="7127" y="1309"/>
                            </a:lnTo>
                            <a:lnTo>
                              <a:pt x="6632" y="1751"/>
                            </a:lnTo>
                            <a:lnTo>
                              <a:pt x="6491" y="2171"/>
                            </a:lnTo>
                            <a:lnTo>
                              <a:pt x="6349" y="2646"/>
                            </a:lnTo>
                            <a:lnTo>
                              <a:pt x="6396" y="3143"/>
                            </a:lnTo>
                            <a:lnTo>
                              <a:pt x="6679" y="3404"/>
                            </a:lnTo>
                            <a:lnTo>
                              <a:pt x="6539" y="3969"/>
                            </a:lnTo>
                            <a:lnTo>
                              <a:pt x="6273" y="3957"/>
                            </a:lnTo>
                            <a:lnTo>
                              <a:pt x="6187" y="4296"/>
                            </a:lnTo>
                            <a:lnTo>
                              <a:pt x="6053" y="4782"/>
                            </a:lnTo>
                            <a:lnTo>
                              <a:pt x="6124" y="5338"/>
                            </a:lnTo>
                            <a:lnTo>
                              <a:pt x="5983" y="5717"/>
                            </a:lnTo>
                            <a:lnTo>
                              <a:pt x="5828" y="5062"/>
                            </a:lnTo>
                            <a:lnTo>
                              <a:pt x="5828" y="4723"/>
                            </a:lnTo>
                            <a:lnTo>
                              <a:pt x="5455" y="4385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2" name="îsḷidè"/>
                      <p:cNvSpPr/>
                      <p:nvPr/>
                    </p:nvSpPr>
                    <p:spPr>
                      <a:xfrm>
                        <a:off x="4027020" y="1767840"/>
                        <a:ext cx="100169" cy="12545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4554" y="0"/>
                            </a:moveTo>
                            <a:lnTo>
                              <a:pt x="12145" y="2252"/>
                            </a:lnTo>
                            <a:lnTo>
                              <a:pt x="17508" y="4147"/>
                            </a:lnTo>
                            <a:lnTo>
                              <a:pt x="21305" y="11063"/>
                            </a:lnTo>
                            <a:lnTo>
                              <a:pt x="21600" y="19260"/>
                            </a:lnTo>
                            <a:lnTo>
                              <a:pt x="16900" y="20658"/>
                            </a:lnTo>
                            <a:lnTo>
                              <a:pt x="10708" y="21600"/>
                            </a:lnTo>
                            <a:lnTo>
                              <a:pt x="6468" y="17037"/>
                            </a:lnTo>
                            <a:lnTo>
                              <a:pt x="0" y="12815"/>
                            </a:lnTo>
                            <a:lnTo>
                              <a:pt x="1830" y="6252"/>
                            </a:lnTo>
                            <a:lnTo>
                              <a:pt x="576" y="2013"/>
                            </a:lnTo>
                            <a:lnTo>
                              <a:pt x="4554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3" name="íŝľîḑe"/>
                      <p:cNvSpPr/>
                      <p:nvPr/>
                    </p:nvSpPr>
                    <p:spPr>
                      <a:xfrm>
                        <a:off x="4111089" y="1709213"/>
                        <a:ext cx="37192" cy="5859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7065" y="0"/>
                            </a:moveTo>
                            <a:lnTo>
                              <a:pt x="19230" y="6996"/>
                            </a:lnTo>
                            <a:lnTo>
                              <a:pt x="21600" y="18575"/>
                            </a:lnTo>
                            <a:lnTo>
                              <a:pt x="7846" y="21600"/>
                            </a:lnTo>
                            <a:lnTo>
                              <a:pt x="0" y="15332"/>
                            </a:lnTo>
                            <a:lnTo>
                              <a:pt x="7065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4" name="ï$ḷiḓê"/>
                      <p:cNvSpPr/>
                      <p:nvPr/>
                    </p:nvSpPr>
                    <p:spPr>
                      <a:xfrm>
                        <a:off x="3868682" y="1781792"/>
                        <a:ext cx="106470" cy="11786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7034" y="4084"/>
                            </a:moveTo>
                            <a:lnTo>
                              <a:pt x="14037" y="951"/>
                            </a:lnTo>
                            <a:lnTo>
                              <a:pt x="20768" y="0"/>
                            </a:lnTo>
                            <a:lnTo>
                              <a:pt x="21600" y="4466"/>
                            </a:lnTo>
                            <a:lnTo>
                              <a:pt x="21600" y="9462"/>
                            </a:lnTo>
                            <a:lnTo>
                              <a:pt x="18270" y="14709"/>
                            </a:lnTo>
                            <a:lnTo>
                              <a:pt x="11767" y="21600"/>
                            </a:lnTo>
                            <a:lnTo>
                              <a:pt x="5959" y="21600"/>
                            </a:lnTo>
                            <a:lnTo>
                              <a:pt x="4656" y="12656"/>
                            </a:lnTo>
                            <a:lnTo>
                              <a:pt x="987" y="11920"/>
                            </a:lnTo>
                            <a:lnTo>
                              <a:pt x="0" y="7424"/>
                            </a:lnTo>
                            <a:lnTo>
                              <a:pt x="7034" y="4084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5" name="iṣḻîḓè"/>
                      <p:cNvSpPr/>
                      <p:nvPr/>
                    </p:nvSpPr>
                    <p:spPr>
                      <a:xfrm>
                        <a:off x="3683931" y="1847822"/>
                        <a:ext cx="316253" cy="22398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135" y="116"/>
                            </a:moveTo>
                            <a:lnTo>
                              <a:pt x="7736" y="0"/>
                            </a:lnTo>
                            <a:lnTo>
                              <a:pt x="5503" y="1867"/>
                            </a:lnTo>
                            <a:lnTo>
                              <a:pt x="3311" y="3631"/>
                            </a:lnTo>
                            <a:lnTo>
                              <a:pt x="0" y="5601"/>
                            </a:lnTo>
                            <a:lnTo>
                              <a:pt x="553" y="8428"/>
                            </a:lnTo>
                            <a:lnTo>
                              <a:pt x="3528" y="11857"/>
                            </a:lnTo>
                            <a:lnTo>
                              <a:pt x="4929" y="13233"/>
                            </a:lnTo>
                            <a:lnTo>
                              <a:pt x="8513" y="9615"/>
                            </a:lnTo>
                            <a:lnTo>
                              <a:pt x="6289" y="14923"/>
                            </a:lnTo>
                            <a:lnTo>
                              <a:pt x="6937" y="17404"/>
                            </a:lnTo>
                            <a:lnTo>
                              <a:pt x="9406" y="17404"/>
                            </a:lnTo>
                            <a:lnTo>
                              <a:pt x="8624" y="20231"/>
                            </a:lnTo>
                            <a:lnTo>
                              <a:pt x="12079" y="21600"/>
                            </a:lnTo>
                            <a:cubicBezTo>
                              <a:pt x="12715" y="21450"/>
                              <a:pt x="13354" y="21318"/>
                              <a:pt x="13994" y="21204"/>
                            </a:cubicBezTo>
                            <a:cubicBezTo>
                              <a:pt x="14954" y="21034"/>
                              <a:pt x="15918" y="20905"/>
                              <a:pt x="16883" y="20817"/>
                            </a:cubicBezTo>
                            <a:cubicBezTo>
                              <a:pt x="17565" y="20989"/>
                              <a:pt x="18268" y="20853"/>
                              <a:pt x="18892" y="20429"/>
                            </a:cubicBezTo>
                            <a:cubicBezTo>
                              <a:pt x="19533" y="19993"/>
                              <a:pt x="20057" y="19276"/>
                              <a:pt x="20386" y="18385"/>
                            </a:cubicBezTo>
                            <a:lnTo>
                              <a:pt x="21600" y="14899"/>
                            </a:lnTo>
                            <a:lnTo>
                              <a:pt x="21180" y="11865"/>
                            </a:lnTo>
                            <a:lnTo>
                              <a:pt x="18798" y="12063"/>
                            </a:lnTo>
                            <a:lnTo>
                              <a:pt x="17958" y="8907"/>
                            </a:lnTo>
                            <a:lnTo>
                              <a:pt x="15762" y="9558"/>
                            </a:lnTo>
                            <a:lnTo>
                              <a:pt x="14689" y="13250"/>
                            </a:lnTo>
                            <a:lnTo>
                              <a:pt x="13714" y="10490"/>
                            </a:lnTo>
                            <a:lnTo>
                              <a:pt x="13159" y="8132"/>
                            </a:lnTo>
                            <a:lnTo>
                              <a:pt x="13585" y="4909"/>
                            </a:lnTo>
                            <a:lnTo>
                              <a:pt x="13445" y="2799"/>
                            </a:lnTo>
                            <a:lnTo>
                              <a:pt x="10836" y="6483"/>
                            </a:lnTo>
                            <a:lnTo>
                              <a:pt x="10001" y="4769"/>
                            </a:lnTo>
                            <a:lnTo>
                              <a:pt x="11116" y="3393"/>
                            </a:lnTo>
                            <a:lnTo>
                              <a:pt x="11945" y="928"/>
                            </a:lnTo>
                            <a:lnTo>
                              <a:pt x="10135" y="116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6" name="iṥḻíḓe"/>
                      <p:cNvSpPr/>
                      <p:nvPr/>
                    </p:nvSpPr>
                    <p:spPr>
                      <a:xfrm>
                        <a:off x="4022290" y="2105921"/>
                        <a:ext cx="159823" cy="21117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516" h="21281" extrusionOk="0">
                            <a:moveTo>
                              <a:pt x="16062" y="145"/>
                            </a:moveTo>
                            <a:lnTo>
                              <a:pt x="18559" y="1996"/>
                            </a:lnTo>
                            <a:lnTo>
                              <a:pt x="18755" y="4746"/>
                            </a:lnTo>
                            <a:lnTo>
                              <a:pt x="21516" y="7829"/>
                            </a:lnTo>
                            <a:lnTo>
                              <a:pt x="20964" y="11197"/>
                            </a:lnTo>
                            <a:lnTo>
                              <a:pt x="19031" y="14918"/>
                            </a:lnTo>
                            <a:lnTo>
                              <a:pt x="18479" y="18087"/>
                            </a:lnTo>
                            <a:lnTo>
                              <a:pt x="15084" y="20077"/>
                            </a:lnTo>
                            <a:cubicBezTo>
                              <a:pt x="14091" y="20966"/>
                              <a:pt x="12556" y="21409"/>
                              <a:pt x="11023" y="21249"/>
                            </a:cubicBezTo>
                            <a:cubicBezTo>
                              <a:pt x="7381" y="20867"/>
                              <a:pt x="5464" y="17810"/>
                              <a:pt x="7399" y="15469"/>
                            </a:cubicBezTo>
                            <a:lnTo>
                              <a:pt x="1984" y="15469"/>
                            </a:lnTo>
                            <a:lnTo>
                              <a:pt x="10" y="10379"/>
                            </a:lnTo>
                            <a:cubicBezTo>
                              <a:pt x="-84" y="9375"/>
                              <a:pt x="478" y="8398"/>
                              <a:pt x="1518" y="7760"/>
                            </a:cubicBezTo>
                            <a:cubicBezTo>
                              <a:pt x="3296" y="6669"/>
                              <a:pt x="5899" y="6789"/>
                              <a:pt x="7484" y="8036"/>
                            </a:cubicBezTo>
                            <a:cubicBezTo>
                              <a:pt x="7545" y="9180"/>
                              <a:pt x="9290" y="9808"/>
                              <a:pt x="10523" y="9130"/>
                            </a:cubicBezTo>
                            <a:cubicBezTo>
                              <a:pt x="11635" y="8518"/>
                              <a:pt x="11430" y="7310"/>
                              <a:pt x="10799" y="6305"/>
                            </a:cubicBezTo>
                            <a:cubicBezTo>
                              <a:pt x="9787" y="4695"/>
                              <a:pt x="8151" y="3351"/>
                              <a:pt x="6104" y="2446"/>
                            </a:cubicBezTo>
                            <a:cubicBezTo>
                              <a:pt x="6962" y="1800"/>
                              <a:pt x="7958" y="1265"/>
                              <a:pt x="9050" y="862"/>
                            </a:cubicBezTo>
                            <a:cubicBezTo>
                              <a:pt x="11222" y="61"/>
                              <a:pt x="13682" y="-191"/>
                              <a:pt x="16062" y="145"/>
                            </a:cubicBez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7" name="ïṡľïḋè"/>
                      <p:cNvSpPr/>
                      <p:nvPr/>
                    </p:nvSpPr>
                    <p:spPr>
                      <a:xfrm>
                        <a:off x="1556793" y="1766037"/>
                        <a:ext cx="6358012" cy="596988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6982" y="827"/>
                            </a:moveTo>
                            <a:lnTo>
                              <a:pt x="7131" y="835"/>
                            </a:lnTo>
                            <a:lnTo>
                              <a:pt x="7235" y="824"/>
                            </a:lnTo>
                            <a:lnTo>
                              <a:pt x="7298" y="913"/>
                            </a:lnTo>
                            <a:lnTo>
                              <a:pt x="7325" y="1000"/>
                            </a:lnTo>
                            <a:lnTo>
                              <a:pt x="7441" y="1022"/>
                            </a:lnTo>
                            <a:lnTo>
                              <a:pt x="7487" y="1088"/>
                            </a:lnTo>
                            <a:lnTo>
                              <a:pt x="7527" y="1212"/>
                            </a:lnTo>
                            <a:lnTo>
                              <a:pt x="7603" y="1298"/>
                            </a:lnTo>
                            <a:lnTo>
                              <a:pt x="7603" y="1387"/>
                            </a:lnTo>
                            <a:lnTo>
                              <a:pt x="7656" y="1456"/>
                            </a:lnTo>
                            <a:lnTo>
                              <a:pt x="7774" y="1483"/>
                            </a:lnTo>
                            <a:lnTo>
                              <a:pt x="7846" y="1517"/>
                            </a:lnTo>
                            <a:lnTo>
                              <a:pt x="7900" y="1570"/>
                            </a:lnTo>
                            <a:cubicBezTo>
                              <a:pt x="7875" y="1614"/>
                              <a:pt x="7901" y="1671"/>
                              <a:pt x="7949" y="1678"/>
                            </a:cubicBezTo>
                            <a:cubicBezTo>
                              <a:pt x="8022" y="1689"/>
                              <a:pt x="8065" y="1593"/>
                              <a:pt x="8011" y="1539"/>
                            </a:cubicBezTo>
                            <a:lnTo>
                              <a:pt x="8004" y="1414"/>
                            </a:lnTo>
                            <a:lnTo>
                              <a:pt x="8064" y="1310"/>
                            </a:lnTo>
                            <a:lnTo>
                              <a:pt x="8148" y="1280"/>
                            </a:lnTo>
                            <a:lnTo>
                              <a:pt x="8245" y="1273"/>
                            </a:lnTo>
                            <a:lnTo>
                              <a:pt x="8314" y="1372"/>
                            </a:lnTo>
                            <a:lnTo>
                              <a:pt x="8307" y="1465"/>
                            </a:lnTo>
                            <a:lnTo>
                              <a:pt x="8250" y="1544"/>
                            </a:lnTo>
                            <a:lnTo>
                              <a:pt x="8238" y="1638"/>
                            </a:lnTo>
                            <a:lnTo>
                              <a:pt x="8280" y="1741"/>
                            </a:lnTo>
                            <a:lnTo>
                              <a:pt x="8252" y="1852"/>
                            </a:lnTo>
                            <a:lnTo>
                              <a:pt x="8315" y="2016"/>
                            </a:lnTo>
                            <a:lnTo>
                              <a:pt x="8370" y="2072"/>
                            </a:lnTo>
                            <a:lnTo>
                              <a:pt x="8444" y="2116"/>
                            </a:lnTo>
                            <a:lnTo>
                              <a:pt x="8525" y="2102"/>
                            </a:lnTo>
                            <a:lnTo>
                              <a:pt x="8606" y="2124"/>
                            </a:lnTo>
                            <a:lnTo>
                              <a:pt x="8558" y="2220"/>
                            </a:lnTo>
                            <a:lnTo>
                              <a:pt x="8485" y="2205"/>
                            </a:lnTo>
                            <a:lnTo>
                              <a:pt x="8462" y="2284"/>
                            </a:lnTo>
                            <a:lnTo>
                              <a:pt x="8441" y="2449"/>
                            </a:lnTo>
                            <a:lnTo>
                              <a:pt x="8379" y="2618"/>
                            </a:lnTo>
                            <a:lnTo>
                              <a:pt x="8312" y="2588"/>
                            </a:lnTo>
                            <a:lnTo>
                              <a:pt x="8203" y="2531"/>
                            </a:lnTo>
                            <a:lnTo>
                              <a:pt x="8124" y="2598"/>
                            </a:lnTo>
                            <a:lnTo>
                              <a:pt x="8205" y="2699"/>
                            </a:lnTo>
                            <a:cubicBezTo>
                              <a:pt x="8263" y="2733"/>
                              <a:pt x="8323" y="2760"/>
                              <a:pt x="8386" y="2780"/>
                            </a:cubicBezTo>
                            <a:cubicBezTo>
                              <a:pt x="8432" y="2794"/>
                              <a:pt x="8479" y="2805"/>
                              <a:pt x="8525" y="2795"/>
                            </a:cubicBezTo>
                            <a:cubicBezTo>
                              <a:pt x="8571" y="2785"/>
                              <a:pt x="8611" y="2757"/>
                              <a:pt x="8637" y="2716"/>
                            </a:cubicBezTo>
                            <a:lnTo>
                              <a:pt x="8664" y="2637"/>
                            </a:lnTo>
                            <a:lnTo>
                              <a:pt x="8584" y="2645"/>
                            </a:lnTo>
                            <a:cubicBezTo>
                              <a:pt x="8554" y="2675"/>
                              <a:pt x="8510" y="2681"/>
                              <a:pt x="8473" y="2662"/>
                            </a:cubicBezTo>
                            <a:cubicBezTo>
                              <a:pt x="8359" y="2599"/>
                              <a:pt x="8398" y="2415"/>
                              <a:pt x="8527" y="2412"/>
                            </a:cubicBezTo>
                            <a:lnTo>
                              <a:pt x="8630" y="2449"/>
                            </a:lnTo>
                            <a:lnTo>
                              <a:pt x="8693" y="2335"/>
                            </a:lnTo>
                            <a:lnTo>
                              <a:pt x="8728" y="2264"/>
                            </a:lnTo>
                            <a:lnTo>
                              <a:pt x="8813" y="2264"/>
                            </a:lnTo>
                            <a:lnTo>
                              <a:pt x="8883" y="2328"/>
                            </a:lnTo>
                            <a:lnTo>
                              <a:pt x="8913" y="2180"/>
                            </a:lnTo>
                            <a:lnTo>
                              <a:pt x="8888" y="2034"/>
                            </a:lnTo>
                            <a:lnTo>
                              <a:pt x="8901" y="1920"/>
                            </a:lnTo>
                            <a:lnTo>
                              <a:pt x="8955" y="1834"/>
                            </a:lnTo>
                            <a:cubicBezTo>
                              <a:pt x="8964" y="1773"/>
                              <a:pt x="8971" y="1712"/>
                              <a:pt x="8975" y="1651"/>
                            </a:cubicBezTo>
                            <a:cubicBezTo>
                              <a:pt x="8979" y="1601"/>
                              <a:pt x="8982" y="1552"/>
                              <a:pt x="8982" y="1502"/>
                            </a:cubicBezTo>
                            <a:lnTo>
                              <a:pt x="8975" y="1347"/>
                            </a:lnTo>
                            <a:cubicBezTo>
                              <a:pt x="8984" y="1319"/>
                              <a:pt x="9001" y="1296"/>
                              <a:pt x="9024" y="1280"/>
                            </a:cubicBezTo>
                            <a:cubicBezTo>
                              <a:pt x="9068" y="1251"/>
                              <a:pt x="9123" y="1256"/>
                              <a:pt x="9175" y="1258"/>
                            </a:cubicBezTo>
                            <a:cubicBezTo>
                              <a:pt x="9214" y="1260"/>
                              <a:pt x="9254" y="1260"/>
                              <a:pt x="9293" y="1258"/>
                            </a:cubicBezTo>
                            <a:lnTo>
                              <a:pt x="9383" y="1324"/>
                            </a:lnTo>
                            <a:lnTo>
                              <a:pt x="9342" y="1409"/>
                            </a:lnTo>
                            <a:lnTo>
                              <a:pt x="9274" y="1569"/>
                            </a:lnTo>
                            <a:lnTo>
                              <a:pt x="9178" y="1638"/>
                            </a:lnTo>
                            <a:lnTo>
                              <a:pt x="9194" y="1866"/>
                            </a:lnTo>
                            <a:lnTo>
                              <a:pt x="9194" y="1997"/>
                            </a:lnTo>
                            <a:lnTo>
                              <a:pt x="9264" y="2101"/>
                            </a:lnTo>
                            <a:cubicBezTo>
                              <a:pt x="9307" y="2131"/>
                              <a:pt x="9342" y="2173"/>
                              <a:pt x="9366" y="2222"/>
                            </a:cubicBezTo>
                            <a:cubicBezTo>
                              <a:pt x="9382" y="2255"/>
                              <a:pt x="9393" y="2291"/>
                              <a:pt x="9399" y="2328"/>
                            </a:cubicBezTo>
                            <a:lnTo>
                              <a:pt x="9482" y="2336"/>
                            </a:lnTo>
                            <a:lnTo>
                              <a:pt x="9556" y="2400"/>
                            </a:lnTo>
                            <a:cubicBezTo>
                              <a:pt x="9583" y="2419"/>
                              <a:pt x="9608" y="2443"/>
                              <a:pt x="9630" y="2469"/>
                            </a:cubicBezTo>
                            <a:cubicBezTo>
                              <a:pt x="9660" y="2506"/>
                              <a:pt x="9685" y="2549"/>
                              <a:pt x="9702" y="2595"/>
                            </a:cubicBezTo>
                            <a:cubicBezTo>
                              <a:pt x="9712" y="2619"/>
                              <a:pt x="9722" y="2644"/>
                              <a:pt x="9732" y="2668"/>
                            </a:cubicBezTo>
                            <a:cubicBezTo>
                              <a:pt x="9742" y="2692"/>
                              <a:pt x="9752" y="2716"/>
                              <a:pt x="9762" y="2740"/>
                            </a:cubicBezTo>
                            <a:lnTo>
                              <a:pt x="9811" y="2856"/>
                            </a:lnTo>
                            <a:lnTo>
                              <a:pt x="9887" y="2814"/>
                            </a:lnTo>
                            <a:lnTo>
                              <a:pt x="9859" y="2582"/>
                            </a:lnTo>
                            <a:lnTo>
                              <a:pt x="9928" y="2479"/>
                            </a:lnTo>
                            <a:lnTo>
                              <a:pt x="9921" y="2310"/>
                            </a:lnTo>
                            <a:lnTo>
                              <a:pt x="9875" y="2239"/>
                            </a:lnTo>
                            <a:lnTo>
                              <a:pt x="9712" y="2214"/>
                            </a:lnTo>
                            <a:lnTo>
                              <a:pt x="9622" y="2125"/>
                            </a:lnTo>
                            <a:lnTo>
                              <a:pt x="9548" y="1994"/>
                            </a:lnTo>
                            <a:lnTo>
                              <a:pt x="9500" y="1935"/>
                            </a:lnTo>
                            <a:lnTo>
                              <a:pt x="9451" y="1765"/>
                            </a:lnTo>
                            <a:lnTo>
                              <a:pt x="9437" y="1636"/>
                            </a:lnTo>
                            <a:lnTo>
                              <a:pt x="9444" y="1522"/>
                            </a:lnTo>
                            <a:lnTo>
                              <a:pt x="9505" y="1384"/>
                            </a:lnTo>
                            <a:lnTo>
                              <a:pt x="9539" y="1305"/>
                            </a:lnTo>
                            <a:lnTo>
                              <a:pt x="9644" y="1275"/>
                            </a:lnTo>
                            <a:lnTo>
                              <a:pt x="9776" y="1268"/>
                            </a:lnTo>
                            <a:lnTo>
                              <a:pt x="9843" y="1297"/>
                            </a:lnTo>
                            <a:lnTo>
                              <a:pt x="9987" y="1259"/>
                            </a:lnTo>
                            <a:lnTo>
                              <a:pt x="10085" y="1215"/>
                            </a:lnTo>
                            <a:lnTo>
                              <a:pt x="10208" y="1215"/>
                            </a:lnTo>
                            <a:lnTo>
                              <a:pt x="10317" y="1280"/>
                            </a:lnTo>
                            <a:lnTo>
                              <a:pt x="10446" y="1371"/>
                            </a:lnTo>
                            <a:lnTo>
                              <a:pt x="10527" y="1403"/>
                            </a:lnTo>
                            <a:lnTo>
                              <a:pt x="10673" y="1499"/>
                            </a:lnTo>
                            <a:lnTo>
                              <a:pt x="10750" y="1507"/>
                            </a:lnTo>
                            <a:lnTo>
                              <a:pt x="10903" y="1507"/>
                            </a:lnTo>
                            <a:lnTo>
                              <a:pt x="10965" y="1558"/>
                            </a:lnTo>
                            <a:lnTo>
                              <a:pt x="11043" y="1622"/>
                            </a:lnTo>
                            <a:lnTo>
                              <a:pt x="11141" y="1642"/>
                            </a:lnTo>
                            <a:cubicBezTo>
                              <a:pt x="11167" y="1646"/>
                              <a:pt x="11193" y="1654"/>
                              <a:pt x="11218" y="1664"/>
                            </a:cubicBezTo>
                            <a:cubicBezTo>
                              <a:pt x="11254" y="1680"/>
                              <a:pt x="11287" y="1703"/>
                              <a:pt x="11315" y="1731"/>
                            </a:cubicBezTo>
                            <a:lnTo>
                              <a:pt x="11396" y="1808"/>
                            </a:lnTo>
                            <a:lnTo>
                              <a:pt x="11452" y="1948"/>
                            </a:lnTo>
                            <a:lnTo>
                              <a:pt x="11505" y="2034"/>
                            </a:lnTo>
                            <a:lnTo>
                              <a:pt x="11670" y="2064"/>
                            </a:lnTo>
                            <a:lnTo>
                              <a:pt x="11784" y="2091"/>
                            </a:lnTo>
                            <a:lnTo>
                              <a:pt x="12021" y="2143"/>
                            </a:lnTo>
                            <a:lnTo>
                              <a:pt x="12188" y="2173"/>
                            </a:lnTo>
                            <a:cubicBezTo>
                              <a:pt x="12226" y="2161"/>
                              <a:pt x="12267" y="2168"/>
                              <a:pt x="12299" y="2193"/>
                            </a:cubicBezTo>
                            <a:cubicBezTo>
                              <a:pt x="12345" y="2228"/>
                              <a:pt x="12365" y="2291"/>
                              <a:pt x="12348" y="2348"/>
                            </a:cubicBezTo>
                            <a:lnTo>
                              <a:pt x="12320" y="2499"/>
                            </a:lnTo>
                            <a:lnTo>
                              <a:pt x="12307" y="2647"/>
                            </a:lnTo>
                            <a:lnTo>
                              <a:pt x="12353" y="2763"/>
                            </a:lnTo>
                            <a:lnTo>
                              <a:pt x="12265" y="2812"/>
                            </a:lnTo>
                            <a:cubicBezTo>
                              <a:pt x="12226" y="2799"/>
                              <a:pt x="12189" y="2782"/>
                              <a:pt x="12154" y="2760"/>
                            </a:cubicBezTo>
                            <a:cubicBezTo>
                              <a:pt x="12092" y="2723"/>
                              <a:pt x="12039" y="2672"/>
                              <a:pt x="11996" y="2612"/>
                            </a:cubicBezTo>
                            <a:lnTo>
                              <a:pt x="11906" y="2598"/>
                            </a:lnTo>
                            <a:lnTo>
                              <a:pt x="11869" y="2672"/>
                            </a:lnTo>
                            <a:lnTo>
                              <a:pt x="11943" y="2778"/>
                            </a:lnTo>
                            <a:lnTo>
                              <a:pt x="12073" y="2842"/>
                            </a:lnTo>
                            <a:lnTo>
                              <a:pt x="12196" y="2870"/>
                            </a:lnTo>
                            <a:cubicBezTo>
                              <a:pt x="12252" y="2881"/>
                              <a:pt x="12306" y="2906"/>
                              <a:pt x="12352" y="2941"/>
                            </a:cubicBezTo>
                            <a:cubicBezTo>
                              <a:pt x="12395" y="2975"/>
                              <a:pt x="12431" y="3017"/>
                              <a:pt x="12459" y="3065"/>
                            </a:cubicBezTo>
                            <a:lnTo>
                              <a:pt x="12466" y="3161"/>
                            </a:lnTo>
                            <a:cubicBezTo>
                              <a:pt x="12485" y="3191"/>
                              <a:pt x="12502" y="3222"/>
                              <a:pt x="12517" y="3255"/>
                            </a:cubicBezTo>
                            <a:cubicBezTo>
                              <a:pt x="12534" y="3294"/>
                              <a:pt x="12548" y="3335"/>
                              <a:pt x="12558" y="3378"/>
                            </a:cubicBezTo>
                            <a:lnTo>
                              <a:pt x="12459" y="3479"/>
                            </a:lnTo>
                            <a:lnTo>
                              <a:pt x="12328" y="3383"/>
                            </a:lnTo>
                            <a:lnTo>
                              <a:pt x="12360" y="3497"/>
                            </a:lnTo>
                            <a:lnTo>
                              <a:pt x="12388" y="3606"/>
                            </a:lnTo>
                            <a:lnTo>
                              <a:pt x="12168" y="3614"/>
                            </a:lnTo>
                            <a:lnTo>
                              <a:pt x="11947" y="3586"/>
                            </a:lnTo>
                            <a:lnTo>
                              <a:pt x="11769" y="3586"/>
                            </a:lnTo>
                            <a:lnTo>
                              <a:pt x="11618" y="3490"/>
                            </a:lnTo>
                            <a:cubicBezTo>
                              <a:pt x="11588" y="3446"/>
                              <a:pt x="11548" y="3411"/>
                              <a:pt x="11502" y="3389"/>
                            </a:cubicBezTo>
                            <a:cubicBezTo>
                              <a:pt x="11446" y="3361"/>
                              <a:pt x="11382" y="3353"/>
                              <a:pt x="11321" y="3367"/>
                            </a:cubicBezTo>
                            <a:lnTo>
                              <a:pt x="11148" y="3411"/>
                            </a:lnTo>
                            <a:lnTo>
                              <a:pt x="11080" y="3520"/>
                            </a:lnTo>
                            <a:lnTo>
                              <a:pt x="11173" y="3562"/>
                            </a:lnTo>
                            <a:lnTo>
                              <a:pt x="11173" y="3658"/>
                            </a:lnTo>
                            <a:lnTo>
                              <a:pt x="11041" y="3688"/>
                            </a:lnTo>
                            <a:cubicBezTo>
                              <a:pt x="11002" y="3696"/>
                              <a:pt x="10964" y="3668"/>
                              <a:pt x="10957" y="3626"/>
                            </a:cubicBezTo>
                            <a:cubicBezTo>
                              <a:pt x="10950" y="3580"/>
                              <a:pt x="10984" y="3542"/>
                              <a:pt x="10992" y="3497"/>
                            </a:cubicBezTo>
                            <a:cubicBezTo>
                              <a:pt x="11001" y="3449"/>
                              <a:pt x="10979" y="3400"/>
                              <a:pt x="10939" y="3377"/>
                            </a:cubicBezTo>
                            <a:lnTo>
                              <a:pt x="10871" y="3214"/>
                            </a:lnTo>
                            <a:lnTo>
                              <a:pt x="10927" y="3087"/>
                            </a:lnTo>
                            <a:lnTo>
                              <a:pt x="11099" y="3058"/>
                            </a:lnTo>
                            <a:cubicBezTo>
                              <a:pt x="11143" y="3095"/>
                              <a:pt x="11209" y="3081"/>
                              <a:pt x="11236" y="3028"/>
                            </a:cubicBezTo>
                            <a:cubicBezTo>
                              <a:pt x="11261" y="2979"/>
                              <a:pt x="11242" y="2918"/>
                              <a:pt x="11194" y="2895"/>
                            </a:cubicBezTo>
                            <a:lnTo>
                              <a:pt x="11162" y="2836"/>
                            </a:lnTo>
                            <a:lnTo>
                              <a:pt x="11197" y="2733"/>
                            </a:lnTo>
                            <a:lnTo>
                              <a:pt x="11222" y="2589"/>
                            </a:lnTo>
                            <a:lnTo>
                              <a:pt x="11197" y="2443"/>
                            </a:lnTo>
                            <a:lnTo>
                              <a:pt x="11053" y="2409"/>
                            </a:lnTo>
                            <a:lnTo>
                              <a:pt x="10999" y="2596"/>
                            </a:lnTo>
                            <a:lnTo>
                              <a:pt x="10942" y="2690"/>
                            </a:lnTo>
                            <a:lnTo>
                              <a:pt x="10865" y="2727"/>
                            </a:lnTo>
                            <a:lnTo>
                              <a:pt x="10817" y="2660"/>
                            </a:lnTo>
                            <a:lnTo>
                              <a:pt x="10754" y="2500"/>
                            </a:lnTo>
                            <a:lnTo>
                              <a:pt x="10781" y="2399"/>
                            </a:lnTo>
                            <a:lnTo>
                              <a:pt x="10830" y="2332"/>
                            </a:lnTo>
                            <a:lnTo>
                              <a:pt x="10781" y="2275"/>
                            </a:lnTo>
                            <a:lnTo>
                              <a:pt x="10684" y="2238"/>
                            </a:lnTo>
                            <a:lnTo>
                              <a:pt x="10600" y="2181"/>
                            </a:lnTo>
                            <a:lnTo>
                              <a:pt x="10517" y="2122"/>
                            </a:lnTo>
                            <a:lnTo>
                              <a:pt x="10552" y="2262"/>
                            </a:lnTo>
                            <a:lnTo>
                              <a:pt x="10607" y="2328"/>
                            </a:lnTo>
                            <a:lnTo>
                              <a:pt x="10633" y="2419"/>
                            </a:lnTo>
                            <a:lnTo>
                              <a:pt x="10639" y="2505"/>
                            </a:lnTo>
                            <a:lnTo>
                              <a:pt x="10498" y="2436"/>
                            </a:lnTo>
                            <a:lnTo>
                              <a:pt x="10463" y="2355"/>
                            </a:lnTo>
                            <a:lnTo>
                              <a:pt x="10421" y="2254"/>
                            </a:lnTo>
                            <a:lnTo>
                              <a:pt x="10345" y="2231"/>
                            </a:lnTo>
                            <a:lnTo>
                              <a:pt x="10299" y="2312"/>
                            </a:lnTo>
                            <a:lnTo>
                              <a:pt x="10338" y="2436"/>
                            </a:lnTo>
                            <a:lnTo>
                              <a:pt x="10382" y="2609"/>
                            </a:lnTo>
                            <a:lnTo>
                              <a:pt x="10389" y="2728"/>
                            </a:lnTo>
                            <a:lnTo>
                              <a:pt x="10389" y="2839"/>
                            </a:lnTo>
                            <a:lnTo>
                              <a:pt x="10361" y="2940"/>
                            </a:lnTo>
                            <a:lnTo>
                              <a:pt x="10333" y="3026"/>
                            </a:lnTo>
                            <a:lnTo>
                              <a:pt x="10284" y="3159"/>
                            </a:lnTo>
                            <a:lnTo>
                              <a:pt x="10277" y="3241"/>
                            </a:lnTo>
                            <a:lnTo>
                              <a:pt x="10356" y="3317"/>
                            </a:lnTo>
                            <a:lnTo>
                              <a:pt x="10495" y="3376"/>
                            </a:lnTo>
                            <a:lnTo>
                              <a:pt x="10586" y="3406"/>
                            </a:lnTo>
                            <a:lnTo>
                              <a:pt x="10704" y="3512"/>
                            </a:lnTo>
                            <a:lnTo>
                              <a:pt x="10778" y="3620"/>
                            </a:lnTo>
                            <a:lnTo>
                              <a:pt x="10737" y="3709"/>
                            </a:lnTo>
                            <a:lnTo>
                              <a:pt x="10654" y="3714"/>
                            </a:lnTo>
                            <a:lnTo>
                              <a:pt x="10517" y="3662"/>
                            </a:lnTo>
                            <a:lnTo>
                              <a:pt x="10380" y="3677"/>
                            </a:lnTo>
                            <a:cubicBezTo>
                              <a:pt x="10381" y="3717"/>
                              <a:pt x="10367" y="3755"/>
                              <a:pt x="10343" y="3785"/>
                            </a:cubicBezTo>
                            <a:cubicBezTo>
                              <a:pt x="10311" y="3826"/>
                              <a:pt x="10262" y="3848"/>
                              <a:pt x="10211" y="3845"/>
                            </a:cubicBezTo>
                            <a:lnTo>
                              <a:pt x="10102" y="3793"/>
                            </a:lnTo>
                            <a:lnTo>
                              <a:pt x="9970" y="3800"/>
                            </a:lnTo>
                            <a:cubicBezTo>
                              <a:pt x="9960" y="3762"/>
                              <a:pt x="9953" y="3723"/>
                              <a:pt x="9952" y="3684"/>
                            </a:cubicBezTo>
                            <a:cubicBezTo>
                              <a:pt x="9947" y="3578"/>
                              <a:pt x="9975" y="3473"/>
                              <a:pt x="10031" y="3385"/>
                            </a:cubicBezTo>
                            <a:cubicBezTo>
                              <a:pt x="10030" y="3354"/>
                              <a:pt x="10014" y="3327"/>
                              <a:pt x="9989" y="3313"/>
                            </a:cubicBezTo>
                            <a:cubicBezTo>
                              <a:pt x="9848" y="3235"/>
                              <a:pt x="9741" y="3476"/>
                              <a:pt x="9887" y="3542"/>
                            </a:cubicBezTo>
                            <a:lnTo>
                              <a:pt x="9827" y="3688"/>
                            </a:lnTo>
                            <a:lnTo>
                              <a:pt x="9732" y="3812"/>
                            </a:lnTo>
                            <a:lnTo>
                              <a:pt x="9628" y="3864"/>
                            </a:lnTo>
                            <a:cubicBezTo>
                              <a:pt x="9618" y="3904"/>
                              <a:pt x="9599" y="3942"/>
                              <a:pt x="9575" y="3975"/>
                            </a:cubicBezTo>
                            <a:cubicBezTo>
                              <a:pt x="9539" y="4021"/>
                              <a:pt x="9492" y="4056"/>
                              <a:pt x="9438" y="4074"/>
                            </a:cubicBezTo>
                            <a:cubicBezTo>
                              <a:pt x="9430" y="4101"/>
                              <a:pt x="9420" y="4127"/>
                              <a:pt x="9407" y="4152"/>
                            </a:cubicBezTo>
                            <a:cubicBezTo>
                              <a:pt x="9381" y="4206"/>
                              <a:pt x="9343" y="4252"/>
                              <a:pt x="9298" y="4288"/>
                            </a:cubicBezTo>
                            <a:lnTo>
                              <a:pt x="9263" y="4415"/>
                            </a:lnTo>
                            <a:lnTo>
                              <a:pt x="9187" y="4486"/>
                            </a:lnTo>
                            <a:cubicBezTo>
                              <a:pt x="9179" y="4525"/>
                              <a:pt x="9172" y="4564"/>
                              <a:pt x="9166" y="4602"/>
                            </a:cubicBezTo>
                            <a:cubicBezTo>
                              <a:pt x="9156" y="4659"/>
                              <a:pt x="9148" y="4716"/>
                              <a:pt x="9140" y="4773"/>
                            </a:cubicBezTo>
                            <a:cubicBezTo>
                              <a:pt x="9148" y="4808"/>
                              <a:pt x="9158" y="4842"/>
                              <a:pt x="9168" y="4876"/>
                            </a:cubicBezTo>
                            <a:cubicBezTo>
                              <a:pt x="9180" y="4914"/>
                              <a:pt x="9193" y="4951"/>
                              <a:pt x="9207" y="4988"/>
                            </a:cubicBezTo>
                            <a:cubicBezTo>
                              <a:pt x="9233" y="5010"/>
                              <a:pt x="9256" y="5035"/>
                              <a:pt x="9277" y="5061"/>
                            </a:cubicBezTo>
                            <a:cubicBezTo>
                              <a:pt x="9326" y="5123"/>
                              <a:pt x="9362" y="5194"/>
                              <a:pt x="9384" y="5272"/>
                            </a:cubicBezTo>
                            <a:lnTo>
                              <a:pt x="9452" y="5434"/>
                            </a:lnTo>
                            <a:lnTo>
                              <a:pt x="9547" y="5508"/>
                            </a:lnTo>
                            <a:cubicBezTo>
                              <a:pt x="9551" y="5474"/>
                              <a:pt x="9565" y="5443"/>
                              <a:pt x="9589" y="5419"/>
                            </a:cubicBezTo>
                            <a:cubicBezTo>
                              <a:pt x="9650" y="5357"/>
                              <a:pt x="9747" y="5360"/>
                              <a:pt x="9804" y="5427"/>
                            </a:cubicBezTo>
                            <a:lnTo>
                              <a:pt x="9972" y="5464"/>
                            </a:lnTo>
                            <a:lnTo>
                              <a:pt x="10020" y="5560"/>
                            </a:lnTo>
                            <a:lnTo>
                              <a:pt x="10113" y="5567"/>
                            </a:lnTo>
                            <a:lnTo>
                              <a:pt x="10248" y="5653"/>
                            </a:lnTo>
                            <a:lnTo>
                              <a:pt x="10422" y="5737"/>
                            </a:lnTo>
                            <a:lnTo>
                              <a:pt x="10522" y="5745"/>
                            </a:lnTo>
                            <a:lnTo>
                              <a:pt x="10694" y="5750"/>
                            </a:lnTo>
                            <a:cubicBezTo>
                              <a:pt x="10727" y="5745"/>
                              <a:pt x="10760" y="5748"/>
                              <a:pt x="10792" y="5757"/>
                            </a:cubicBezTo>
                            <a:cubicBezTo>
                              <a:pt x="10842" y="5772"/>
                              <a:pt x="10887" y="5803"/>
                              <a:pt x="10924" y="5841"/>
                            </a:cubicBezTo>
                            <a:cubicBezTo>
                              <a:pt x="10976" y="5894"/>
                              <a:pt x="11014" y="5959"/>
                              <a:pt x="11036" y="6032"/>
                            </a:cubicBezTo>
                            <a:cubicBezTo>
                              <a:pt x="11037" y="6070"/>
                              <a:pt x="11050" y="6106"/>
                              <a:pt x="11073" y="6136"/>
                            </a:cubicBezTo>
                            <a:cubicBezTo>
                              <a:pt x="11105" y="6176"/>
                              <a:pt x="11151" y="6197"/>
                              <a:pt x="11198" y="6215"/>
                            </a:cubicBezTo>
                            <a:cubicBezTo>
                              <a:pt x="11235" y="6228"/>
                              <a:pt x="11272" y="6240"/>
                              <a:pt x="11309" y="6249"/>
                            </a:cubicBezTo>
                            <a:lnTo>
                              <a:pt x="11323" y="6403"/>
                            </a:lnTo>
                            <a:lnTo>
                              <a:pt x="11329" y="6534"/>
                            </a:lnTo>
                            <a:lnTo>
                              <a:pt x="11403" y="6648"/>
                            </a:lnTo>
                            <a:lnTo>
                              <a:pt x="11547" y="6749"/>
                            </a:lnTo>
                            <a:cubicBezTo>
                              <a:pt x="11589" y="6765"/>
                              <a:pt x="11635" y="6760"/>
                              <a:pt x="11672" y="6735"/>
                            </a:cubicBezTo>
                            <a:cubicBezTo>
                              <a:pt x="11760" y="6675"/>
                              <a:pt x="11771" y="6543"/>
                              <a:pt x="11695" y="6467"/>
                            </a:cubicBezTo>
                            <a:cubicBezTo>
                              <a:pt x="11673" y="6413"/>
                              <a:pt x="11648" y="6361"/>
                              <a:pt x="11621" y="6309"/>
                            </a:cubicBezTo>
                            <a:cubicBezTo>
                              <a:pt x="11573" y="6217"/>
                              <a:pt x="11519" y="6128"/>
                              <a:pt x="11458" y="6044"/>
                            </a:cubicBezTo>
                            <a:lnTo>
                              <a:pt x="11458" y="5953"/>
                            </a:lnTo>
                            <a:lnTo>
                              <a:pt x="11505" y="5842"/>
                            </a:lnTo>
                            <a:lnTo>
                              <a:pt x="11491" y="5746"/>
                            </a:lnTo>
                            <a:lnTo>
                              <a:pt x="11394" y="5687"/>
                            </a:lnTo>
                            <a:lnTo>
                              <a:pt x="11255" y="5608"/>
                            </a:lnTo>
                            <a:lnTo>
                              <a:pt x="11234" y="5437"/>
                            </a:lnTo>
                            <a:lnTo>
                              <a:pt x="11292" y="5363"/>
                            </a:lnTo>
                            <a:lnTo>
                              <a:pt x="11359" y="5363"/>
                            </a:lnTo>
                            <a:lnTo>
                              <a:pt x="11442" y="5413"/>
                            </a:lnTo>
                            <a:lnTo>
                              <a:pt x="11484" y="5501"/>
                            </a:lnTo>
                            <a:lnTo>
                              <a:pt x="11496" y="5603"/>
                            </a:lnTo>
                            <a:lnTo>
                              <a:pt x="11546" y="5684"/>
                            </a:lnTo>
                            <a:lnTo>
                              <a:pt x="11602" y="5755"/>
                            </a:lnTo>
                            <a:cubicBezTo>
                              <a:pt x="11632" y="5747"/>
                              <a:pt x="11659" y="5729"/>
                              <a:pt x="11678" y="5703"/>
                            </a:cubicBezTo>
                            <a:cubicBezTo>
                              <a:pt x="11720" y="5647"/>
                              <a:pt x="11720" y="5567"/>
                              <a:pt x="11678" y="5510"/>
                            </a:cubicBezTo>
                            <a:lnTo>
                              <a:pt x="11687" y="5305"/>
                            </a:lnTo>
                            <a:lnTo>
                              <a:pt x="11631" y="5137"/>
                            </a:lnTo>
                            <a:lnTo>
                              <a:pt x="11504" y="5001"/>
                            </a:lnTo>
                            <a:lnTo>
                              <a:pt x="11355" y="4959"/>
                            </a:lnTo>
                            <a:lnTo>
                              <a:pt x="11334" y="4831"/>
                            </a:lnTo>
                            <a:lnTo>
                              <a:pt x="11341" y="4729"/>
                            </a:lnTo>
                            <a:lnTo>
                              <a:pt x="11348" y="4507"/>
                            </a:lnTo>
                            <a:lnTo>
                              <a:pt x="11294" y="4448"/>
                            </a:lnTo>
                            <a:lnTo>
                              <a:pt x="11212" y="4396"/>
                            </a:lnTo>
                            <a:lnTo>
                              <a:pt x="11184" y="4307"/>
                            </a:lnTo>
                            <a:lnTo>
                              <a:pt x="11212" y="4203"/>
                            </a:lnTo>
                            <a:lnTo>
                              <a:pt x="11142" y="4028"/>
                            </a:lnTo>
                            <a:lnTo>
                              <a:pt x="11149" y="3859"/>
                            </a:lnTo>
                            <a:lnTo>
                              <a:pt x="11226" y="3845"/>
                            </a:lnTo>
                            <a:lnTo>
                              <a:pt x="11432" y="3859"/>
                            </a:lnTo>
                            <a:lnTo>
                              <a:pt x="11485" y="3771"/>
                            </a:lnTo>
                            <a:lnTo>
                              <a:pt x="11550" y="3741"/>
                            </a:lnTo>
                            <a:lnTo>
                              <a:pt x="11760" y="3790"/>
                            </a:lnTo>
                            <a:lnTo>
                              <a:pt x="11845" y="3861"/>
                            </a:lnTo>
                            <a:lnTo>
                              <a:pt x="11924" y="3913"/>
                            </a:lnTo>
                            <a:lnTo>
                              <a:pt x="12056" y="3943"/>
                            </a:lnTo>
                            <a:lnTo>
                              <a:pt x="12235" y="3948"/>
                            </a:lnTo>
                            <a:lnTo>
                              <a:pt x="12277" y="4074"/>
                            </a:lnTo>
                            <a:lnTo>
                              <a:pt x="12320" y="4299"/>
                            </a:lnTo>
                            <a:lnTo>
                              <a:pt x="12439" y="4425"/>
                            </a:lnTo>
                            <a:lnTo>
                              <a:pt x="12576" y="4455"/>
                            </a:lnTo>
                            <a:lnTo>
                              <a:pt x="12685" y="4418"/>
                            </a:lnTo>
                            <a:cubicBezTo>
                              <a:pt x="12703" y="4385"/>
                              <a:pt x="12717" y="4350"/>
                              <a:pt x="12727" y="4314"/>
                            </a:cubicBezTo>
                            <a:cubicBezTo>
                              <a:pt x="12750" y="4222"/>
                              <a:pt x="12742" y="4125"/>
                              <a:pt x="12706" y="4039"/>
                            </a:cubicBezTo>
                            <a:lnTo>
                              <a:pt x="12706" y="3894"/>
                            </a:lnTo>
                            <a:lnTo>
                              <a:pt x="12724" y="3822"/>
                            </a:lnTo>
                            <a:lnTo>
                              <a:pt x="12840" y="3889"/>
                            </a:lnTo>
                            <a:lnTo>
                              <a:pt x="12901" y="3933"/>
                            </a:lnTo>
                            <a:cubicBezTo>
                              <a:pt x="12943" y="3970"/>
                              <a:pt x="12987" y="4005"/>
                              <a:pt x="13033" y="4037"/>
                            </a:cubicBezTo>
                            <a:cubicBezTo>
                              <a:pt x="13072" y="4063"/>
                              <a:pt x="13112" y="4088"/>
                              <a:pt x="13153" y="4111"/>
                            </a:cubicBezTo>
                            <a:lnTo>
                              <a:pt x="13279" y="4204"/>
                            </a:lnTo>
                            <a:lnTo>
                              <a:pt x="13409" y="4320"/>
                            </a:lnTo>
                            <a:lnTo>
                              <a:pt x="13497" y="4426"/>
                            </a:lnTo>
                            <a:lnTo>
                              <a:pt x="13646" y="4604"/>
                            </a:lnTo>
                            <a:lnTo>
                              <a:pt x="13736" y="4662"/>
                            </a:lnTo>
                            <a:lnTo>
                              <a:pt x="13914" y="4702"/>
                            </a:lnTo>
                            <a:lnTo>
                              <a:pt x="14011" y="4724"/>
                            </a:lnTo>
                            <a:lnTo>
                              <a:pt x="14211" y="4717"/>
                            </a:lnTo>
                            <a:lnTo>
                              <a:pt x="14343" y="4746"/>
                            </a:lnTo>
                            <a:lnTo>
                              <a:pt x="14331" y="4858"/>
                            </a:lnTo>
                            <a:lnTo>
                              <a:pt x="14487" y="4917"/>
                            </a:lnTo>
                            <a:lnTo>
                              <a:pt x="14563" y="4932"/>
                            </a:lnTo>
                            <a:lnTo>
                              <a:pt x="14665" y="5055"/>
                            </a:lnTo>
                            <a:cubicBezTo>
                              <a:pt x="14686" y="5090"/>
                              <a:pt x="14708" y="5125"/>
                              <a:pt x="14730" y="5159"/>
                            </a:cubicBezTo>
                            <a:cubicBezTo>
                              <a:pt x="14787" y="5245"/>
                              <a:pt x="14849" y="5328"/>
                              <a:pt x="14916" y="5406"/>
                            </a:cubicBezTo>
                            <a:lnTo>
                              <a:pt x="14958" y="5478"/>
                            </a:lnTo>
                            <a:lnTo>
                              <a:pt x="14951" y="5594"/>
                            </a:lnTo>
                            <a:cubicBezTo>
                              <a:pt x="14966" y="5643"/>
                              <a:pt x="15001" y="5682"/>
                              <a:pt x="15046" y="5700"/>
                            </a:cubicBezTo>
                            <a:cubicBezTo>
                              <a:pt x="15081" y="5714"/>
                              <a:pt x="15120" y="5714"/>
                              <a:pt x="15155" y="5700"/>
                            </a:cubicBezTo>
                            <a:lnTo>
                              <a:pt x="15241" y="5610"/>
                            </a:lnTo>
                            <a:lnTo>
                              <a:pt x="15354" y="5635"/>
                            </a:lnTo>
                            <a:lnTo>
                              <a:pt x="15403" y="5723"/>
                            </a:lnTo>
                            <a:lnTo>
                              <a:pt x="15521" y="5750"/>
                            </a:lnTo>
                            <a:lnTo>
                              <a:pt x="15616" y="5755"/>
                            </a:lnTo>
                            <a:lnTo>
                              <a:pt x="15674" y="5874"/>
                            </a:lnTo>
                            <a:lnTo>
                              <a:pt x="15716" y="5943"/>
                            </a:lnTo>
                            <a:lnTo>
                              <a:pt x="15756" y="6020"/>
                            </a:lnTo>
                            <a:lnTo>
                              <a:pt x="15769" y="6098"/>
                            </a:lnTo>
                            <a:lnTo>
                              <a:pt x="15797" y="6229"/>
                            </a:lnTo>
                            <a:lnTo>
                              <a:pt x="15651" y="6288"/>
                            </a:lnTo>
                            <a:lnTo>
                              <a:pt x="15538" y="6288"/>
                            </a:lnTo>
                            <a:lnTo>
                              <a:pt x="15480" y="6363"/>
                            </a:lnTo>
                            <a:lnTo>
                              <a:pt x="15427" y="6491"/>
                            </a:lnTo>
                            <a:lnTo>
                              <a:pt x="15305" y="6481"/>
                            </a:lnTo>
                            <a:lnTo>
                              <a:pt x="15263" y="6414"/>
                            </a:lnTo>
                            <a:cubicBezTo>
                              <a:pt x="15274" y="6398"/>
                              <a:pt x="15284" y="6382"/>
                              <a:pt x="15295" y="6366"/>
                            </a:cubicBezTo>
                            <a:cubicBezTo>
                              <a:pt x="15305" y="6350"/>
                              <a:pt x="15315" y="6334"/>
                              <a:pt x="15326" y="6318"/>
                            </a:cubicBezTo>
                            <a:lnTo>
                              <a:pt x="15136" y="6399"/>
                            </a:lnTo>
                            <a:lnTo>
                              <a:pt x="15055" y="6480"/>
                            </a:lnTo>
                            <a:lnTo>
                              <a:pt x="14951" y="6532"/>
                            </a:lnTo>
                            <a:lnTo>
                              <a:pt x="14820" y="6525"/>
                            </a:lnTo>
                            <a:lnTo>
                              <a:pt x="14820" y="6431"/>
                            </a:lnTo>
                            <a:lnTo>
                              <a:pt x="14799" y="6330"/>
                            </a:lnTo>
                            <a:lnTo>
                              <a:pt x="14780" y="6258"/>
                            </a:lnTo>
                            <a:lnTo>
                              <a:pt x="14780" y="6120"/>
                            </a:lnTo>
                            <a:cubicBezTo>
                              <a:pt x="14775" y="6084"/>
                              <a:pt x="14770" y="6047"/>
                              <a:pt x="14766" y="6011"/>
                            </a:cubicBezTo>
                            <a:cubicBezTo>
                              <a:pt x="14757" y="5930"/>
                              <a:pt x="14751" y="5848"/>
                              <a:pt x="14748" y="5767"/>
                            </a:cubicBezTo>
                            <a:lnTo>
                              <a:pt x="14692" y="5626"/>
                            </a:lnTo>
                            <a:lnTo>
                              <a:pt x="14680" y="5534"/>
                            </a:lnTo>
                            <a:lnTo>
                              <a:pt x="14581" y="5665"/>
                            </a:lnTo>
                            <a:lnTo>
                              <a:pt x="14539" y="5840"/>
                            </a:lnTo>
                            <a:lnTo>
                              <a:pt x="14478" y="5951"/>
                            </a:lnTo>
                            <a:cubicBezTo>
                              <a:pt x="14456" y="5983"/>
                              <a:pt x="14429" y="6010"/>
                              <a:pt x="14397" y="6030"/>
                            </a:cubicBezTo>
                            <a:cubicBezTo>
                              <a:pt x="14341" y="6066"/>
                              <a:pt x="14276" y="6080"/>
                              <a:pt x="14214" y="6102"/>
                            </a:cubicBezTo>
                            <a:cubicBezTo>
                              <a:pt x="14166" y="6118"/>
                              <a:pt x="14120" y="6140"/>
                              <a:pt x="14077" y="6166"/>
                            </a:cubicBezTo>
                            <a:lnTo>
                              <a:pt x="14144" y="6237"/>
                            </a:lnTo>
                            <a:cubicBezTo>
                              <a:pt x="14183" y="6237"/>
                              <a:pt x="14222" y="6242"/>
                              <a:pt x="14260" y="6252"/>
                            </a:cubicBezTo>
                            <a:cubicBezTo>
                              <a:pt x="14308" y="6264"/>
                              <a:pt x="14354" y="6284"/>
                              <a:pt x="14397" y="6311"/>
                            </a:cubicBezTo>
                            <a:lnTo>
                              <a:pt x="14302" y="6422"/>
                            </a:lnTo>
                            <a:lnTo>
                              <a:pt x="14116" y="6399"/>
                            </a:lnTo>
                            <a:lnTo>
                              <a:pt x="14014" y="6392"/>
                            </a:lnTo>
                            <a:lnTo>
                              <a:pt x="13938" y="6311"/>
                            </a:lnTo>
                            <a:lnTo>
                              <a:pt x="13796" y="6355"/>
                            </a:lnTo>
                            <a:lnTo>
                              <a:pt x="13720" y="6390"/>
                            </a:lnTo>
                            <a:lnTo>
                              <a:pt x="13666" y="6473"/>
                            </a:lnTo>
                            <a:lnTo>
                              <a:pt x="13648" y="6629"/>
                            </a:lnTo>
                            <a:cubicBezTo>
                              <a:pt x="13623" y="6645"/>
                              <a:pt x="13599" y="6664"/>
                              <a:pt x="13579" y="6686"/>
                            </a:cubicBezTo>
                            <a:cubicBezTo>
                              <a:pt x="13547" y="6718"/>
                              <a:pt x="13521" y="6757"/>
                              <a:pt x="13502" y="6799"/>
                            </a:cubicBezTo>
                            <a:lnTo>
                              <a:pt x="13471" y="6886"/>
                            </a:lnTo>
                            <a:lnTo>
                              <a:pt x="13598" y="6791"/>
                            </a:lnTo>
                            <a:lnTo>
                              <a:pt x="13761" y="6628"/>
                            </a:lnTo>
                            <a:lnTo>
                              <a:pt x="13863" y="6539"/>
                            </a:lnTo>
                            <a:lnTo>
                              <a:pt x="14007" y="6524"/>
                            </a:lnTo>
                            <a:cubicBezTo>
                              <a:pt x="14032" y="6528"/>
                              <a:pt x="14056" y="6540"/>
                              <a:pt x="14076" y="6557"/>
                            </a:cubicBezTo>
                            <a:cubicBezTo>
                              <a:pt x="14122" y="6595"/>
                              <a:pt x="14143" y="6659"/>
                              <a:pt x="14130" y="6720"/>
                            </a:cubicBezTo>
                            <a:lnTo>
                              <a:pt x="14220" y="6892"/>
                            </a:lnTo>
                            <a:lnTo>
                              <a:pt x="14227" y="6989"/>
                            </a:lnTo>
                            <a:cubicBezTo>
                              <a:pt x="14208" y="7016"/>
                              <a:pt x="14211" y="7055"/>
                              <a:pt x="14234" y="7079"/>
                            </a:cubicBezTo>
                            <a:cubicBezTo>
                              <a:pt x="14303" y="7152"/>
                              <a:pt x="14415" y="7066"/>
                              <a:pt x="14371" y="6973"/>
                            </a:cubicBezTo>
                            <a:lnTo>
                              <a:pt x="14498" y="6973"/>
                            </a:lnTo>
                            <a:lnTo>
                              <a:pt x="14700" y="7015"/>
                            </a:lnTo>
                            <a:lnTo>
                              <a:pt x="14697" y="6827"/>
                            </a:lnTo>
                            <a:lnTo>
                              <a:pt x="14739" y="6696"/>
                            </a:lnTo>
                            <a:lnTo>
                              <a:pt x="14818" y="6696"/>
                            </a:lnTo>
                            <a:lnTo>
                              <a:pt x="14882" y="6777"/>
                            </a:lnTo>
                            <a:lnTo>
                              <a:pt x="14965" y="6878"/>
                            </a:lnTo>
                            <a:cubicBezTo>
                              <a:pt x="15005" y="6910"/>
                              <a:pt x="15027" y="6961"/>
                              <a:pt x="15025" y="7013"/>
                            </a:cubicBezTo>
                            <a:cubicBezTo>
                              <a:pt x="15023" y="7087"/>
                              <a:pt x="14976" y="7152"/>
                              <a:pt x="14909" y="7172"/>
                            </a:cubicBezTo>
                            <a:lnTo>
                              <a:pt x="14863" y="7275"/>
                            </a:lnTo>
                            <a:lnTo>
                              <a:pt x="14759" y="7388"/>
                            </a:lnTo>
                            <a:lnTo>
                              <a:pt x="14713" y="7589"/>
                            </a:lnTo>
                            <a:lnTo>
                              <a:pt x="14646" y="7618"/>
                            </a:lnTo>
                            <a:lnTo>
                              <a:pt x="14597" y="7756"/>
                            </a:lnTo>
                            <a:cubicBezTo>
                              <a:pt x="14605" y="7815"/>
                              <a:pt x="14590" y="7873"/>
                              <a:pt x="14556" y="7919"/>
                            </a:cubicBezTo>
                            <a:cubicBezTo>
                              <a:pt x="14517" y="7972"/>
                              <a:pt x="14457" y="8003"/>
                              <a:pt x="14394" y="8003"/>
                            </a:cubicBezTo>
                            <a:cubicBezTo>
                              <a:pt x="14339" y="8054"/>
                              <a:pt x="14257" y="8049"/>
                              <a:pt x="14208" y="7993"/>
                            </a:cubicBezTo>
                            <a:cubicBezTo>
                              <a:pt x="14161" y="7939"/>
                              <a:pt x="14161" y="7855"/>
                              <a:pt x="14208" y="7801"/>
                            </a:cubicBezTo>
                            <a:cubicBezTo>
                              <a:pt x="14245" y="7760"/>
                              <a:pt x="14270" y="7709"/>
                              <a:pt x="14278" y="7653"/>
                            </a:cubicBezTo>
                            <a:cubicBezTo>
                              <a:pt x="14287" y="7592"/>
                              <a:pt x="14276" y="7530"/>
                              <a:pt x="14248" y="7477"/>
                            </a:cubicBezTo>
                            <a:lnTo>
                              <a:pt x="14129" y="7739"/>
                            </a:lnTo>
                            <a:cubicBezTo>
                              <a:pt x="14099" y="7772"/>
                              <a:pt x="14069" y="7805"/>
                              <a:pt x="14038" y="7838"/>
                            </a:cubicBezTo>
                            <a:cubicBezTo>
                              <a:pt x="13983" y="7899"/>
                              <a:pt x="13927" y="7960"/>
                              <a:pt x="13874" y="8023"/>
                            </a:cubicBezTo>
                            <a:cubicBezTo>
                              <a:pt x="13811" y="8097"/>
                              <a:pt x="13750" y="8173"/>
                              <a:pt x="13692" y="8251"/>
                            </a:cubicBezTo>
                            <a:cubicBezTo>
                              <a:pt x="13674" y="8300"/>
                              <a:pt x="13662" y="8353"/>
                              <a:pt x="13658" y="8406"/>
                            </a:cubicBezTo>
                            <a:cubicBezTo>
                              <a:pt x="13652" y="8468"/>
                              <a:pt x="13657" y="8531"/>
                              <a:pt x="13671" y="8591"/>
                            </a:cubicBezTo>
                            <a:lnTo>
                              <a:pt x="13815" y="8608"/>
                            </a:lnTo>
                            <a:cubicBezTo>
                              <a:pt x="13848" y="8648"/>
                              <a:pt x="13863" y="8702"/>
                              <a:pt x="13854" y="8754"/>
                            </a:cubicBezTo>
                            <a:cubicBezTo>
                              <a:pt x="13842" y="8831"/>
                              <a:pt x="13785" y="8890"/>
                              <a:pt x="13713" y="8902"/>
                            </a:cubicBezTo>
                            <a:cubicBezTo>
                              <a:pt x="13663" y="8907"/>
                              <a:pt x="13617" y="8928"/>
                              <a:pt x="13578" y="8961"/>
                            </a:cubicBezTo>
                            <a:cubicBezTo>
                              <a:pt x="13521" y="9010"/>
                              <a:pt x="13486" y="9080"/>
                              <a:pt x="13457" y="9151"/>
                            </a:cubicBezTo>
                            <a:cubicBezTo>
                              <a:pt x="13436" y="9205"/>
                              <a:pt x="13417" y="9261"/>
                              <a:pt x="13390" y="9312"/>
                            </a:cubicBezTo>
                            <a:cubicBezTo>
                              <a:pt x="13361" y="9365"/>
                              <a:pt x="13323" y="9412"/>
                              <a:pt x="13290" y="9462"/>
                            </a:cubicBezTo>
                            <a:cubicBezTo>
                              <a:pt x="13253" y="9518"/>
                              <a:pt x="13221" y="9578"/>
                              <a:pt x="13195" y="9641"/>
                            </a:cubicBezTo>
                            <a:lnTo>
                              <a:pt x="13153" y="9816"/>
                            </a:lnTo>
                            <a:lnTo>
                              <a:pt x="13113" y="10014"/>
                            </a:lnTo>
                            <a:lnTo>
                              <a:pt x="13227" y="10272"/>
                            </a:lnTo>
                            <a:lnTo>
                              <a:pt x="13282" y="10524"/>
                            </a:lnTo>
                            <a:lnTo>
                              <a:pt x="13227" y="10658"/>
                            </a:lnTo>
                            <a:cubicBezTo>
                              <a:pt x="13128" y="10708"/>
                              <a:pt x="13040" y="10780"/>
                              <a:pt x="12969" y="10870"/>
                            </a:cubicBezTo>
                            <a:cubicBezTo>
                              <a:pt x="12918" y="10934"/>
                              <a:pt x="12878" y="11005"/>
                              <a:pt x="12834" y="11075"/>
                            </a:cubicBezTo>
                            <a:cubicBezTo>
                              <a:pt x="12768" y="11180"/>
                              <a:pt x="12696" y="11282"/>
                              <a:pt x="12646" y="11397"/>
                            </a:cubicBezTo>
                            <a:cubicBezTo>
                              <a:pt x="12614" y="11470"/>
                              <a:pt x="12591" y="11550"/>
                              <a:pt x="12537" y="11607"/>
                            </a:cubicBezTo>
                            <a:cubicBezTo>
                              <a:pt x="12460" y="11689"/>
                              <a:pt x="12338" y="11706"/>
                              <a:pt x="12270" y="11797"/>
                            </a:cubicBezTo>
                            <a:cubicBezTo>
                              <a:pt x="12214" y="11872"/>
                              <a:pt x="12209" y="11977"/>
                              <a:pt x="12258" y="12057"/>
                            </a:cubicBezTo>
                            <a:lnTo>
                              <a:pt x="12300" y="12215"/>
                            </a:lnTo>
                            <a:lnTo>
                              <a:pt x="12404" y="12462"/>
                            </a:lnTo>
                            <a:lnTo>
                              <a:pt x="12515" y="12738"/>
                            </a:lnTo>
                            <a:cubicBezTo>
                              <a:pt x="12556" y="12789"/>
                              <a:pt x="12589" y="12847"/>
                              <a:pt x="12613" y="12909"/>
                            </a:cubicBezTo>
                            <a:cubicBezTo>
                              <a:pt x="12652" y="13010"/>
                              <a:pt x="12665" y="13119"/>
                              <a:pt x="12662" y="13228"/>
                            </a:cubicBezTo>
                            <a:cubicBezTo>
                              <a:pt x="12659" y="13331"/>
                              <a:pt x="12641" y="13436"/>
                              <a:pt x="12587" y="13522"/>
                            </a:cubicBezTo>
                            <a:cubicBezTo>
                              <a:pt x="12538" y="13603"/>
                              <a:pt x="12461" y="13661"/>
                              <a:pt x="12374" y="13685"/>
                            </a:cubicBezTo>
                            <a:cubicBezTo>
                              <a:pt x="12357" y="13669"/>
                              <a:pt x="12345" y="13649"/>
                              <a:pt x="12339" y="13626"/>
                            </a:cubicBezTo>
                            <a:cubicBezTo>
                              <a:pt x="12321" y="13557"/>
                              <a:pt x="12355" y="13485"/>
                              <a:pt x="12418" y="13461"/>
                            </a:cubicBezTo>
                            <a:cubicBezTo>
                              <a:pt x="12408" y="13436"/>
                              <a:pt x="12396" y="13412"/>
                              <a:pt x="12384" y="13389"/>
                            </a:cubicBezTo>
                            <a:cubicBezTo>
                              <a:pt x="12346" y="13322"/>
                              <a:pt x="12297" y="13263"/>
                              <a:pt x="12240" y="13214"/>
                            </a:cubicBezTo>
                            <a:lnTo>
                              <a:pt x="12143" y="13081"/>
                            </a:lnTo>
                            <a:cubicBezTo>
                              <a:pt x="12128" y="13006"/>
                              <a:pt x="12114" y="12931"/>
                              <a:pt x="12101" y="12856"/>
                            </a:cubicBezTo>
                            <a:cubicBezTo>
                              <a:pt x="12089" y="12787"/>
                              <a:pt x="12076" y="12716"/>
                              <a:pt x="12043" y="12656"/>
                            </a:cubicBezTo>
                            <a:cubicBezTo>
                              <a:pt x="11992" y="12563"/>
                              <a:pt x="11903" y="12506"/>
                              <a:pt x="11804" y="12487"/>
                            </a:cubicBezTo>
                            <a:cubicBezTo>
                              <a:pt x="11728" y="12473"/>
                              <a:pt x="11650" y="12483"/>
                              <a:pt x="11578" y="12515"/>
                            </a:cubicBezTo>
                            <a:cubicBezTo>
                              <a:pt x="11541" y="12556"/>
                              <a:pt x="11487" y="12576"/>
                              <a:pt x="11433" y="12566"/>
                            </a:cubicBezTo>
                            <a:cubicBezTo>
                              <a:pt x="11359" y="12553"/>
                              <a:pt x="11303" y="12489"/>
                              <a:pt x="11294" y="12410"/>
                            </a:cubicBezTo>
                            <a:lnTo>
                              <a:pt x="11069" y="12447"/>
                            </a:lnTo>
                            <a:lnTo>
                              <a:pt x="10769" y="12485"/>
                            </a:lnTo>
                            <a:cubicBezTo>
                              <a:pt x="10692" y="12422"/>
                              <a:pt x="10581" y="12447"/>
                              <a:pt x="10533" y="12536"/>
                            </a:cubicBezTo>
                            <a:cubicBezTo>
                              <a:pt x="10477" y="12642"/>
                              <a:pt x="10535" y="12774"/>
                              <a:pt x="10647" y="12796"/>
                            </a:cubicBezTo>
                            <a:cubicBezTo>
                              <a:pt x="10640" y="12843"/>
                              <a:pt x="10601" y="12878"/>
                              <a:pt x="10556" y="12878"/>
                            </a:cubicBezTo>
                            <a:cubicBezTo>
                              <a:pt x="10517" y="12877"/>
                              <a:pt x="10484" y="12849"/>
                              <a:pt x="10448" y="12833"/>
                            </a:cubicBezTo>
                            <a:cubicBezTo>
                              <a:pt x="10387" y="12806"/>
                              <a:pt x="10318" y="12811"/>
                              <a:pt x="10262" y="12848"/>
                            </a:cubicBezTo>
                            <a:lnTo>
                              <a:pt x="9890" y="12736"/>
                            </a:lnTo>
                            <a:lnTo>
                              <a:pt x="9698" y="12744"/>
                            </a:lnTo>
                            <a:lnTo>
                              <a:pt x="9561" y="12781"/>
                            </a:lnTo>
                            <a:cubicBezTo>
                              <a:pt x="9511" y="12813"/>
                              <a:pt x="9459" y="12842"/>
                              <a:pt x="9405" y="12868"/>
                            </a:cubicBezTo>
                            <a:cubicBezTo>
                              <a:pt x="9327" y="12905"/>
                              <a:pt x="9245" y="12935"/>
                              <a:pt x="9161" y="12957"/>
                            </a:cubicBezTo>
                            <a:cubicBezTo>
                              <a:pt x="9135" y="12986"/>
                              <a:pt x="9104" y="13011"/>
                              <a:pt x="9071" y="13031"/>
                            </a:cubicBezTo>
                            <a:cubicBezTo>
                              <a:pt x="8994" y="13076"/>
                              <a:pt x="8903" y="13092"/>
                              <a:pt x="8837" y="13154"/>
                            </a:cubicBezTo>
                            <a:cubicBezTo>
                              <a:pt x="8802" y="13187"/>
                              <a:pt x="8777" y="13230"/>
                              <a:pt x="8765" y="13278"/>
                            </a:cubicBezTo>
                            <a:cubicBezTo>
                              <a:pt x="8753" y="13328"/>
                              <a:pt x="8742" y="13379"/>
                              <a:pt x="8730" y="13429"/>
                            </a:cubicBezTo>
                            <a:cubicBezTo>
                              <a:pt x="8716" y="13488"/>
                              <a:pt x="8701" y="13548"/>
                              <a:pt x="8686" y="13607"/>
                            </a:cubicBezTo>
                            <a:lnTo>
                              <a:pt x="8681" y="13783"/>
                            </a:lnTo>
                            <a:cubicBezTo>
                              <a:pt x="8682" y="13874"/>
                              <a:pt x="8671" y="13964"/>
                              <a:pt x="8649" y="14052"/>
                            </a:cubicBezTo>
                            <a:cubicBezTo>
                              <a:pt x="8626" y="14140"/>
                              <a:pt x="8593" y="14224"/>
                              <a:pt x="8549" y="14302"/>
                            </a:cubicBezTo>
                            <a:cubicBezTo>
                              <a:pt x="8561" y="14389"/>
                              <a:pt x="8581" y="14474"/>
                              <a:pt x="8607" y="14557"/>
                            </a:cubicBezTo>
                            <a:cubicBezTo>
                              <a:pt x="8651" y="14698"/>
                              <a:pt x="8715" y="14833"/>
                              <a:pt x="8795" y="14955"/>
                            </a:cubicBezTo>
                            <a:lnTo>
                              <a:pt x="8872" y="15104"/>
                            </a:lnTo>
                            <a:lnTo>
                              <a:pt x="8990" y="15311"/>
                            </a:lnTo>
                            <a:cubicBezTo>
                              <a:pt x="9060" y="15309"/>
                              <a:pt x="9128" y="15325"/>
                              <a:pt x="9192" y="15356"/>
                            </a:cubicBezTo>
                            <a:cubicBezTo>
                              <a:pt x="9236" y="15378"/>
                              <a:pt x="9277" y="15408"/>
                              <a:pt x="9322" y="15430"/>
                            </a:cubicBezTo>
                            <a:cubicBezTo>
                              <a:pt x="9377" y="15457"/>
                              <a:pt x="9437" y="15472"/>
                              <a:pt x="9498" y="15479"/>
                            </a:cubicBezTo>
                            <a:cubicBezTo>
                              <a:pt x="9657" y="15497"/>
                              <a:pt x="9815" y="15460"/>
                              <a:pt x="9969" y="15415"/>
                            </a:cubicBezTo>
                            <a:cubicBezTo>
                              <a:pt x="10055" y="15390"/>
                              <a:pt x="10140" y="15363"/>
                              <a:pt x="10224" y="15333"/>
                            </a:cubicBezTo>
                            <a:cubicBezTo>
                              <a:pt x="10255" y="15283"/>
                              <a:pt x="10280" y="15230"/>
                              <a:pt x="10298" y="15173"/>
                            </a:cubicBezTo>
                            <a:cubicBezTo>
                              <a:pt x="10323" y="15097"/>
                              <a:pt x="10335" y="15016"/>
                              <a:pt x="10333" y="14936"/>
                            </a:cubicBezTo>
                            <a:lnTo>
                              <a:pt x="10419" y="14730"/>
                            </a:lnTo>
                            <a:lnTo>
                              <a:pt x="10705" y="14612"/>
                            </a:lnTo>
                            <a:lnTo>
                              <a:pt x="10907" y="14582"/>
                            </a:lnTo>
                            <a:lnTo>
                              <a:pt x="11139" y="14560"/>
                            </a:lnTo>
                            <a:lnTo>
                              <a:pt x="11290" y="14604"/>
                            </a:lnTo>
                            <a:lnTo>
                              <a:pt x="11318" y="14728"/>
                            </a:lnTo>
                            <a:cubicBezTo>
                              <a:pt x="11308" y="14764"/>
                              <a:pt x="11292" y="14798"/>
                              <a:pt x="11272" y="14828"/>
                            </a:cubicBezTo>
                            <a:cubicBezTo>
                              <a:pt x="11236" y="14881"/>
                              <a:pt x="11187" y="14922"/>
                              <a:pt x="11130" y="14947"/>
                            </a:cubicBezTo>
                            <a:cubicBezTo>
                              <a:pt x="11128" y="15011"/>
                              <a:pt x="11128" y="15075"/>
                              <a:pt x="11130" y="15139"/>
                            </a:cubicBezTo>
                            <a:cubicBezTo>
                              <a:pt x="11132" y="15208"/>
                              <a:pt x="11137" y="15278"/>
                              <a:pt x="11119" y="15344"/>
                            </a:cubicBezTo>
                            <a:cubicBezTo>
                              <a:pt x="11101" y="15410"/>
                              <a:pt x="11062" y="15466"/>
                              <a:pt x="11009" y="15505"/>
                            </a:cubicBezTo>
                            <a:cubicBezTo>
                              <a:pt x="11037" y="15517"/>
                              <a:pt x="11060" y="15540"/>
                              <a:pt x="11072" y="15569"/>
                            </a:cubicBezTo>
                            <a:cubicBezTo>
                              <a:pt x="11115" y="15670"/>
                              <a:pt x="11039" y="15782"/>
                              <a:pt x="10935" y="15772"/>
                            </a:cubicBezTo>
                            <a:cubicBezTo>
                              <a:pt x="10909" y="15783"/>
                              <a:pt x="10889" y="15807"/>
                              <a:pt x="10882" y="15836"/>
                            </a:cubicBezTo>
                            <a:cubicBezTo>
                              <a:pt x="10871" y="15877"/>
                              <a:pt x="10886" y="15921"/>
                              <a:pt x="10916" y="15949"/>
                            </a:cubicBezTo>
                            <a:cubicBezTo>
                              <a:pt x="10994" y="16022"/>
                              <a:pt x="11116" y="15982"/>
                              <a:pt x="11142" y="15875"/>
                            </a:cubicBezTo>
                            <a:lnTo>
                              <a:pt x="11369" y="15757"/>
                            </a:lnTo>
                            <a:cubicBezTo>
                              <a:pt x="11387" y="15722"/>
                              <a:pt x="11410" y="15692"/>
                              <a:pt x="11439" y="15668"/>
                            </a:cubicBezTo>
                            <a:cubicBezTo>
                              <a:pt x="11497" y="15617"/>
                              <a:pt x="11572" y="15593"/>
                              <a:pt x="11647" y="15601"/>
                            </a:cubicBezTo>
                            <a:cubicBezTo>
                              <a:pt x="11673" y="15627"/>
                              <a:pt x="11685" y="15663"/>
                              <a:pt x="11682" y="15700"/>
                            </a:cubicBezTo>
                            <a:cubicBezTo>
                              <a:pt x="11679" y="15738"/>
                              <a:pt x="11662" y="15770"/>
                              <a:pt x="11634" y="15789"/>
                            </a:cubicBezTo>
                            <a:cubicBezTo>
                              <a:pt x="11584" y="15823"/>
                              <a:pt x="11514" y="15805"/>
                              <a:pt x="11487" y="15742"/>
                            </a:cubicBezTo>
                            <a:lnTo>
                              <a:pt x="11471" y="15865"/>
                            </a:lnTo>
                            <a:lnTo>
                              <a:pt x="11715" y="15865"/>
                            </a:lnTo>
                            <a:lnTo>
                              <a:pt x="11945" y="15842"/>
                            </a:lnTo>
                            <a:lnTo>
                              <a:pt x="12161" y="15860"/>
                            </a:lnTo>
                            <a:lnTo>
                              <a:pt x="12272" y="15949"/>
                            </a:lnTo>
                            <a:cubicBezTo>
                              <a:pt x="12282" y="15999"/>
                              <a:pt x="12277" y="16052"/>
                              <a:pt x="12259" y="16099"/>
                            </a:cubicBezTo>
                            <a:cubicBezTo>
                              <a:pt x="12238" y="16156"/>
                              <a:pt x="12199" y="16203"/>
                              <a:pt x="12150" y="16233"/>
                            </a:cubicBezTo>
                            <a:lnTo>
                              <a:pt x="12124" y="16495"/>
                            </a:lnTo>
                            <a:lnTo>
                              <a:pt x="12150" y="16676"/>
                            </a:lnTo>
                            <a:lnTo>
                              <a:pt x="12166" y="16791"/>
                            </a:lnTo>
                            <a:lnTo>
                              <a:pt x="12236" y="16910"/>
                            </a:lnTo>
                            <a:lnTo>
                              <a:pt x="12340" y="17004"/>
                            </a:lnTo>
                            <a:lnTo>
                              <a:pt x="12530" y="17140"/>
                            </a:lnTo>
                            <a:lnTo>
                              <a:pt x="12662" y="17184"/>
                            </a:lnTo>
                            <a:cubicBezTo>
                              <a:pt x="12691" y="17185"/>
                              <a:pt x="12720" y="17183"/>
                              <a:pt x="12748" y="17177"/>
                            </a:cubicBezTo>
                            <a:cubicBezTo>
                              <a:pt x="12813" y="17164"/>
                              <a:pt x="12873" y="17133"/>
                              <a:pt x="12924" y="17088"/>
                            </a:cubicBezTo>
                            <a:cubicBezTo>
                              <a:pt x="12961" y="17031"/>
                              <a:pt x="13014" y="16988"/>
                              <a:pt x="13075" y="16965"/>
                            </a:cubicBezTo>
                            <a:cubicBezTo>
                              <a:pt x="13126" y="16945"/>
                              <a:pt x="13182" y="16940"/>
                              <a:pt x="13235" y="16950"/>
                            </a:cubicBezTo>
                            <a:cubicBezTo>
                              <a:pt x="13325" y="16961"/>
                              <a:pt x="13415" y="16973"/>
                              <a:pt x="13505" y="16987"/>
                            </a:cubicBezTo>
                            <a:cubicBezTo>
                              <a:pt x="13590" y="17000"/>
                              <a:pt x="13675" y="17014"/>
                              <a:pt x="13760" y="17029"/>
                            </a:cubicBezTo>
                            <a:cubicBezTo>
                              <a:pt x="13780" y="17020"/>
                              <a:pt x="13800" y="17008"/>
                              <a:pt x="13818" y="16994"/>
                            </a:cubicBezTo>
                            <a:cubicBezTo>
                              <a:pt x="13861" y="16962"/>
                              <a:pt x="13896" y="16918"/>
                              <a:pt x="13920" y="16868"/>
                            </a:cubicBezTo>
                            <a:cubicBezTo>
                              <a:pt x="13958" y="16829"/>
                              <a:pt x="13988" y="16782"/>
                              <a:pt x="14008" y="16730"/>
                            </a:cubicBezTo>
                            <a:cubicBezTo>
                              <a:pt x="14027" y="16682"/>
                              <a:pt x="14036" y="16630"/>
                              <a:pt x="14036" y="16577"/>
                            </a:cubicBezTo>
                            <a:lnTo>
                              <a:pt x="14105" y="16446"/>
                            </a:lnTo>
                            <a:lnTo>
                              <a:pt x="14184" y="16355"/>
                            </a:lnTo>
                            <a:lnTo>
                              <a:pt x="14303" y="16315"/>
                            </a:lnTo>
                            <a:lnTo>
                              <a:pt x="14386" y="16229"/>
                            </a:lnTo>
                            <a:lnTo>
                              <a:pt x="14463" y="16155"/>
                            </a:lnTo>
                            <a:lnTo>
                              <a:pt x="14572" y="16091"/>
                            </a:lnTo>
                            <a:lnTo>
                              <a:pt x="14694" y="16026"/>
                            </a:lnTo>
                            <a:lnTo>
                              <a:pt x="14775" y="15863"/>
                            </a:lnTo>
                            <a:lnTo>
                              <a:pt x="14865" y="15780"/>
                            </a:lnTo>
                            <a:lnTo>
                              <a:pt x="15009" y="15717"/>
                            </a:lnTo>
                            <a:lnTo>
                              <a:pt x="15065" y="15847"/>
                            </a:lnTo>
                            <a:lnTo>
                              <a:pt x="14965" y="15940"/>
                            </a:lnTo>
                            <a:cubicBezTo>
                              <a:pt x="14932" y="15958"/>
                              <a:pt x="14915" y="15998"/>
                              <a:pt x="14924" y="16036"/>
                            </a:cubicBezTo>
                            <a:cubicBezTo>
                              <a:pt x="14946" y="16129"/>
                              <a:pt x="15067" y="16139"/>
                              <a:pt x="15103" y="16051"/>
                            </a:cubicBezTo>
                            <a:lnTo>
                              <a:pt x="15193" y="15920"/>
                            </a:lnTo>
                            <a:lnTo>
                              <a:pt x="15214" y="15722"/>
                            </a:lnTo>
                            <a:cubicBezTo>
                              <a:pt x="15240" y="15695"/>
                              <a:pt x="15275" y="15682"/>
                              <a:pt x="15311" y="15686"/>
                            </a:cubicBezTo>
                            <a:cubicBezTo>
                              <a:pt x="15369" y="15692"/>
                              <a:pt x="15415" y="15740"/>
                              <a:pt x="15472" y="15750"/>
                            </a:cubicBezTo>
                            <a:cubicBezTo>
                              <a:pt x="15522" y="15759"/>
                              <a:pt x="15573" y="15736"/>
                              <a:pt x="15622" y="15750"/>
                            </a:cubicBezTo>
                            <a:cubicBezTo>
                              <a:pt x="15665" y="15761"/>
                              <a:pt x="15697" y="15796"/>
                              <a:pt x="15708" y="15841"/>
                            </a:cubicBezTo>
                            <a:lnTo>
                              <a:pt x="15897" y="15759"/>
                            </a:lnTo>
                            <a:cubicBezTo>
                              <a:pt x="15912" y="15738"/>
                              <a:pt x="15931" y="15720"/>
                              <a:pt x="15952" y="15705"/>
                            </a:cubicBezTo>
                            <a:cubicBezTo>
                              <a:pt x="16001" y="15671"/>
                              <a:pt x="16061" y="15658"/>
                              <a:pt x="16119" y="15668"/>
                            </a:cubicBezTo>
                            <a:cubicBezTo>
                              <a:pt x="16169" y="15681"/>
                              <a:pt x="16221" y="15683"/>
                              <a:pt x="16273" y="15676"/>
                            </a:cubicBezTo>
                            <a:cubicBezTo>
                              <a:pt x="16322" y="15668"/>
                              <a:pt x="16370" y="15652"/>
                              <a:pt x="16414" y="15626"/>
                            </a:cubicBezTo>
                            <a:cubicBezTo>
                              <a:pt x="16471" y="15600"/>
                              <a:pt x="16522" y="15564"/>
                              <a:pt x="16568" y="15520"/>
                            </a:cubicBezTo>
                            <a:cubicBezTo>
                              <a:pt x="16610" y="15478"/>
                              <a:pt x="16646" y="15430"/>
                              <a:pt x="16674" y="15376"/>
                            </a:cubicBezTo>
                            <a:cubicBezTo>
                              <a:pt x="16701" y="15337"/>
                              <a:pt x="16735" y="15305"/>
                              <a:pt x="16774" y="15280"/>
                            </a:cubicBezTo>
                            <a:cubicBezTo>
                              <a:pt x="16825" y="15248"/>
                              <a:pt x="16882" y="15230"/>
                              <a:pt x="16941" y="15228"/>
                            </a:cubicBezTo>
                            <a:lnTo>
                              <a:pt x="16912" y="15376"/>
                            </a:lnTo>
                            <a:lnTo>
                              <a:pt x="17051" y="15371"/>
                            </a:lnTo>
                            <a:lnTo>
                              <a:pt x="17222" y="15364"/>
                            </a:lnTo>
                            <a:lnTo>
                              <a:pt x="17277" y="15457"/>
                            </a:lnTo>
                            <a:lnTo>
                              <a:pt x="17382" y="15457"/>
                            </a:lnTo>
                            <a:lnTo>
                              <a:pt x="17563" y="15484"/>
                            </a:lnTo>
                            <a:cubicBezTo>
                              <a:pt x="17620" y="15517"/>
                              <a:pt x="17682" y="15541"/>
                              <a:pt x="17745" y="15558"/>
                            </a:cubicBezTo>
                            <a:cubicBezTo>
                              <a:pt x="17822" y="15578"/>
                              <a:pt x="17901" y="15585"/>
                              <a:pt x="17980" y="15580"/>
                            </a:cubicBezTo>
                            <a:cubicBezTo>
                              <a:pt x="18020" y="15573"/>
                              <a:pt x="18059" y="15561"/>
                              <a:pt x="18096" y="15543"/>
                            </a:cubicBezTo>
                            <a:cubicBezTo>
                              <a:pt x="18150" y="15518"/>
                              <a:pt x="18199" y="15483"/>
                              <a:pt x="18251" y="15454"/>
                            </a:cubicBezTo>
                            <a:cubicBezTo>
                              <a:pt x="18310" y="15421"/>
                              <a:pt x="18373" y="15396"/>
                              <a:pt x="18437" y="15378"/>
                            </a:cubicBezTo>
                            <a:cubicBezTo>
                              <a:pt x="18482" y="15358"/>
                              <a:pt x="18526" y="15337"/>
                              <a:pt x="18569" y="15316"/>
                            </a:cubicBezTo>
                            <a:cubicBezTo>
                              <a:pt x="18610" y="15296"/>
                              <a:pt x="18651" y="15275"/>
                              <a:pt x="18694" y="15261"/>
                            </a:cubicBezTo>
                            <a:cubicBezTo>
                              <a:pt x="18742" y="15247"/>
                              <a:pt x="18791" y="15242"/>
                              <a:pt x="18840" y="15246"/>
                            </a:cubicBezTo>
                            <a:lnTo>
                              <a:pt x="18942" y="15232"/>
                            </a:lnTo>
                            <a:lnTo>
                              <a:pt x="19062" y="15343"/>
                            </a:lnTo>
                            <a:lnTo>
                              <a:pt x="19037" y="15464"/>
                            </a:lnTo>
                            <a:lnTo>
                              <a:pt x="19096" y="15522"/>
                            </a:lnTo>
                            <a:lnTo>
                              <a:pt x="19177" y="15535"/>
                            </a:lnTo>
                            <a:cubicBezTo>
                              <a:pt x="19178" y="15563"/>
                              <a:pt x="19179" y="15591"/>
                              <a:pt x="19180" y="15619"/>
                            </a:cubicBezTo>
                            <a:cubicBezTo>
                              <a:pt x="19180" y="15657"/>
                              <a:pt x="19180" y="15696"/>
                              <a:pt x="19180" y="15735"/>
                            </a:cubicBezTo>
                            <a:cubicBezTo>
                              <a:pt x="19210" y="15759"/>
                              <a:pt x="19244" y="15776"/>
                              <a:pt x="19281" y="15784"/>
                            </a:cubicBezTo>
                            <a:cubicBezTo>
                              <a:pt x="19315" y="15791"/>
                              <a:pt x="19350" y="15791"/>
                              <a:pt x="19383" y="15784"/>
                            </a:cubicBezTo>
                            <a:lnTo>
                              <a:pt x="19461" y="15703"/>
                            </a:lnTo>
                            <a:lnTo>
                              <a:pt x="19622" y="15601"/>
                            </a:lnTo>
                            <a:lnTo>
                              <a:pt x="19682" y="15557"/>
                            </a:lnTo>
                            <a:lnTo>
                              <a:pt x="19823" y="15461"/>
                            </a:lnTo>
                            <a:lnTo>
                              <a:pt x="19946" y="15414"/>
                            </a:lnTo>
                            <a:lnTo>
                              <a:pt x="20087" y="15436"/>
                            </a:lnTo>
                            <a:lnTo>
                              <a:pt x="20392" y="15113"/>
                            </a:lnTo>
                            <a:cubicBezTo>
                              <a:pt x="20433" y="15083"/>
                              <a:pt x="20473" y="15051"/>
                              <a:pt x="20510" y="15016"/>
                            </a:cubicBezTo>
                            <a:cubicBezTo>
                              <a:pt x="20554" y="14975"/>
                              <a:pt x="20595" y="14931"/>
                              <a:pt x="20633" y="14883"/>
                            </a:cubicBezTo>
                            <a:cubicBezTo>
                              <a:pt x="20671" y="14828"/>
                              <a:pt x="20703" y="14769"/>
                              <a:pt x="20731" y="14708"/>
                            </a:cubicBezTo>
                            <a:cubicBezTo>
                              <a:pt x="20760" y="14642"/>
                              <a:pt x="20782" y="14573"/>
                              <a:pt x="20798" y="14502"/>
                            </a:cubicBezTo>
                            <a:lnTo>
                              <a:pt x="20854" y="14369"/>
                            </a:lnTo>
                            <a:lnTo>
                              <a:pt x="21220" y="14097"/>
                            </a:lnTo>
                            <a:lnTo>
                              <a:pt x="21600" y="13667"/>
                            </a:lnTo>
                            <a:cubicBezTo>
                              <a:pt x="20995" y="15418"/>
                              <a:pt x="20065" y="17021"/>
                              <a:pt x="18866" y="18381"/>
                            </a:cubicBezTo>
                            <a:cubicBezTo>
                              <a:pt x="17655" y="19753"/>
                              <a:pt x="16194" y="20848"/>
                              <a:pt x="14574" y="21600"/>
                            </a:cubicBezTo>
                            <a:lnTo>
                              <a:pt x="14750" y="20991"/>
                            </a:lnTo>
                            <a:lnTo>
                              <a:pt x="14599" y="20978"/>
                            </a:lnTo>
                            <a:lnTo>
                              <a:pt x="14486" y="20965"/>
                            </a:lnTo>
                            <a:lnTo>
                              <a:pt x="14417" y="20987"/>
                            </a:lnTo>
                            <a:lnTo>
                              <a:pt x="14284" y="21002"/>
                            </a:lnTo>
                            <a:lnTo>
                              <a:pt x="14142" y="21022"/>
                            </a:lnTo>
                            <a:cubicBezTo>
                              <a:pt x="14098" y="21025"/>
                              <a:pt x="14053" y="21027"/>
                              <a:pt x="14008" y="21029"/>
                            </a:cubicBezTo>
                            <a:cubicBezTo>
                              <a:pt x="13951" y="21032"/>
                              <a:pt x="13895" y="21035"/>
                              <a:pt x="13838" y="21037"/>
                            </a:cubicBezTo>
                            <a:lnTo>
                              <a:pt x="13664" y="21022"/>
                            </a:lnTo>
                            <a:lnTo>
                              <a:pt x="13606" y="20927"/>
                            </a:lnTo>
                            <a:lnTo>
                              <a:pt x="13627" y="20853"/>
                            </a:lnTo>
                            <a:lnTo>
                              <a:pt x="13627" y="20782"/>
                            </a:lnTo>
                            <a:cubicBezTo>
                              <a:pt x="13595" y="20753"/>
                              <a:pt x="13563" y="20725"/>
                              <a:pt x="13532" y="20695"/>
                            </a:cubicBezTo>
                            <a:cubicBezTo>
                              <a:pt x="13497" y="20661"/>
                              <a:pt x="13462" y="20627"/>
                              <a:pt x="13428" y="20591"/>
                            </a:cubicBezTo>
                            <a:lnTo>
                              <a:pt x="13262" y="20421"/>
                            </a:lnTo>
                            <a:lnTo>
                              <a:pt x="13165" y="20251"/>
                            </a:lnTo>
                            <a:lnTo>
                              <a:pt x="13097" y="20206"/>
                            </a:lnTo>
                            <a:lnTo>
                              <a:pt x="12974" y="20132"/>
                            </a:lnTo>
                            <a:lnTo>
                              <a:pt x="12851" y="20147"/>
                            </a:lnTo>
                            <a:lnTo>
                              <a:pt x="12679" y="20118"/>
                            </a:lnTo>
                            <a:lnTo>
                              <a:pt x="12675" y="20031"/>
                            </a:lnTo>
                            <a:lnTo>
                              <a:pt x="12730" y="19989"/>
                            </a:lnTo>
                            <a:lnTo>
                              <a:pt x="12668" y="19829"/>
                            </a:lnTo>
                            <a:lnTo>
                              <a:pt x="12668" y="19747"/>
                            </a:lnTo>
                            <a:lnTo>
                              <a:pt x="12772" y="19680"/>
                            </a:lnTo>
                            <a:lnTo>
                              <a:pt x="12881" y="19598"/>
                            </a:lnTo>
                            <a:lnTo>
                              <a:pt x="12969" y="19517"/>
                            </a:lnTo>
                            <a:lnTo>
                              <a:pt x="12869" y="19465"/>
                            </a:lnTo>
                            <a:lnTo>
                              <a:pt x="12831" y="19350"/>
                            </a:lnTo>
                            <a:lnTo>
                              <a:pt x="12879" y="19115"/>
                            </a:lnTo>
                            <a:lnTo>
                              <a:pt x="12946" y="19011"/>
                            </a:lnTo>
                            <a:lnTo>
                              <a:pt x="12995" y="18937"/>
                            </a:lnTo>
                            <a:lnTo>
                              <a:pt x="13009" y="18841"/>
                            </a:lnTo>
                            <a:cubicBezTo>
                              <a:pt x="13038" y="18804"/>
                              <a:pt x="13071" y="18771"/>
                              <a:pt x="13108" y="18742"/>
                            </a:cubicBezTo>
                            <a:cubicBezTo>
                              <a:pt x="13140" y="18717"/>
                              <a:pt x="13175" y="18696"/>
                              <a:pt x="13212" y="18678"/>
                            </a:cubicBezTo>
                            <a:lnTo>
                              <a:pt x="13399" y="18498"/>
                            </a:lnTo>
                            <a:lnTo>
                              <a:pt x="13532" y="18261"/>
                            </a:lnTo>
                            <a:lnTo>
                              <a:pt x="13641" y="18101"/>
                            </a:lnTo>
                            <a:lnTo>
                              <a:pt x="13641" y="18005"/>
                            </a:lnTo>
                            <a:lnTo>
                              <a:pt x="13634" y="17908"/>
                            </a:lnTo>
                            <a:lnTo>
                              <a:pt x="13648" y="17834"/>
                            </a:lnTo>
                            <a:lnTo>
                              <a:pt x="13661" y="17694"/>
                            </a:lnTo>
                            <a:lnTo>
                              <a:pt x="13654" y="17501"/>
                            </a:lnTo>
                            <a:cubicBezTo>
                              <a:pt x="13611" y="17467"/>
                              <a:pt x="13568" y="17434"/>
                              <a:pt x="13525" y="17400"/>
                            </a:cubicBezTo>
                            <a:cubicBezTo>
                              <a:pt x="13480" y="17366"/>
                              <a:pt x="13435" y="17332"/>
                              <a:pt x="13390" y="17299"/>
                            </a:cubicBezTo>
                            <a:lnTo>
                              <a:pt x="13335" y="17173"/>
                            </a:lnTo>
                            <a:lnTo>
                              <a:pt x="13154" y="17136"/>
                            </a:lnTo>
                            <a:lnTo>
                              <a:pt x="13110" y="17213"/>
                            </a:lnTo>
                            <a:lnTo>
                              <a:pt x="13008" y="17257"/>
                            </a:lnTo>
                            <a:lnTo>
                              <a:pt x="13002" y="17382"/>
                            </a:lnTo>
                            <a:lnTo>
                              <a:pt x="12925" y="17476"/>
                            </a:lnTo>
                            <a:lnTo>
                              <a:pt x="12807" y="17491"/>
                            </a:lnTo>
                            <a:lnTo>
                              <a:pt x="12693" y="17491"/>
                            </a:lnTo>
                            <a:cubicBezTo>
                              <a:pt x="12657" y="17497"/>
                              <a:pt x="12619" y="17499"/>
                              <a:pt x="12582" y="17498"/>
                            </a:cubicBezTo>
                            <a:cubicBezTo>
                              <a:pt x="12512" y="17497"/>
                              <a:pt x="12442" y="17484"/>
                              <a:pt x="12376" y="17461"/>
                            </a:cubicBezTo>
                            <a:lnTo>
                              <a:pt x="12230" y="17439"/>
                            </a:lnTo>
                            <a:lnTo>
                              <a:pt x="12087" y="17417"/>
                            </a:lnTo>
                            <a:lnTo>
                              <a:pt x="12040" y="17293"/>
                            </a:lnTo>
                            <a:lnTo>
                              <a:pt x="11943" y="17278"/>
                            </a:lnTo>
                            <a:lnTo>
                              <a:pt x="11832" y="17271"/>
                            </a:lnTo>
                            <a:lnTo>
                              <a:pt x="11684" y="17240"/>
                            </a:lnTo>
                            <a:lnTo>
                              <a:pt x="11594" y="17210"/>
                            </a:lnTo>
                            <a:lnTo>
                              <a:pt x="11536" y="17052"/>
                            </a:lnTo>
                            <a:lnTo>
                              <a:pt x="11497" y="16966"/>
                            </a:lnTo>
                            <a:lnTo>
                              <a:pt x="11294" y="16770"/>
                            </a:lnTo>
                            <a:lnTo>
                              <a:pt x="11162" y="16667"/>
                            </a:lnTo>
                            <a:lnTo>
                              <a:pt x="11021" y="16602"/>
                            </a:lnTo>
                            <a:lnTo>
                              <a:pt x="10879" y="16600"/>
                            </a:lnTo>
                            <a:lnTo>
                              <a:pt x="10582" y="16570"/>
                            </a:lnTo>
                            <a:lnTo>
                              <a:pt x="10482" y="16514"/>
                            </a:lnTo>
                            <a:lnTo>
                              <a:pt x="10260" y="16484"/>
                            </a:lnTo>
                            <a:lnTo>
                              <a:pt x="10018" y="16462"/>
                            </a:lnTo>
                            <a:lnTo>
                              <a:pt x="9851" y="16380"/>
                            </a:lnTo>
                            <a:lnTo>
                              <a:pt x="9740" y="16247"/>
                            </a:lnTo>
                            <a:lnTo>
                              <a:pt x="9629" y="16158"/>
                            </a:lnTo>
                            <a:lnTo>
                              <a:pt x="9471" y="16064"/>
                            </a:lnTo>
                            <a:lnTo>
                              <a:pt x="9348" y="16026"/>
                            </a:lnTo>
                            <a:lnTo>
                              <a:pt x="9086" y="16026"/>
                            </a:lnTo>
                            <a:cubicBezTo>
                              <a:pt x="9018" y="16049"/>
                              <a:pt x="8949" y="16069"/>
                              <a:pt x="8880" y="16086"/>
                            </a:cubicBezTo>
                            <a:cubicBezTo>
                              <a:pt x="8816" y="16101"/>
                              <a:pt x="8752" y="16113"/>
                              <a:pt x="8687" y="16123"/>
                            </a:cubicBezTo>
                            <a:cubicBezTo>
                              <a:pt x="8651" y="16123"/>
                              <a:pt x="8616" y="16116"/>
                              <a:pt x="8583" y="16100"/>
                            </a:cubicBezTo>
                            <a:cubicBezTo>
                              <a:pt x="8545" y="16082"/>
                              <a:pt x="8511" y="16054"/>
                              <a:pt x="8486" y="16019"/>
                            </a:cubicBezTo>
                            <a:lnTo>
                              <a:pt x="8304" y="15945"/>
                            </a:lnTo>
                            <a:lnTo>
                              <a:pt x="8244" y="15908"/>
                            </a:lnTo>
                            <a:lnTo>
                              <a:pt x="8146" y="15901"/>
                            </a:lnTo>
                            <a:lnTo>
                              <a:pt x="8051" y="15856"/>
                            </a:lnTo>
                            <a:lnTo>
                              <a:pt x="7947" y="15797"/>
                            </a:lnTo>
                            <a:lnTo>
                              <a:pt x="7787" y="15715"/>
                            </a:lnTo>
                            <a:lnTo>
                              <a:pt x="7692" y="15678"/>
                            </a:lnTo>
                            <a:cubicBezTo>
                              <a:pt x="7650" y="15669"/>
                              <a:pt x="7610" y="15652"/>
                              <a:pt x="7574" y="15627"/>
                            </a:cubicBezTo>
                            <a:cubicBezTo>
                              <a:pt x="7513" y="15584"/>
                              <a:pt x="7467" y="15522"/>
                              <a:pt x="7442" y="15449"/>
                            </a:cubicBezTo>
                            <a:lnTo>
                              <a:pt x="7244" y="15434"/>
                            </a:lnTo>
                            <a:lnTo>
                              <a:pt x="7026" y="15332"/>
                            </a:lnTo>
                            <a:lnTo>
                              <a:pt x="6917" y="15226"/>
                            </a:lnTo>
                            <a:lnTo>
                              <a:pt x="6773" y="15092"/>
                            </a:lnTo>
                            <a:lnTo>
                              <a:pt x="6718" y="14996"/>
                            </a:lnTo>
                            <a:lnTo>
                              <a:pt x="6704" y="14803"/>
                            </a:lnTo>
                            <a:lnTo>
                              <a:pt x="6765" y="14736"/>
                            </a:lnTo>
                            <a:lnTo>
                              <a:pt x="6751" y="14628"/>
                            </a:lnTo>
                            <a:lnTo>
                              <a:pt x="6668" y="14423"/>
                            </a:lnTo>
                            <a:lnTo>
                              <a:pt x="6454" y="14101"/>
                            </a:lnTo>
                            <a:lnTo>
                              <a:pt x="6341" y="13946"/>
                            </a:lnTo>
                            <a:lnTo>
                              <a:pt x="6275" y="13847"/>
                            </a:lnTo>
                            <a:lnTo>
                              <a:pt x="6185" y="13760"/>
                            </a:lnTo>
                            <a:lnTo>
                              <a:pt x="6101" y="13671"/>
                            </a:lnTo>
                            <a:lnTo>
                              <a:pt x="6020" y="13597"/>
                            </a:lnTo>
                            <a:lnTo>
                              <a:pt x="5987" y="13530"/>
                            </a:lnTo>
                            <a:lnTo>
                              <a:pt x="5988" y="13389"/>
                            </a:lnTo>
                            <a:lnTo>
                              <a:pt x="5974" y="13290"/>
                            </a:lnTo>
                            <a:lnTo>
                              <a:pt x="5856" y="13186"/>
                            </a:lnTo>
                            <a:cubicBezTo>
                              <a:pt x="5819" y="13118"/>
                              <a:pt x="5779" y="13052"/>
                              <a:pt x="5736" y="12989"/>
                            </a:cubicBezTo>
                            <a:cubicBezTo>
                              <a:pt x="5704" y="12942"/>
                              <a:pt x="5670" y="12897"/>
                              <a:pt x="5635" y="12853"/>
                            </a:cubicBezTo>
                            <a:lnTo>
                              <a:pt x="5558" y="12742"/>
                            </a:lnTo>
                            <a:lnTo>
                              <a:pt x="5449" y="12628"/>
                            </a:lnTo>
                            <a:cubicBezTo>
                              <a:pt x="5397" y="12606"/>
                              <a:pt x="5362" y="12554"/>
                              <a:pt x="5359" y="12495"/>
                            </a:cubicBezTo>
                            <a:cubicBezTo>
                              <a:pt x="5355" y="12444"/>
                              <a:pt x="5377" y="12395"/>
                              <a:pt x="5415" y="12364"/>
                            </a:cubicBezTo>
                            <a:lnTo>
                              <a:pt x="5394" y="12119"/>
                            </a:lnTo>
                            <a:lnTo>
                              <a:pt x="5325" y="11968"/>
                            </a:lnTo>
                            <a:lnTo>
                              <a:pt x="5166" y="11822"/>
                            </a:lnTo>
                            <a:lnTo>
                              <a:pt x="5013" y="11755"/>
                            </a:lnTo>
                            <a:lnTo>
                              <a:pt x="5012" y="11918"/>
                            </a:lnTo>
                            <a:lnTo>
                              <a:pt x="5039" y="12079"/>
                            </a:lnTo>
                            <a:lnTo>
                              <a:pt x="5109" y="12264"/>
                            </a:lnTo>
                            <a:lnTo>
                              <a:pt x="5150" y="12351"/>
                            </a:lnTo>
                            <a:lnTo>
                              <a:pt x="5247" y="12502"/>
                            </a:lnTo>
                            <a:lnTo>
                              <a:pt x="5321" y="12634"/>
                            </a:lnTo>
                            <a:lnTo>
                              <a:pt x="5314" y="12769"/>
                            </a:lnTo>
                            <a:lnTo>
                              <a:pt x="5389" y="12885"/>
                            </a:lnTo>
                            <a:lnTo>
                              <a:pt x="5472" y="13018"/>
                            </a:lnTo>
                            <a:lnTo>
                              <a:pt x="5565" y="13176"/>
                            </a:lnTo>
                            <a:lnTo>
                              <a:pt x="5577" y="13290"/>
                            </a:lnTo>
                            <a:lnTo>
                              <a:pt x="5639" y="13477"/>
                            </a:lnTo>
                            <a:lnTo>
                              <a:pt x="5667" y="13609"/>
                            </a:lnTo>
                            <a:lnTo>
                              <a:pt x="5667" y="13694"/>
                            </a:lnTo>
                            <a:lnTo>
                              <a:pt x="5774" y="13736"/>
                            </a:lnTo>
                            <a:lnTo>
                              <a:pt x="5875" y="13857"/>
                            </a:lnTo>
                            <a:lnTo>
                              <a:pt x="5943" y="13973"/>
                            </a:lnTo>
                            <a:lnTo>
                              <a:pt x="5943" y="14087"/>
                            </a:lnTo>
                            <a:lnTo>
                              <a:pt x="5875" y="14138"/>
                            </a:lnTo>
                            <a:lnTo>
                              <a:pt x="5725" y="14044"/>
                            </a:lnTo>
                            <a:lnTo>
                              <a:pt x="5598" y="13872"/>
                            </a:lnTo>
                            <a:lnTo>
                              <a:pt x="5544" y="13793"/>
                            </a:lnTo>
                            <a:lnTo>
                              <a:pt x="5454" y="13741"/>
                            </a:lnTo>
                            <a:lnTo>
                              <a:pt x="5352" y="13666"/>
                            </a:lnTo>
                            <a:lnTo>
                              <a:pt x="5296" y="13585"/>
                            </a:lnTo>
                            <a:cubicBezTo>
                              <a:pt x="5309" y="13549"/>
                              <a:pt x="5318" y="13512"/>
                              <a:pt x="5324" y="13474"/>
                            </a:cubicBezTo>
                            <a:cubicBezTo>
                              <a:pt x="5332" y="13417"/>
                              <a:pt x="5332" y="13360"/>
                              <a:pt x="5324" y="13303"/>
                            </a:cubicBezTo>
                            <a:cubicBezTo>
                              <a:pt x="5305" y="13264"/>
                              <a:pt x="5284" y="13226"/>
                              <a:pt x="5261" y="13189"/>
                            </a:cubicBezTo>
                            <a:cubicBezTo>
                              <a:pt x="5223" y="13130"/>
                              <a:pt x="5178" y="13075"/>
                              <a:pt x="5129" y="13026"/>
                            </a:cubicBezTo>
                            <a:lnTo>
                              <a:pt x="4901" y="12863"/>
                            </a:lnTo>
                            <a:lnTo>
                              <a:pt x="4781" y="12722"/>
                            </a:lnTo>
                            <a:lnTo>
                              <a:pt x="4851" y="12663"/>
                            </a:lnTo>
                            <a:lnTo>
                              <a:pt x="5005" y="12678"/>
                            </a:lnTo>
                            <a:lnTo>
                              <a:pt x="5033" y="12515"/>
                            </a:lnTo>
                            <a:cubicBezTo>
                              <a:pt x="5022" y="12432"/>
                              <a:pt x="4988" y="12354"/>
                              <a:pt x="4935" y="12292"/>
                            </a:cubicBezTo>
                            <a:cubicBezTo>
                              <a:pt x="4898" y="12248"/>
                              <a:pt x="4852" y="12213"/>
                              <a:pt x="4801" y="12189"/>
                            </a:cubicBezTo>
                            <a:lnTo>
                              <a:pt x="4715" y="11949"/>
                            </a:lnTo>
                            <a:lnTo>
                              <a:pt x="4662" y="11732"/>
                            </a:lnTo>
                            <a:lnTo>
                              <a:pt x="4648" y="11591"/>
                            </a:lnTo>
                            <a:lnTo>
                              <a:pt x="4627" y="11487"/>
                            </a:lnTo>
                            <a:lnTo>
                              <a:pt x="4586" y="11332"/>
                            </a:lnTo>
                            <a:lnTo>
                              <a:pt x="4532" y="11231"/>
                            </a:lnTo>
                            <a:lnTo>
                              <a:pt x="4469" y="11127"/>
                            </a:lnTo>
                            <a:cubicBezTo>
                              <a:pt x="4455" y="11089"/>
                              <a:pt x="4439" y="11051"/>
                              <a:pt x="4420" y="11016"/>
                            </a:cubicBezTo>
                            <a:cubicBezTo>
                              <a:pt x="4402" y="10980"/>
                              <a:pt x="4380" y="10946"/>
                              <a:pt x="4353" y="10917"/>
                            </a:cubicBezTo>
                            <a:cubicBezTo>
                              <a:pt x="4302" y="10864"/>
                              <a:pt x="4235" y="10834"/>
                              <a:pt x="4169" y="10806"/>
                            </a:cubicBezTo>
                            <a:cubicBezTo>
                              <a:pt x="4118" y="10784"/>
                              <a:pt x="4067" y="10761"/>
                              <a:pt x="4017" y="10739"/>
                            </a:cubicBezTo>
                            <a:lnTo>
                              <a:pt x="4017" y="10628"/>
                            </a:lnTo>
                            <a:cubicBezTo>
                              <a:pt x="4019" y="10594"/>
                              <a:pt x="4020" y="10560"/>
                              <a:pt x="4019" y="10527"/>
                            </a:cubicBezTo>
                            <a:cubicBezTo>
                              <a:pt x="4019" y="10449"/>
                              <a:pt x="4012" y="10373"/>
                              <a:pt x="4001" y="10296"/>
                            </a:cubicBezTo>
                            <a:lnTo>
                              <a:pt x="3910" y="10081"/>
                            </a:lnTo>
                            <a:lnTo>
                              <a:pt x="3815" y="9819"/>
                            </a:lnTo>
                            <a:lnTo>
                              <a:pt x="3821" y="9591"/>
                            </a:lnTo>
                            <a:lnTo>
                              <a:pt x="3843" y="9426"/>
                            </a:lnTo>
                            <a:lnTo>
                              <a:pt x="3805" y="9077"/>
                            </a:lnTo>
                            <a:lnTo>
                              <a:pt x="3761" y="8972"/>
                            </a:lnTo>
                            <a:lnTo>
                              <a:pt x="3858" y="8809"/>
                            </a:lnTo>
                            <a:lnTo>
                              <a:pt x="3886" y="8671"/>
                            </a:lnTo>
                            <a:lnTo>
                              <a:pt x="3900" y="8500"/>
                            </a:lnTo>
                            <a:lnTo>
                              <a:pt x="3933" y="8389"/>
                            </a:lnTo>
                            <a:lnTo>
                              <a:pt x="4014" y="8214"/>
                            </a:lnTo>
                            <a:lnTo>
                              <a:pt x="4056" y="8112"/>
                            </a:lnTo>
                            <a:cubicBezTo>
                              <a:pt x="4089" y="8064"/>
                              <a:pt x="4117" y="8012"/>
                              <a:pt x="4139" y="7956"/>
                            </a:cubicBezTo>
                            <a:cubicBezTo>
                              <a:pt x="4160" y="7903"/>
                              <a:pt x="4176" y="7848"/>
                              <a:pt x="4186" y="7791"/>
                            </a:cubicBezTo>
                            <a:lnTo>
                              <a:pt x="4325" y="7527"/>
                            </a:lnTo>
                            <a:lnTo>
                              <a:pt x="4367" y="7352"/>
                            </a:lnTo>
                            <a:lnTo>
                              <a:pt x="4346" y="7226"/>
                            </a:lnTo>
                            <a:lnTo>
                              <a:pt x="4304" y="7102"/>
                            </a:lnTo>
                            <a:lnTo>
                              <a:pt x="4381" y="6944"/>
                            </a:lnTo>
                            <a:lnTo>
                              <a:pt x="4346" y="6858"/>
                            </a:lnTo>
                            <a:lnTo>
                              <a:pt x="4237" y="6727"/>
                            </a:lnTo>
                            <a:lnTo>
                              <a:pt x="4172" y="6595"/>
                            </a:lnTo>
                            <a:lnTo>
                              <a:pt x="4126" y="6464"/>
                            </a:lnTo>
                            <a:lnTo>
                              <a:pt x="4112" y="6378"/>
                            </a:lnTo>
                            <a:lnTo>
                              <a:pt x="4049" y="6267"/>
                            </a:lnTo>
                            <a:lnTo>
                              <a:pt x="4102" y="6183"/>
                            </a:lnTo>
                            <a:lnTo>
                              <a:pt x="4204" y="6100"/>
                            </a:lnTo>
                            <a:lnTo>
                              <a:pt x="4218" y="6026"/>
                            </a:lnTo>
                            <a:lnTo>
                              <a:pt x="4204" y="5873"/>
                            </a:lnTo>
                            <a:lnTo>
                              <a:pt x="4176" y="5697"/>
                            </a:lnTo>
                            <a:lnTo>
                              <a:pt x="4128" y="5431"/>
                            </a:lnTo>
                            <a:lnTo>
                              <a:pt x="4116" y="5359"/>
                            </a:lnTo>
                            <a:lnTo>
                              <a:pt x="4165" y="5250"/>
                            </a:lnTo>
                            <a:lnTo>
                              <a:pt x="4206" y="5043"/>
                            </a:lnTo>
                            <a:lnTo>
                              <a:pt x="4074" y="5013"/>
                            </a:lnTo>
                            <a:cubicBezTo>
                              <a:pt x="4031" y="5035"/>
                              <a:pt x="3981" y="5026"/>
                              <a:pt x="3947" y="4991"/>
                            </a:cubicBezTo>
                            <a:cubicBezTo>
                              <a:pt x="3897" y="4941"/>
                              <a:pt x="3897" y="4856"/>
                              <a:pt x="3947" y="4806"/>
                            </a:cubicBezTo>
                            <a:lnTo>
                              <a:pt x="3972" y="4719"/>
                            </a:lnTo>
                            <a:lnTo>
                              <a:pt x="4013" y="4535"/>
                            </a:lnTo>
                            <a:lnTo>
                              <a:pt x="3965" y="4446"/>
                            </a:lnTo>
                            <a:cubicBezTo>
                              <a:pt x="3975" y="4384"/>
                              <a:pt x="3981" y="4320"/>
                              <a:pt x="3981" y="4256"/>
                            </a:cubicBezTo>
                            <a:cubicBezTo>
                              <a:pt x="3981" y="4197"/>
                              <a:pt x="3976" y="4137"/>
                              <a:pt x="3967" y="4078"/>
                            </a:cubicBezTo>
                            <a:cubicBezTo>
                              <a:pt x="3978" y="4040"/>
                              <a:pt x="3987" y="4002"/>
                              <a:pt x="3992" y="3962"/>
                            </a:cubicBezTo>
                            <a:cubicBezTo>
                              <a:pt x="3998" y="3922"/>
                              <a:pt x="4000" y="3882"/>
                              <a:pt x="3999" y="3841"/>
                            </a:cubicBezTo>
                            <a:lnTo>
                              <a:pt x="3951" y="3670"/>
                            </a:lnTo>
                            <a:lnTo>
                              <a:pt x="3932" y="3510"/>
                            </a:lnTo>
                            <a:lnTo>
                              <a:pt x="3925" y="3391"/>
                            </a:lnTo>
                            <a:cubicBezTo>
                              <a:pt x="3885" y="3400"/>
                              <a:pt x="3844" y="3392"/>
                              <a:pt x="3809" y="3369"/>
                            </a:cubicBezTo>
                            <a:cubicBezTo>
                              <a:pt x="3762" y="3338"/>
                              <a:pt x="3733" y="3282"/>
                              <a:pt x="3733" y="3223"/>
                            </a:cubicBezTo>
                            <a:lnTo>
                              <a:pt x="3606" y="3139"/>
                            </a:lnTo>
                            <a:lnTo>
                              <a:pt x="3535" y="3122"/>
                            </a:lnTo>
                            <a:lnTo>
                              <a:pt x="3513" y="3031"/>
                            </a:lnTo>
                            <a:lnTo>
                              <a:pt x="3497" y="2935"/>
                            </a:lnTo>
                            <a:lnTo>
                              <a:pt x="3435" y="2863"/>
                            </a:lnTo>
                            <a:lnTo>
                              <a:pt x="3316" y="2856"/>
                            </a:lnTo>
                            <a:lnTo>
                              <a:pt x="3219" y="2871"/>
                            </a:lnTo>
                            <a:lnTo>
                              <a:pt x="3134" y="2780"/>
                            </a:lnTo>
                            <a:lnTo>
                              <a:pt x="2927" y="2750"/>
                            </a:lnTo>
                            <a:lnTo>
                              <a:pt x="2816" y="2683"/>
                            </a:lnTo>
                            <a:lnTo>
                              <a:pt x="2757" y="2787"/>
                            </a:lnTo>
                            <a:lnTo>
                              <a:pt x="2677" y="2878"/>
                            </a:lnTo>
                            <a:cubicBezTo>
                              <a:pt x="2624" y="2900"/>
                              <a:pt x="2570" y="2922"/>
                              <a:pt x="2517" y="2942"/>
                            </a:cubicBezTo>
                            <a:cubicBezTo>
                              <a:pt x="2470" y="2960"/>
                              <a:pt x="2423" y="2978"/>
                              <a:pt x="2376" y="2994"/>
                            </a:cubicBezTo>
                            <a:lnTo>
                              <a:pt x="2156" y="2979"/>
                            </a:lnTo>
                            <a:lnTo>
                              <a:pt x="2099" y="2906"/>
                            </a:lnTo>
                            <a:lnTo>
                              <a:pt x="2230" y="2775"/>
                            </a:lnTo>
                            <a:cubicBezTo>
                              <a:pt x="2285" y="2773"/>
                              <a:pt x="2340" y="2768"/>
                              <a:pt x="2394" y="2760"/>
                            </a:cubicBezTo>
                            <a:cubicBezTo>
                              <a:pt x="2490" y="2746"/>
                              <a:pt x="2584" y="2722"/>
                              <a:pt x="2675" y="2688"/>
                            </a:cubicBezTo>
                            <a:lnTo>
                              <a:pt x="2901" y="2602"/>
                            </a:lnTo>
                            <a:lnTo>
                              <a:pt x="3019" y="2479"/>
                            </a:lnTo>
                            <a:lnTo>
                              <a:pt x="3112" y="2372"/>
                            </a:lnTo>
                            <a:lnTo>
                              <a:pt x="2898" y="2424"/>
                            </a:lnTo>
                            <a:lnTo>
                              <a:pt x="2783" y="2528"/>
                            </a:lnTo>
                            <a:lnTo>
                              <a:pt x="2697" y="2585"/>
                            </a:lnTo>
                            <a:lnTo>
                              <a:pt x="2479" y="2672"/>
                            </a:lnTo>
                            <a:lnTo>
                              <a:pt x="2258" y="2701"/>
                            </a:lnTo>
                            <a:lnTo>
                              <a:pt x="2121" y="2716"/>
                            </a:lnTo>
                            <a:lnTo>
                              <a:pt x="2054" y="2795"/>
                            </a:lnTo>
                            <a:cubicBezTo>
                              <a:pt x="2021" y="2791"/>
                              <a:pt x="1989" y="2782"/>
                              <a:pt x="1959" y="2768"/>
                            </a:cubicBezTo>
                            <a:cubicBezTo>
                              <a:pt x="1907" y="2743"/>
                              <a:pt x="1861" y="2704"/>
                              <a:pt x="1827" y="2654"/>
                            </a:cubicBezTo>
                            <a:lnTo>
                              <a:pt x="1753" y="2654"/>
                            </a:lnTo>
                            <a:lnTo>
                              <a:pt x="1629" y="2679"/>
                            </a:lnTo>
                            <a:lnTo>
                              <a:pt x="1643" y="2812"/>
                            </a:lnTo>
                            <a:lnTo>
                              <a:pt x="1530" y="2782"/>
                            </a:lnTo>
                            <a:lnTo>
                              <a:pt x="1495" y="2713"/>
                            </a:lnTo>
                            <a:lnTo>
                              <a:pt x="1518" y="2587"/>
                            </a:lnTo>
                            <a:lnTo>
                              <a:pt x="1427" y="2565"/>
                            </a:lnTo>
                            <a:lnTo>
                              <a:pt x="1312" y="2551"/>
                            </a:lnTo>
                            <a:lnTo>
                              <a:pt x="1247" y="2571"/>
                            </a:lnTo>
                            <a:lnTo>
                              <a:pt x="1227" y="2482"/>
                            </a:lnTo>
                            <a:lnTo>
                              <a:pt x="1201" y="2390"/>
                            </a:lnTo>
                            <a:lnTo>
                              <a:pt x="1076" y="2390"/>
                            </a:lnTo>
                            <a:lnTo>
                              <a:pt x="964" y="2360"/>
                            </a:lnTo>
                            <a:lnTo>
                              <a:pt x="812" y="2294"/>
                            </a:lnTo>
                            <a:lnTo>
                              <a:pt x="745" y="2192"/>
                            </a:lnTo>
                            <a:lnTo>
                              <a:pt x="630" y="2185"/>
                            </a:lnTo>
                            <a:lnTo>
                              <a:pt x="593" y="2111"/>
                            </a:lnTo>
                            <a:lnTo>
                              <a:pt x="512" y="2002"/>
                            </a:lnTo>
                            <a:lnTo>
                              <a:pt x="428" y="1869"/>
                            </a:lnTo>
                            <a:lnTo>
                              <a:pt x="373" y="1738"/>
                            </a:lnTo>
                            <a:cubicBezTo>
                              <a:pt x="342" y="1717"/>
                              <a:pt x="313" y="1693"/>
                              <a:pt x="287" y="1666"/>
                            </a:cubicBezTo>
                            <a:cubicBezTo>
                              <a:pt x="248" y="1626"/>
                              <a:pt x="215" y="1580"/>
                              <a:pt x="188" y="1530"/>
                            </a:cubicBezTo>
                            <a:lnTo>
                              <a:pt x="140" y="1443"/>
                            </a:lnTo>
                            <a:lnTo>
                              <a:pt x="135" y="1337"/>
                            </a:lnTo>
                            <a:lnTo>
                              <a:pt x="62" y="1243"/>
                            </a:lnTo>
                            <a:lnTo>
                              <a:pt x="0" y="1191"/>
                            </a:lnTo>
                            <a:lnTo>
                              <a:pt x="0" y="1060"/>
                            </a:lnTo>
                            <a:lnTo>
                              <a:pt x="8" y="972"/>
                            </a:lnTo>
                            <a:lnTo>
                              <a:pt x="15" y="861"/>
                            </a:lnTo>
                            <a:lnTo>
                              <a:pt x="82" y="802"/>
                            </a:lnTo>
                            <a:lnTo>
                              <a:pt x="110" y="601"/>
                            </a:lnTo>
                            <a:lnTo>
                              <a:pt x="75" y="468"/>
                            </a:lnTo>
                            <a:lnTo>
                              <a:pt x="130" y="315"/>
                            </a:lnTo>
                            <a:lnTo>
                              <a:pt x="151" y="134"/>
                            </a:lnTo>
                            <a:lnTo>
                              <a:pt x="268" y="140"/>
                            </a:lnTo>
                            <a:lnTo>
                              <a:pt x="196" y="371"/>
                            </a:lnTo>
                            <a:lnTo>
                              <a:pt x="74" y="1050"/>
                            </a:lnTo>
                            <a:lnTo>
                              <a:pt x="247" y="1332"/>
                            </a:lnTo>
                            <a:lnTo>
                              <a:pt x="293" y="1442"/>
                            </a:lnTo>
                            <a:lnTo>
                              <a:pt x="293" y="1523"/>
                            </a:lnTo>
                            <a:lnTo>
                              <a:pt x="393" y="1652"/>
                            </a:lnTo>
                            <a:lnTo>
                              <a:pt x="485" y="1772"/>
                            </a:lnTo>
                            <a:lnTo>
                              <a:pt x="408" y="1986"/>
                            </a:lnTo>
                            <a:lnTo>
                              <a:pt x="588" y="1927"/>
                            </a:lnTo>
                            <a:lnTo>
                              <a:pt x="671" y="1957"/>
                            </a:lnTo>
                            <a:lnTo>
                              <a:pt x="755" y="2061"/>
                            </a:lnTo>
                            <a:lnTo>
                              <a:pt x="836" y="2124"/>
                            </a:lnTo>
                            <a:lnTo>
                              <a:pt x="924" y="2198"/>
                            </a:lnTo>
                            <a:lnTo>
                              <a:pt x="1083" y="2223"/>
                            </a:lnTo>
                            <a:lnTo>
                              <a:pt x="1187" y="2208"/>
                            </a:lnTo>
                            <a:lnTo>
                              <a:pt x="1236" y="2277"/>
                            </a:lnTo>
                            <a:lnTo>
                              <a:pt x="1424" y="2277"/>
                            </a:lnTo>
                            <a:lnTo>
                              <a:pt x="1470" y="2349"/>
                            </a:lnTo>
                            <a:lnTo>
                              <a:pt x="1642" y="2349"/>
                            </a:lnTo>
                            <a:lnTo>
                              <a:pt x="1730" y="2356"/>
                            </a:lnTo>
                            <a:lnTo>
                              <a:pt x="1872" y="2406"/>
                            </a:lnTo>
                            <a:lnTo>
                              <a:pt x="2099" y="2433"/>
                            </a:lnTo>
                            <a:lnTo>
                              <a:pt x="2229" y="2426"/>
                            </a:lnTo>
                            <a:lnTo>
                              <a:pt x="2303" y="2330"/>
                            </a:lnTo>
                            <a:lnTo>
                              <a:pt x="2288" y="2222"/>
                            </a:lnTo>
                            <a:lnTo>
                              <a:pt x="2212" y="2237"/>
                            </a:lnTo>
                            <a:lnTo>
                              <a:pt x="2198" y="2140"/>
                            </a:lnTo>
                            <a:lnTo>
                              <a:pt x="2121" y="2024"/>
                            </a:lnTo>
                            <a:lnTo>
                              <a:pt x="2052" y="1883"/>
                            </a:lnTo>
                            <a:lnTo>
                              <a:pt x="2200" y="1804"/>
                            </a:lnTo>
                            <a:lnTo>
                              <a:pt x="2326" y="1715"/>
                            </a:lnTo>
                            <a:lnTo>
                              <a:pt x="2228" y="1606"/>
                            </a:lnTo>
                            <a:lnTo>
                              <a:pt x="2230" y="1518"/>
                            </a:lnTo>
                            <a:lnTo>
                              <a:pt x="2269" y="1377"/>
                            </a:lnTo>
                            <a:lnTo>
                              <a:pt x="2166" y="1354"/>
                            </a:lnTo>
                            <a:lnTo>
                              <a:pt x="2035" y="1280"/>
                            </a:lnTo>
                            <a:lnTo>
                              <a:pt x="2038" y="1119"/>
                            </a:lnTo>
                            <a:lnTo>
                              <a:pt x="2244" y="1090"/>
                            </a:lnTo>
                            <a:lnTo>
                              <a:pt x="2262" y="1193"/>
                            </a:lnTo>
                            <a:lnTo>
                              <a:pt x="2318" y="1302"/>
                            </a:lnTo>
                            <a:lnTo>
                              <a:pt x="2431" y="1117"/>
                            </a:lnTo>
                            <a:lnTo>
                              <a:pt x="2594" y="1035"/>
                            </a:lnTo>
                            <a:lnTo>
                              <a:pt x="2753" y="998"/>
                            </a:lnTo>
                            <a:lnTo>
                              <a:pt x="2888" y="998"/>
                            </a:lnTo>
                            <a:lnTo>
                              <a:pt x="2923" y="1065"/>
                            </a:lnTo>
                            <a:lnTo>
                              <a:pt x="3069" y="1072"/>
                            </a:lnTo>
                            <a:lnTo>
                              <a:pt x="3108" y="1149"/>
                            </a:lnTo>
                            <a:lnTo>
                              <a:pt x="3239" y="1082"/>
                            </a:lnTo>
                            <a:lnTo>
                              <a:pt x="3274" y="1018"/>
                            </a:lnTo>
                            <a:lnTo>
                              <a:pt x="3225" y="929"/>
                            </a:lnTo>
                            <a:lnTo>
                              <a:pt x="3135" y="825"/>
                            </a:lnTo>
                            <a:cubicBezTo>
                              <a:pt x="3100" y="795"/>
                              <a:pt x="3075" y="755"/>
                              <a:pt x="3061" y="709"/>
                            </a:cubicBezTo>
                            <a:cubicBezTo>
                              <a:pt x="3045" y="658"/>
                              <a:pt x="3045" y="603"/>
                              <a:pt x="3061" y="551"/>
                            </a:cubicBezTo>
                            <a:lnTo>
                              <a:pt x="3114" y="415"/>
                            </a:lnTo>
                            <a:lnTo>
                              <a:pt x="3174" y="331"/>
                            </a:lnTo>
                            <a:lnTo>
                              <a:pt x="3258" y="299"/>
                            </a:lnTo>
                            <a:lnTo>
                              <a:pt x="3443" y="344"/>
                            </a:lnTo>
                            <a:lnTo>
                              <a:pt x="3508" y="405"/>
                            </a:lnTo>
                            <a:lnTo>
                              <a:pt x="3570" y="469"/>
                            </a:lnTo>
                            <a:lnTo>
                              <a:pt x="3623" y="555"/>
                            </a:lnTo>
                            <a:lnTo>
                              <a:pt x="3566" y="680"/>
                            </a:lnTo>
                            <a:lnTo>
                              <a:pt x="3691" y="725"/>
                            </a:lnTo>
                            <a:lnTo>
                              <a:pt x="3724" y="631"/>
                            </a:lnTo>
                            <a:lnTo>
                              <a:pt x="3749" y="451"/>
                            </a:lnTo>
                            <a:lnTo>
                              <a:pt x="3793" y="340"/>
                            </a:lnTo>
                            <a:lnTo>
                              <a:pt x="3814" y="110"/>
                            </a:lnTo>
                            <a:lnTo>
                              <a:pt x="3868" y="0"/>
                            </a:lnTo>
                            <a:lnTo>
                              <a:pt x="4025" y="31"/>
                            </a:lnTo>
                            <a:lnTo>
                              <a:pt x="4108" y="78"/>
                            </a:lnTo>
                            <a:lnTo>
                              <a:pt x="4156" y="181"/>
                            </a:lnTo>
                            <a:lnTo>
                              <a:pt x="4253" y="151"/>
                            </a:lnTo>
                            <a:lnTo>
                              <a:pt x="4367" y="92"/>
                            </a:lnTo>
                            <a:cubicBezTo>
                              <a:pt x="4405" y="76"/>
                              <a:pt x="4445" y="68"/>
                              <a:pt x="4486" y="70"/>
                            </a:cubicBezTo>
                            <a:cubicBezTo>
                              <a:pt x="4528" y="71"/>
                              <a:pt x="4569" y="83"/>
                              <a:pt x="4606" y="104"/>
                            </a:cubicBezTo>
                            <a:lnTo>
                              <a:pt x="4716" y="162"/>
                            </a:lnTo>
                            <a:lnTo>
                              <a:pt x="4781" y="268"/>
                            </a:lnTo>
                            <a:lnTo>
                              <a:pt x="4875" y="254"/>
                            </a:lnTo>
                            <a:lnTo>
                              <a:pt x="4955" y="313"/>
                            </a:lnTo>
                            <a:lnTo>
                              <a:pt x="4934" y="396"/>
                            </a:lnTo>
                            <a:lnTo>
                              <a:pt x="4969" y="492"/>
                            </a:lnTo>
                            <a:lnTo>
                              <a:pt x="5036" y="567"/>
                            </a:lnTo>
                            <a:lnTo>
                              <a:pt x="4983" y="620"/>
                            </a:lnTo>
                            <a:lnTo>
                              <a:pt x="4970" y="701"/>
                            </a:lnTo>
                            <a:lnTo>
                              <a:pt x="5114" y="798"/>
                            </a:lnTo>
                            <a:lnTo>
                              <a:pt x="5178" y="901"/>
                            </a:lnTo>
                            <a:lnTo>
                              <a:pt x="5280" y="1037"/>
                            </a:lnTo>
                            <a:lnTo>
                              <a:pt x="5361" y="1143"/>
                            </a:lnTo>
                            <a:lnTo>
                              <a:pt x="5403" y="1254"/>
                            </a:lnTo>
                            <a:lnTo>
                              <a:pt x="5445" y="1414"/>
                            </a:lnTo>
                            <a:lnTo>
                              <a:pt x="5552" y="1441"/>
                            </a:lnTo>
                            <a:lnTo>
                              <a:pt x="5552" y="1572"/>
                            </a:lnTo>
                            <a:lnTo>
                              <a:pt x="5628" y="1696"/>
                            </a:lnTo>
                            <a:lnTo>
                              <a:pt x="5741" y="1590"/>
                            </a:lnTo>
                            <a:lnTo>
                              <a:pt x="5864" y="1604"/>
                            </a:lnTo>
                            <a:lnTo>
                              <a:pt x="5906" y="1698"/>
                            </a:lnTo>
                            <a:lnTo>
                              <a:pt x="6031" y="1691"/>
                            </a:lnTo>
                            <a:lnTo>
                              <a:pt x="6147" y="1683"/>
                            </a:lnTo>
                            <a:lnTo>
                              <a:pt x="6221" y="1668"/>
                            </a:lnTo>
                            <a:lnTo>
                              <a:pt x="6284" y="1754"/>
                            </a:lnTo>
                            <a:lnTo>
                              <a:pt x="6357" y="1690"/>
                            </a:lnTo>
                            <a:lnTo>
                              <a:pt x="6413" y="1559"/>
                            </a:lnTo>
                            <a:lnTo>
                              <a:pt x="6465" y="1660"/>
                            </a:lnTo>
                            <a:lnTo>
                              <a:pt x="6417" y="1769"/>
                            </a:lnTo>
                            <a:lnTo>
                              <a:pt x="6412" y="1877"/>
                            </a:lnTo>
                            <a:lnTo>
                              <a:pt x="6481" y="1936"/>
                            </a:lnTo>
                            <a:lnTo>
                              <a:pt x="6563" y="1822"/>
                            </a:lnTo>
                            <a:lnTo>
                              <a:pt x="6625" y="1758"/>
                            </a:lnTo>
                            <a:lnTo>
                              <a:pt x="6669" y="1841"/>
                            </a:lnTo>
                            <a:lnTo>
                              <a:pt x="6625" y="1957"/>
                            </a:lnTo>
                            <a:lnTo>
                              <a:pt x="6731" y="1994"/>
                            </a:lnTo>
                            <a:lnTo>
                              <a:pt x="6807" y="2069"/>
                            </a:lnTo>
                            <a:lnTo>
                              <a:pt x="6890" y="2135"/>
                            </a:lnTo>
                            <a:lnTo>
                              <a:pt x="6978" y="2204"/>
                            </a:lnTo>
                            <a:lnTo>
                              <a:pt x="7027" y="2270"/>
                            </a:lnTo>
                            <a:lnTo>
                              <a:pt x="7091" y="2327"/>
                            </a:lnTo>
                            <a:lnTo>
                              <a:pt x="7170" y="2349"/>
                            </a:lnTo>
                            <a:lnTo>
                              <a:pt x="7165" y="2275"/>
                            </a:lnTo>
                            <a:lnTo>
                              <a:pt x="7110" y="2144"/>
                            </a:lnTo>
                            <a:lnTo>
                              <a:pt x="7296" y="2137"/>
                            </a:lnTo>
                            <a:lnTo>
                              <a:pt x="7472" y="2095"/>
                            </a:lnTo>
                            <a:cubicBezTo>
                              <a:pt x="7497" y="2085"/>
                              <a:pt x="7514" y="2059"/>
                              <a:pt x="7514" y="2031"/>
                            </a:cubicBezTo>
                            <a:cubicBezTo>
                              <a:pt x="7514" y="1939"/>
                              <a:pt x="7398" y="1910"/>
                              <a:pt x="7359" y="1991"/>
                            </a:cubicBezTo>
                            <a:lnTo>
                              <a:pt x="7180" y="1932"/>
                            </a:lnTo>
                            <a:lnTo>
                              <a:pt x="7115" y="1848"/>
                            </a:lnTo>
                            <a:lnTo>
                              <a:pt x="7171" y="1788"/>
                            </a:lnTo>
                            <a:lnTo>
                              <a:pt x="7154" y="1702"/>
                            </a:lnTo>
                            <a:lnTo>
                              <a:pt x="7197" y="1532"/>
                            </a:lnTo>
                            <a:lnTo>
                              <a:pt x="7001" y="1616"/>
                            </a:lnTo>
                            <a:lnTo>
                              <a:pt x="6874" y="1710"/>
                            </a:lnTo>
                            <a:lnTo>
                              <a:pt x="6760" y="1730"/>
                            </a:lnTo>
                            <a:lnTo>
                              <a:pt x="6767" y="1582"/>
                            </a:lnTo>
                            <a:lnTo>
                              <a:pt x="6704" y="1510"/>
                            </a:lnTo>
                            <a:lnTo>
                              <a:pt x="6683" y="1398"/>
                            </a:lnTo>
                            <a:lnTo>
                              <a:pt x="6811" y="1298"/>
                            </a:lnTo>
                            <a:lnTo>
                              <a:pt x="6911" y="1176"/>
                            </a:lnTo>
                            <a:lnTo>
                              <a:pt x="6929" y="1048"/>
                            </a:lnTo>
                            <a:lnTo>
                              <a:pt x="6901" y="918"/>
                            </a:lnTo>
                            <a:lnTo>
                              <a:pt x="6982" y="827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2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8" name="iSľiḍé"/>
                      <p:cNvSpPr/>
                      <p:nvPr/>
                    </p:nvSpPr>
                    <p:spPr>
                      <a:xfrm>
                        <a:off x="1751724" y="1477330"/>
                        <a:ext cx="79062" cy="706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384" y="2101"/>
                            </a:moveTo>
                            <a:lnTo>
                              <a:pt x="0" y="10018"/>
                            </a:lnTo>
                            <a:lnTo>
                              <a:pt x="1924" y="21600"/>
                            </a:lnTo>
                            <a:lnTo>
                              <a:pt x="9832" y="12960"/>
                            </a:lnTo>
                            <a:lnTo>
                              <a:pt x="21600" y="0"/>
                            </a:lnTo>
                            <a:lnTo>
                              <a:pt x="8384" y="2101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9" name="ï$lïḋe"/>
                      <p:cNvSpPr/>
                      <p:nvPr/>
                    </p:nvSpPr>
                    <p:spPr>
                      <a:xfrm>
                        <a:off x="1961885" y="2112953"/>
                        <a:ext cx="39439" cy="4601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4695" y="0"/>
                            </a:moveTo>
                            <a:lnTo>
                              <a:pt x="2150" y="1966"/>
                            </a:lnTo>
                            <a:lnTo>
                              <a:pt x="0" y="14899"/>
                            </a:lnTo>
                            <a:lnTo>
                              <a:pt x="13781" y="21600"/>
                            </a:lnTo>
                            <a:lnTo>
                              <a:pt x="21600" y="8558"/>
                            </a:lnTo>
                            <a:lnTo>
                              <a:pt x="14695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0" name="išlîḋè"/>
                      <p:cNvSpPr/>
                      <p:nvPr/>
                    </p:nvSpPr>
                    <p:spPr>
                      <a:xfrm>
                        <a:off x="2305751" y="1841904"/>
                        <a:ext cx="68286" cy="1079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1311" y="1188"/>
                            </a:moveTo>
                            <a:lnTo>
                              <a:pt x="2903" y="3754"/>
                            </a:lnTo>
                            <a:lnTo>
                              <a:pt x="6906" y="9918"/>
                            </a:lnTo>
                            <a:lnTo>
                              <a:pt x="0" y="19975"/>
                            </a:lnTo>
                            <a:lnTo>
                              <a:pt x="8431" y="21600"/>
                            </a:lnTo>
                            <a:lnTo>
                              <a:pt x="15976" y="18316"/>
                            </a:lnTo>
                            <a:lnTo>
                              <a:pt x="18572" y="10244"/>
                            </a:lnTo>
                            <a:lnTo>
                              <a:pt x="21600" y="5318"/>
                            </a:lnTo>
                            <a:lnTo>
                              <a:pt x="19816" y="0"/>
                            </a:lnTo>
                            <a:lnTo>
                              <a:pt x="11311" y="1188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1" name="îşľídè"/>
                      <p:cNvSpPr/>
                      <p:nvPr/>
                    </p:nvSpPr>
                    <p:spPr>
                      <a:xfrm>
                        <a:off x="2123371" y="1927258"/>
                        <a:ext cx="43087" cy="5030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701" y="0"/>
                            </a:moveTo>
                            <a:lnTo>
                              <a:pt x="2286" y="8809"/>
                            </a:lnTo>
                            <a:lnTo>
                              <a:pt x="0" y="21600"/>
                            </a:lnTo>
                            <a:lnTo>
                              <a:pt x="15560" y="16644"/>
                            </a:lnTo>
                            <a:lnTo>
                              <a:pt x="21600" y="3209"/>
                            </a:lnTo>
                            <a:lnTo>
                              <a:pt x="9701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2" name="îsḻíḓè"/>
                      <p:cNvSpPr/>
                      <p:nvPr/>
                    </p:nvSpPr>
                    <p:spPr>
                      <a:xfrm>
                        <a:off x="4234346" y="671190"/>
                        <a:ext cx="35418" cy="4857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7459" y="0"/>
                            </a:moveTo>
                            <a:lnTo>
                              <a:pt x="0" y="7565"/>
                            </a:lnTo>
                            <a:lnTo>
                              <a:pt x="9131" y="21600"/>
                            </a:lnTo>
                            <a:lnTo>
                              <a:pt x="21600" y="15555"/>
                            </a:lnTo>
                            <a:lnTo>
                              <a:pt x="17459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3" name="îşḻíďé"/>
                      <p:cNvSpPr/>
                      <p:nvPr/>
                    </p:nvSpPr>
                    <p:spPr>
                      <a:xfrm>
                        <a:off x="4190360" y="737340"/>
                        <a:ext cx="40834" cy="3832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589" y="0"/>
                            </a:moveTo>
                            <a:lnTo>
                              <a:pt x="0" y="7324"/>
                            </a:lnTo>
                            <a:lnTo>
                              <a:pt x="11835" y="21600"/>
                            </a:lnTo>
                            <a:lnTo>
                              <a:pt x="21600" y="7437"/>
                            </a:lnTo>
                            <a:lnTo>
                              <a:pt x="9589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4" name="îSlíḓé"/>
                      <p:cNvSpPr/>
                      <p:nvPr/>
                    </p:nvSpPr>
                    <p:spPr>
                      <a:xfrm>
                        <a:off x="4610555" y="2843631"/>
                        <a:ext cx="84940" cy="688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2863" y="1314"/>
                            </a:moveTo>
                            <a:lnTo>
                              <a:pt x="3082" y="0"/>
                            </a:lnTo>
                            <a:lnTo>
                              <a:pt x="0" y="13744"/>
                            </a:lnTo>
                            <a:lnTo>
                              <a:pt x="4388" y="21412"/>
                            </a:lnTo>
                            <a:lnTo>
                              <a:pt x="16385" y="21600"/>
                            </a:lnTo>
                            <a:lnTo>
                              <a:pt x="21600" y="6584"/>
                            </a:lnTo>
                            <a:lnTo>
                              <a:pt x="12863" y="1314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" name="iSlîdê"/>
                      <p:cNvSpPr/>
                      <p:nvPr/>
                    </p:nvSpPr>
                    <p:spPr>
                      <a:xfrm>
                        <a:off x="4753937" y="2851496"/>
                        <a:ext cx="53883" cy="9241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691" y="0"/>
                            </a:moveTo>
                            <a:lnTo>
                              <a:pt x="0" y="3197"/>
                            </a:lnTo>
                            <a:lnTo>
                              <a:pt x="349" y="9792"/>
                            </a:lnTo>
                            <a:lnTo>
                              <a:pt x="3031" y="18244"/>
                            </a:lnTo>
                            <a:lnTo>
                              <a:pt x="15055" y="21600"/>
                            </a:lnTo>
                            <a:lnTo>
                              <a:pt x="21600" y="13149"/>
                            </a:lnTo>
                            <a:lnTo>
                              <a:pt x="17522" y="4680"/>
                            </a:lnTo>
                            <a:lnTo>
                              <a:pt x="10691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" name="ï$1iḋè"/>
                      <p:cNvSpPr/>
                      <p:nvPr/>
                    </p:nvSpPr>
                    <p:spPr>
                      <a:xfrm>
                        <a:off x="4798381" y="3030377"/>
                        <a:ext cx="36369" cy="6015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036" y="0"/>
                            </a:moveTo>
                            <a:lnTo>
                              <a:pt x="0" y="11875"/>
                            </a:lnTo>
                            <a:lnTo>
                              <a:pt x="4136" y="21600"/>
                            </a:lnTo>
                            <a:lnTo>
                              <a:pt x="17945" y="19175"/>
                            </a:lnTo>
                            <a:lnTo>
                              <a:pt x="21600" y="1742"/>
                            </a:lnTo>
                            <a:lnTo>
                              <a:pt x="9036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7" name="ïṧ1ïḑè"/>
                      <p:cNvSpPr/>
                      <p:nvPr/>
                    </p:nvSpPr>
                    <p:spPr>
                      <a:xfrm>
                        <a:off x="5198113" y="2851239"/>
                        <a:ext cx="41036" cy="6743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1910" y="0"/>
                            </a:moveTo>
                            <a:lnTo>
                              <a:pt x="880" y="2109"/>
                            </a:lnTo>
                            <a:lnTo>
                              <a:pt x="0" y="13088"/>
                            </a:lnTo>
                            <a:lnTo>
                              <a:pt x="7921" y="21600"/>
                            </a:lnTo>
                            <a:lnTo>
                              <a:pt x="21600" y="7612"/>
                            </a:lnTo>
                            <a:lnTo>
                              <a:pt x="11910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8" name="îṣļïḍè"/>
                      <p:cNvSpPr/>
                      <p:nvPr/>
                    </p:nvSpPr>
                    <p:spPr>
                      <a:xfrm>
                        <a:off x="5234657" y="2749387"/>
                        <a:ext cx="41186" cy="4570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3498" y="0"/>
                            </a:moveTo>
                            <a:lnTo>
                              <a:pt x="0" y="9289"/>
                            </a:lnTo>
                            <a:lnTo>
                              <a:pt x="7613" y="17722"/>
                            </a:lnTo>
                            <a:lnTo>
                              <a:pt x="19807" y="21600"/>
                            </a:lnTo>
                            <a:lnTo>
                              <a:pt x="21600" y="4514"/>
                            </a:lnTo>
                            <a:lnTo>
                              <a:pt x="3498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9" name="íṧḻídè"/>
                      <p:cNvSpPr/>
                      <p:nvPr/>
                    </p:nvSpPr>
                    <p:spPr>
                      <a:xfrm>
                        <a:off x="4988943" y="5593945"/>
                        <a:ext cx="743838" cy="23275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0258" extrusionOk="0">
                            <a:moveTo>
                              <a:pt x="0" y="14220"/>
                            </a:moveTo>
                            <a:lnTo>
                              <a:pt x="613" y="10143"/>
                            </a:lnTo>
                            <a:lnTo>
                              <a:pt x="2247" y="6258"/>
                            </a:lnTo>
                            <a:lnTo>
                              <a:pt x="3538" y="5398"/>
                            </a:lnTo>
                            <a:lnTo>
                              <a:pt x="5022" y="3450"/>
                            </a:lnTo>
                            <a:lnTo>
                              <a:pt x="6054" y="2255"/>
                            </a:lnTo>
                            <a:lnTo>
                              <a:pt x="7558" y="1542"/>
                            </a:lnTo>
                            <a:lnTo>
                              <a:pt x="9385" y="0"/>
                            </a:lnTo>
                            <a:cubicBezTo>
                              <a:pt x="9830" y="32"/>
                              <a:pt x="10273" y="131"/>
                              <a:pt x="10715" y="295"/>
                            </a:cubicBezTo>
                            <a:cubicBezTo>
                              <a:pt x="11331" y="526"/>
                              <a:pt x="11942" y="884"/>
                              <a:pt x="12542" y="1369"/>
                            </a:cubicBezTo>
                            <a:lnTo>
                              <a:pt x="14366" y="1488"/>
                            </a:lnTo>
                            <a:lnTo>
                              <a:pt x="15018" y="2024"/>
                            </a:lnTo>
                            <a:cubicBezTo>
                              <a:pt x="15400" y="3033"/>
                              <a:pt x="15828" y="3875"/>
                              <a:pt x="16289" y="4524"/>
                            </a:cubicBezTo>
                            <a:cubicBezTo>
                              <a:pt x="16814" y="5262"/>
                              <a:pt x="17376" y="5742"/>
                              <a:pt x="17952" y="5944"/>
                            </a:cubicBezTo>
                            <a:lnTo>
                              <a:pt x="19084" y="6301"/>
                            </a:lnTo>
                            <a:lnTo>
                              <a:pt x="20389" y="7015"/>
                            </a:lnTo>
                            <a:lnTo>
                              <a:pt x="21600" y="8741"/>
                            </a:lnTo>
                            <a:lnTo>
                              <a:pt x="21441" y="11114"/>
                            </a:lnTo>
                            <a:lnTo>
                              <a:pt x="20766" y="12178"/>
                            </a:lnTo>
                            <a:lnTo>
                              <a:pt x="19161" y="13896"/>
                            </a:lnTo>
                            <a:lnTo>
                              <a:pt x="18031" y="15146"/>
                            </a:lnTo>
                            <a:cubicBezTo>
                              <a:pt x="17549" y="14608"/>
                              <a:pt x="17009" y="14808"/>
                              <a:pt x="16584" y="15681"/>
                            </a:cubicBezTo>
                            <a:cubicBezTo>
                              <a:pt x="16194" y="16484"/>
                              <a:pt x="15934" y="17809"/>
                              <a:pt x="15492" y="18345"/>
                            </a:cubicBezTo>
                            <a:cubicBezTo>
                              <a:pt x="15117" y="18799"/>
                              <a:pt x="14689" y="18593"/>
                              <a:pt x="14381" y="17809"/>
                            </a:cubicBezTo>
                            <a:lnTo>
                              <a:pt x="15053" y="13666"/>
                            </a:lnTo>
                            <a:lnTo>
                              <a:pt x="13847" y="14915"/>
                            </a:lnTo>
                            <a:cubicBezTo>
                              <a:pt x="13591" y="14965"/>
                              <a:pt x="13334" y="14965"/>
                              <a:pt x="13078" y="14915"/>
                            </a:cubicBezTo>
                            <a:cubicBezTo>
                              <a:pt x="12502" y="14804"/>
                              <a:pt x="11934" y="14443"/>
                              <a:pt x="11393" y="13844"/>
                            </a:cubicBezTo>
                            <a:lnTo>
                              <a:pt x="11097" y="11716"/>
                            </a:lnTo>
                            <a:lnTo>
                              <a:pt x="12539" y="11478"/>
                            </a:lnTo>
                            <a:lnTo>
                              <a:pt x="13155" y="9455"/>
                            </a:lnTo>
                            <a:lnTo>
                              <a:pt x="11789" y="9455"/>
                            </a:lnTo>
                            <a:lnTo>
                              <a:pt x="10226" y="11173"/>
                            </a:lnTo>
                            <a:lnTo>
                              <a:pt x="8997" y="10638"/>
                            </a:lnTo>
                            <a:lnTo>
                              <a:pt x="8109" y="9931"/>
                            </a:lnTo>
                            <a:lnTo>
                              <a:pt x="7039" y="9931"/>
                            </a:lnTo>
                            <a:lnTo>
                              <a:pt x="5391" y="9574"/>
                            </a:lnTo>
                            <a:cubicBezTo>
                              <a:pt x="5206" y="9574"/>
                              <a:pt x="5021" y="9574"/>
                              <a:pt x="4835" y="9574"/>
                            </a:cubicBezTo>
                            <a:cubicBezTo>
                              <a:pt x="4650" y="9574"/>
                              <a:pt x="4465" y="9574"/>
                              <a:pt x="4280" y="9574"/>
                            </a:cubicBezTo>
                            <a:lnTo>
                              <a:pt x="3270" y="12133"/>
                            </a:lnTo>
                            <a:lnTo>
                              <a:pt x="5669" y="11821"/>
                            </a:lnTo>
                            <a:lnTo>
                              <a:pt x="7258" y="14246"/>
                            </a:lnTo>
                            <a:lnTo>
                              <a:pt x="6069" y="15793"/>
                            </a:lnTo>
                            <a:lnTo>
                              <a:pt x="5237" y="16976"/>
                            </a:lnTo>
                            <a:cubicBezTo>
                              <a:pt x="5476" y="20061"/>
                              <a:pt x="4041" y="21600"/>
                              <a:pt x="3572" y="18761"/>
                            </a:cubicBezTo>
                            <a:cubicBezTo>
                              <a:pt x="3449" y="18015"/>
                              <a:pt x="3506" y="17140"/>
                              <a:pt x="3453" y="16328"/>
                            </a:cubicBezTo>
                            <a:cubicBezTo>
                              <a:pt x="3385" y="15280"/>
                              <a:pt x="3140" y="14398"/>
                              <a:pt x="2798" y="14127"/>
                            </a:cubicBezTo>
                            <a:cubicBezTo>
                              <a:pt x="2476" y="13872"/>
                              <a:pt x="2134" y="14221"/>
                              <a:pt x="1932" y="15012"/>
                            </a:cubicBezTo>
                            <a:lnTo>
                              <a:pt x="1279" y="15719"/>
                            </a:lnTo>
                            <a:lnTo>
                              <a:pt x="108" y="16433"/>
                            </a:lnTo>
                            <a:lnTo>
                              <a:pt x="0" y="1422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0" name="íṡlïdê"/>
                      <p:cNvSpPr/>
                      <p:nvPr/>
                    </p:nvSpPr>
                    <p:spPr>
                      <a:xfrm>
                        <a:off x="5460781" y="5851724"/>
                        <a:ext cx="177716" cy="7855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450" h="21213" extrusionOk="0">
                            <a:moveTo>
                              <a:pt x="9324" y="5830"/>
                            </a:moveTo>
                            <a:lnTo>
                              <a:pt x="4847" y="6015"/>
                            </a:lnTo>
                            <a:lnTo>
                              <a:pt x="0" y="9579"/>
                            </a:lnTo>
                            <a:lnTo>
                              <a:pt x="5079" y="21213"/>
                            </a:lnTo>
                            <a:lnTo>
                              <a:pt x="12286" y="21213"/>
                            </a:lnTo>
                            <a:lnTo>
                              <a:pt x="15990" y="15119"/>
                            </a:lnTo>
                            <a:lnTo>
                              <a:pt x="21426" y="10133"/>
                            </a:lnTo>
                            <a:cubicBezTo>
                              <a:pt x="21600" y="6572"/>
                              <a:pt x="20830" y="3110"/>
                              <a:pt x="19456" y="1272"/>
                            </a:cubicBezTo>
                            <a:cubicBezTo>
                              <a:pt x="18408" y="-129"/>
                              <a:pt x="17133" y="-387"/>
                              <a:pt x="15990" y="571"/>
                            </a:cubicBezTo>
                            <a:lnTo>
                              <a:pt x="9324" y="583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1" name="išḻiḍè"/>
                      <p:cNvSpPr/>
                      <p:nvPr/>
                    </p:nvSpPr>
                    <p:spPr>
                      <a:xfrm>
                        <a:off x="5320859" y="5814497"/>
                        <a:ext cx="64575" cy="3897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636" y="668"/>
                            </a:moveTo>
                            <a:lnTo>
                              <a:pt x="0" y="6733"/>
                            </a:lnTo>
                            <a:lnTo>
                              <a:pt x="107" y="21600"/>
                            </a:lnTo>
                            <a:lnTo>
                              <a:pt x="16082" y="14778"/>
                            </a:lnTo>
                            <a:lnTo>
                              <a:pt x="21600" y="0"/>
                            </a:lnTo>
                            <a:lnTo>
                              <a:pt x="10636" y="668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2" name="iṥḷîḍe"/>
                      <p:cNvSpPr/>
                      <p:nvPr/>
                    </p:nvSpPr>
                    <p:spPr>
                      <a:xfrm>
                        <a:off x="5226488" y="5850585"/>
                        <a:ext cx="56116" cy="4374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390" y="0"/>
                            </a:moveTo>
                            <a:lnTo>
                              <a:pt x="0" y="9116"/>
                            </a:lnTo>
                            <a:lnTo>
                              <a:pt x="4193" y="21600"/>
                            </a:lnTo>
                            <a:lnTo>
                              <a:pt x="16108" y="16535"/>
                            </a:lnTo>
                            <a:lnTo>
                              <a:pt x="21600" y="3705"/>
                            </a:lnTo>
                            <a:lnTo>
                              <a:pt x="8390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3" name="îṣľïḓe"/>
                      <p:cNvSpPr/>
                      <p:nvPr/>
                    </p:nvSpPr>
                    <p:spPr>
                      <a:xfrm>
                        <a:off x="5351389" y="5301378"/>
                        <a:ext cx="317624" cy="24839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432" h="21600" extrusionOk="0">
                            <a:moveTo>
                              <a:pt x="2011" y="2763"/>
                            </a:moveTo>
                            <a:lnTo>
                              <a:pt x="4225" y="2050"/>
                            </a:lnTo>
                            <a:lnTo>
                              <a:pt x="4801" y="0"/>
                            </a:lnTo>
                            <a:lnTo>
                              <a:pt x="6317" y="125"/>
                            </a:lnTo>
                            <a:lnTo>
                              <a:pt x="8486" y="894"/>
                            </a:lnTo>
                            <a:lnTo>
                              <a:pt x="10100" y="2559"/>
                            </a:lnTo>
                            <a:lnTo>
                              <a:pt x="8722" y="6602"/>
                            </a:lnTo>
                            <a:lnTo>
                              <a:pt x="11161" y="8200"/>
                            </a:lnTo>
                            <a:lnTo>
                              <a:pt x="13007" y="8319"/>
                            </a:lnTo>
                            <a:lnTo>
                              <a:pt x="13745" y="10578"/>
                            </a:lnTo>
                            <a:lnTo>
                              <a:pt x="15077" y="11225"/>
                            </a:lnTo>
                            <a:lnTo>
                              <a:pt x="17845" y="12109"/>
                            </a:lnTo>
                            <a:lnTo>
                              <a:pt x="18814" y="14361"/>
                            </a:lnTo>
                            <a:lnTo>
                              <a:pt x="20924" y="15179"/>
                            </a:lnTo>
                            <a:lnTo>
                              <a:pt x="20094" y="17141"/>
                            </a:lnTo>
                            <a:lnTo>
                              <a:pt x="21063" y="18984"/>
                            </a:lnTo>
                            <a:lnTo>
                              <a:pt x="21432" y="21481"/>
                            </a:lnTo>
                            <a:lnTo>
                              <a:pt x="19691" y="21600"/>
                            </a:lnTo>
                            <a:lnTo>
                              <a:pt x="16507" y="19638"/>
                            </a:lnTo>
                            <a:lnTo>
                              <a:pt x="14345" y="20174"/>
                            </a:lnTo>
                            <a:lnTo>
                              <a:pt x="12228" y="16190"/>
                            </a:lnTo>
                            <a:lnTo>
                              <a:pt x="15504" y="15714"/>
                            </a:lnTo>
                            <a:lnTo>
                              <a:pt x="18272" y="17081"/>
                            </a:lnTo>
                            <a:lnTo>
                              <a:pt x="16427" y="13878"/>
                            </a:lnTo>
                            <a:lnTo>
                              <a:pt x="14212" y="12986"/>
                            </a:lnTo>
                            <a:lnTo>
                              <a:pt x="12389" y="13150"/>
                            </a:lnTo>
                            <a:lnTo>
                              <a:pt x="10313" y="11077"/>
                            </a:lnTo>
                            <a:lnTo>
                              <a:pt x="8618" y="8468"/>
                            </a:lnTo>
                            <a:lnTo>
                              <a:pt x="7107" y="8118"/>
                            </a:lnTo>
                            <a:lnTo>
                              <a:pt x="6143" y="6878"/>
                            </a:lnTo>
                            <a:lnTo>
                              <a:pt x="5867" y="5153"/>
                            </a:lnTo>
                            <a:lnTo>
                              <a:pt x="3796" y="6045"/>
                            </a:lnTo>
                            <a:lnTo>
                              <a:pt x="1818" y="6937"/>
                            </a:lnTo>
                            <a:cubicBezTo>
                              <a:pt x="1194" y="7473"/>
                              <a:pt x="346" y="7126"/>
                              <a:pt x="77" y="6223"/>
                            </a:cubicBezTo>
                            <a:cubicBezTo>
                              <a:pt x="-168" y="5402"/>
                              <a:pt x="194" y="4488"/>
                              <a:pt x="854" y="4261"/>
                            </a:cubicBezTo>
                            <a:lnTo>
                              <a:pt x="2011" y="2763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4" name="ïśļiḍè"/>
                      <p:cNvSpPr/>
                      <p:nvPr/>
                    </p:nvSpPr>
                    <p:spPr>
                      <a:xfrm>
                        <a:off x="5404535" y="5401105"/>
                        <a:ext cx="82146" cy="1489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7232" y="0"/>
                            </a:moveTo>
                            <a:lnTo>
                              <a:pt x="6579" y="4363"/>
                            </a:lnTo>
                            <a:lnTo>
                              <a:pt x="409" y="9021"/>
                            </a:lnTo>
                            <a:lnTo>
                              <a:pt x="0" y="12293"/>
                            </a:lnTo>
                            <a:lnTo>
                              <a:pt x="4904" y="15849"/>
                            </a:lnTo>
                            <a:lnTo>
                              <a:pt x="12094" y="19320"/>
                            </a:lnTo>
                            <a:lnTo>
                              <a:pt x="17646" y="21600"/>
                            </a:lnTo>
                            <a:lnTo>
                              <a:pt x="21600" y="18031"/>
                            </a:lnTo>
                            <a:lnTo>
                              <a:pt x="21600" y="12392"/>
                            </a:lnTo>
                            <a:lnTo>
                              <a:pt x="18545" y="9529"/>
                            </a:lnTo>
                            <a:lnTo>
                              <a:pt x="15016" y="6393"/>
                            </a:lnTo>
                            <a:lnTo>
                              <a:pt x="14499" y="3531"/>
                            </a:lnTo>
                            <a:lnTo>
                              <a:pt x="7232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5" name="ïṩ1ïḓê"/>
                      <p:cNvSpPr/>
                      <p:nvPr/>
                    </p:nvSpPr>
                    <p:spPr>
                      <a:xfrm>
                        <a:off x="5686924" y="5497159"/>
                        <a:ext cx="56079" cy="9372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0973" h="21211" extrusionOk="0">
                            <a:moveTo>
                              <a:pt x="11293" y="0"/>
                            </a:moveTo>
                            <a:lnTo>
                              <a:pt x="6627" y="5552"/>
                            </a:lnTo>
                            <a:lnTo>
                              <a:pt x="112" y="8400"/>
                            </a:lnTo>
                            <a:lnTo>
                              <a:pt x="0" y="15188"/>
                            </a:lnTo>
                            <a:lnTo>
                              <a:pt x="4724" y="20914"/>
                            </a:lnTo>
                            <a:cubicBezTo>
                              <a:pt x="8686" y="21600"/>
                              <a:pt x="12952" y="21081"/>
                              <a:pt x="16167" y="19521"/>
                            </a:cubicBezTo>
                            <a:cubicBezTo>
                              <a:pt x="19834" y="17742"/>
                              <a:pt x="21600" y="14892"/>
                              <a:pt x="20771" y="12093"/>
                            </a:cubicBezTo>
                            <a:lnTo>
                              <a:pt x="18469" y="3584"/>
                            </a:lnTo>
                            <a:lnTo>
                              <a:pt x="11293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6" name="işḷiḓê"/>
                      <p:cNvSpPr/>
                      <p:nvPr/>
                    </p:nvSpPr>
                    <p:spPr>
                      <a:xfrm>
                        <a:off x="5806327" y="5532384"/>
                        <a:ext cx="116920" cy="583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0516" h="20408" extrusionOk="0">
                            <a:moveTo>
                              <a:pt x="4937" y="0"/>
                            </a:moveTo>
                            <a:lnTo>
                              <a:pt x="649" y="3882"/>
                            </a:lnTo>
                            <a:lnTo>
                              <a:pt x="0" y="17047"/>
                            </a:lnTo>
                            <a:lnTo>
                              <a:pt x="5619" y="16300"/>
                            </a:lnTo>
                            <a:lnTo>
                              <a:pt x="11978" y="14148"/>
                            </a:lnTo>
                            <a:cubicBezTo>
                              <a:pt x="12597" y="18932"/>
                              <a:pt x="15156" y="21600"/>
                              <a:pt x="17481" y="19887"/>
                            </a:cubicBezTo>
                            <a:cubicBezTo>
                              <a:pt x="21175" y="17165"/>
                              <a:pt x="21600" y="7095"/>
                              <a:pt x="18187" y="3182"/>
                            </a:cubicBezTo>
                            <a:lnTo>
                              <a:pt x="13868" y="313"/>
                            </a:lnTo>
                            <a:lnTo>
                              <a:pt x="4937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7" name="íṥliḓê"/>
                      <p:cNvSpPr/>
                      <p:nvPr/>
                    </p:nvSpPr>
                    <p:spPr>
                      <a:xfrm>
                        <a:off x="5725972" y="5590926"/>
                        <a:ext cx="71504" cy="6131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456" extrusionOk="0">
                            <a:moveTo>
                              <a:pt x="12529" y="0"/>
                            </a:moveTo>
                            <a:lnTo>
                              <a:pt x="9020" y="6402"/>
                            </a:lnTo>
                            <a:lnTo>
                              <a:pt x="0" y="10890"/>
                            </a:lnTo>
                            <a:lnTo>
                              <a:pt x="1726" y="19983"/>
                            </a:lnTo>
                            <a:cubicBezTo>
                              <a:pt x="4112" y="21109"/>
                              <a:pt x="6687" y="21600"/>
                              <a:pt x="9259" y="21419"/>
                            </a:cubicBezTo>
                            <a:cubicBezTo>
                              <a:pt x="14047" y="21082"/>
                              <a:pt x="18507" y="18488"/>
                              <a:pt x="21600" y="14240"/>
                            </a:cubicBezTo>
                            <a:lnTo>
                              <a:pt x="12529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8" name="îṧlîḓé"/>
                      <p:cNvSpPr/>
                      <p:nvPr/>
                    </p:nvSpPr>
                    <p:spPr>
                      <a:xfrm>
                        <a:off x="5582425" y="5573150"/>
                        <a:ext cx="36293" cy="500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532" y="0"/>
                            </a:moveTo>
                            <a:lnTo>
                              <a:pt x="0" y="8076"/>
                            </a:lnTo>
                            <a:lnTo>
                              <a:pt x="7701" y="21600"/>
                            </a:lnTo>
                            <a:lnTo>
                              <a:pt x="21600" y="12165"/>
                            </a:lnTo>
                            <a:lnTo>
                              <a:pt x="10532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9" name="ïṩļiďê"/>
                      <p:cNvSpPr/>
                      <p:nvPr/>
                    </p:nvSpPr>
                    <p:spPr>
                      <a:xfrm>
                        <a:off x="5716593" y="5613963"/>
                        <a:ext cx="403114" cy="23800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442" h="21600" extrusionOk="0">
                            <a:moveTo>
                              <a:pt x="10688" y="2269"/>
                            </a:moveTo>
                            <a:lnTo>
                              <a:pt x="8365" y="5138"/>
                            </a:lnTo>
                            <a:lnTo>
                              <a:pt x="6581" y="4846"/>
                            </a:lnTo>
                            <a:lnTo>
                              <a:pt x="5179" y="5025"/>
                            </a:lnTo>
                            <a:lnTo>
                              <a:pt x="3513" y="7003"/>
                            </a:lnTo>
                            <a:lnTo>
                              <a:pt x="2812" y="9539"/>
                            </a:lnTo>
                            <a:lnTo>
                              <a:pt x="3993" y="10283"/>
                            </a:lnTo>
                            <a:lnTo>
                              <a:pt x="4866" y="12828"/>
                            </a:lnTo>
                            <a:lnTo>
                              <a:pt x="3561" y="14674"/>
                            </a:lnTo>
                            <a:lnTo>
                              <a:pt x="3379" y="16597"/>
                            </a:lnTo>
                            <a:lnTo>
                              <a:pt x="907" y="17342"/>
                            </a:lnTo>
                            <a:lnTo>
                              <a:pt x="0" y="20483"/>
                            </a:lnTo>
                            <a:lnTo>
                              <a:pt x="1965" y="21600"/>
                            </a:lnTo>
                            <a:cubicBezTo>
                              <a:pt x="2527" y="21022"/>
                              <a:pt x="3095" y="20464"/>
                              <a:pt x="3670" y="19925"/>
                            </a:cubicBezTo>
                            <a:cubicBezTo>
                              <a:pt x="4635" y="19021"/>
                              <a:pt x="5617" y="18172"/>
                              <a:pt x="6616" y="17381"/>
                            </a:cubicBezTo>
                            <a:cubicBezTo>
                              <a:pt x="6992" y="15657"/>
                              <a:pt x="8163" y="14875"/>
                              <a:pt x="9125" y="15705"/>
                            </a:cubicBezTo>
                            <a:cubicBezTo>
                              <a:pt x="9895" y="16371"/>
                              <a:pt x="10265" y="17898"/>
                              <a:pt x="9993" y="19297"/>
                            </a:cubicBezTo>
                            <a:lnTo>
                              <a:pt x="11916" y="15876"/>
                            </a:lnTo>
                            <a:cubicBezTo>
                              <a:pt x="11807" y="14699"/>
                              <a:pt x="12006" y="13499"/>
                              <a:pt x="12461" y="12595"/>
                            </a:cubicBezTo>
                            <a:cubicBezTo>
                              <a:pt x="13240" y="11050"/>
                              <a:pt x="14550" y="10660"/>
                              <a:pt x="15589" y="11665"/>
                            </a:cubicBezTo>
                            <a:lnTo>
                              <a:pt x="18025" y="8500"/>
                            </a:lnTo>
                            <a:cubicBezTo>
                              <a:pt x="18812" y="9933"/>
                              <a:pt x="20144" y="9933"/>
                              <a:pt x="20930" y="8500"/>
                            </a:cubicBezTo>
                            <a:cubicBezTo>
                              <a:pt x="21483" y="7493"/>
                              <a:pt x="21600" y="5997"/>
                              <a:pt x="21221" y="4778"/>
                            </a:cubicBezTo>
                            <a:lnTo>
                              <a:pt x="16857" y="0"/>
                            </a:lnTo>
                            <a:cubicBezTo>
                              <a:pt x="16003" y="558"/>
                              <a:pt x="15155" y="1138"/>
                              <a:pt x="14311" y="1740"/>
                            </a:cubicBezTo>
                            <a:cubicBezTo>
                              <a:pt x="13470" y="2341"/>
                              <a:pt x="12633" y="2964"/>
                              <a:pt x="11802" y="3609"/>
                            </a:cubicBezTo>
                            <a:lnTo>
                              <a:pt x="10688" y="2269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0" name="ísľîde"/>
                      <p:cNvSpPr/>
                      <p:nvPr/>
                    </p:nvSpPr>
                    <p:spPr>
                      <a:xfrm>
                        <a:off x="6151374" y="5634611"/>
                        <a:ext cx="96397" cy="6234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3916" y="0"/>
                            </a:moveTo>
                            <a:lnTo>
                              <a:pt x="7327" y="1214"/>
                            </a:lnTo>
                            <a:lnTo>
                              <a:pt x="0" y="10763"/>
                            </a:lnTo>
                            <a:lnTo>
                              <a:pt x="5173" y="21600"/>
                            </a:lnTo>
                            <a:lnTo>
                              <a:pt x="16698" y="11889"/>
                            </a:lnTo>
                            <a:lnTo>
                              <a:pt x="21600" y="6440"/>
                            </a:lnTo>
                            <a:lnTo>
                              <a:pt x="13916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1" name="íśḻïḍé"/>
                      <p:cNvSpPr/>
                      <p:nvPr/>
                    </p:nvSpPr>
                    <p:spPr>
                      <a:xfrm>
                        <a:off x="4528164" y="7085119"/>
                        <a:ext cx="187193" cy="10387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0918" h="21600" extrusionOk="0">
                            <a:moveTo>
                              <a:pt x="9444" y="0"/>
                            </a:moveTo>
                            <a:cubicBezTo>
                              <a:pt x="8750" y="158"/>
                              <a:pt x="8056" y="316"/>
                              <a:pt x="7362" y="474"/>
                            </a:cubicBezTo>
                            <a:cubicBezTo>
                              <a:pt x="6669" y="632"/>
                              <a:pt x="5975" y="790"/>
                              <a:pt x="5281" y="948"/>
                            </a:cubicBezTo>
                            <a:lnTo>
                              <a:pt x="0" y="7666"/>
                            </a:lnTo>
                            <a:lnTo>
                              <a:pt x="1291" y="12904"/>
                            </a:lnTo>
                            <a:lnTo>
                              <a:pt x="730" y="18969"/>
                            </a:lnTo>
                            <a:lnTo>
                              <a:pt x="4168" y="21600"/>
                            </a:lnTo>
                            <a:lnTo>
                              <a:pt x="6919" y="17642"/>
                            </a:lnTo>
                            <a:lnTo>
                              <a:pt x="11708" y="14231"/>
                            </a:lnTo>
                            <a:lnTo>
                              <a:pt x="14649" y="18187"/>
                            </a:lnTo>
                            <a:cubicBezTo>
                              <a:pt x="15852" y="19903"/>
                              <a:pt x="17488" y="20126"/>
                              <a:pt x="18814" y="18756"/>
                            </a:cubicBezTo>
                            <a:cubicBezTo>
                              <a:pt x="21018" y="16477"/>
                              <a:pt x="21600" y="11064"/>
                              <a:pt x="20036" y="7382"/>
                            </a:cubicBezTo>
                            <a:lnTo>
                              <a:pt x="10281" y="7951"/>
                            </a:lnTo>
                            <a:lnTo>
                              <a:pt x="9444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2" name="íṣḷîḍe"/>
                      <p:cNvSpPr/>
                      <p:nvPr/>
                    </p:nvSpPr>
                    <p:spPr>
                      <a:xfrm>
                        <a:off x="693491" y="4250061"/>
                        <a:ext cx="145613" cy="37224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258"/>
                            </a:moveTo>
                            <a:lnTo>
                              <a:pt x="6998" y="0"/>
                            </a:lnTo>
                            <a:lnTo>
                              <a:pt x="7417" y="2219"/>
                            </a:lnTo>
                            <a:lnTo>
                              <a:pt x="11745" y="4335"/>
                            </a:lnTo>
                            <a:lnTo>
                              <a:pt x="14449" y="6610"/>
                            </a:lnTo>
                            <a:lnTo>
                              <a:pt x="16072" y="9777"/>
                            </a:lnTo>
                            <a:lnTo>
                              <a:pt x="16207" y="11728"/>
                            </a:lnTo>
                            <a:lnTo>
                              <a:pt x="18084" y="13467"/>
                            </a:lnTo>
                            <a:lnTo>
                              <a:pt x="18084" y="15319"/>
                            </a:lnTo>
                            <a:lnTo>
                              <a:pt x="20112" y="18168"/>
                            </a:lnTo>
                            <a:lnTo>
                              <a:pt x="21600" y="20602"/>
                            </a:lnTo>
                            <a:lnTo>
                              <a:pt x="17948" y="21600"/>
                            </a:lnTo>
                            <a:lnTo>
                              <a:pt x="14905" y="18863"/>
                            </a:lnTo>
                            <a:lnTo>
                              <a:pt x="13687" y="14313"/>
                            </a:lnTo>
                            <a:cubicBezTo>
                              <a:pt x="12597" y="13444"/>
                              <a:pt x="11654" y="12547"/>
                              <a:pt x="10865" y="11629"/>
                            </a:cubicBezTo>
                            <a:cubicBezTo>
                              <a:pt x="10077" y="10711"/>
                              <a:pt x="9445" y="9775"/>
                              <a:pt x="8972" y="8825"/>
                            </a:cubicBezTo>
                            <a:lnTo>
                              <a:pt x="7501" y="6299"/>
                            </a:lnTo>
                            <a:lnTo>
                              <a:pt x="5522" y="3819"/>
                            </a:lnTo>
                            <a:lnTo>
                              <a:pt x="0" y="258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</p:grpSp>
              </p:grpSp>
              <p:sp>
                <p:nvSpPr>
                  <p:cNvPr id="32" name="ïşľîḍé"/>
                  <p:cNvSpPr/>
                  <p:nvPr/>
                </p:nvSpPr>
                <p:spPr>
                  <a:xfrm>
                    <a:off x="0" y="0"/>
                    <a:ext cx="14522768" cy="14522768"/>
                  </a:xfrm>
                  <a:prstGeom prst="ellipse">
                    <a:avLst/>
                  </a:prstGeom>
                  <a:noFill/>
                  <a:ln w="25400" cap="flat">
                    <a:solidFill>
                      <a:srgbClr val="DCDEE0"/>
                    </a:solidFill>
                    <a:custDash>
                      <a:ds d="200000" sp="200000"/>
                    </a:custDash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 algn="ctr">
                      <a:defRPr sz="3200" cap="none"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3" name="iśļîďe"/>
                  <p:cNvSpPr/>
                  <p:nvPr/>
                </p:nvSpPr>
                <p:spPr>
                  <a:xfrm>
                    <a:off x="1044416" y="1044416"/>
                    <a:ext cx="12433936" cy="12433936"/>
                  </a:xfrm>
                  <a:prstGeom prst="ellipse">
                    <a:avLst/>
                  </a:prstGeom>
                  <a:noFill/>
                  <a:ln w="25400" cap="flat">
                    <a:solidFill>
                      <a:srgbClr val="A6AAA9"/>
                    </a:solidFill>
                    <a:custDash>
                      <a:ds d="200000" sp="200000"/>
                    </a:custDash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 algn="ctr">
                      <a:defRPr sz="3200" cap="none"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  <p:sp>
              <p:nvSpPr>
                <p:cNvPr id="22" name="iš1ïḑé"/>
                <p:cNvSpPr/>
                <p:nvPr/>
              </p:nvSpPr>
              <p:spPr>
                <a:xfrm>
                  <a:off x="4300367" y="10222532"/>
                  <a:ext cx="653614" cy="9310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21" y="0"/>
                      </a:moveTo>
                      <a:cubicBezTo>
                        <a:pt x="4975" y="0"/>
                        <a:pt x="0" y="3298"/>
                        <a:pt x="0" y="7618"/>
                      </a:cubicBezTo>
                      <a:cubicBezTo>
                        <a:pt x="0" y="13164"/>
                        <a:pt x="10821" y="21600"/>
                        <a:pt x="10821" y="21600"/>
                      </a:cubicBezTo>
                      <a:cubicBezTo>
                        <a:pt x="10821" y="21600"/>
                        <a:pt x="21600" y="13164"/>
                        <a:pt x="21600" y="7618"/>
                      </a:cubicBezTo>
                      <a:cubicBezTo>
                        <a:pt x="21600" y="3298"/>
                        <a:pt x="16666" y="0"/>
                        <a:pt x="10821" y="0"/>
                      </a:cubicBezTo>
                      <a:close/>
                      <a:moveTo>
                        <a:pt x="10821" y="10304"/>
                      </a:moveTo>
                      <a:cubicBezTo>
                        <a:pt x="8748" y="10304"/>
                        <a:pt x="7007" y="9165"/>
                        <a:pt x="7007" y="7618"/>
                      </a:cubicBezTo>
                      <a:cubicBezTo>
                        <a:pt x="7007" y="6071"/>
                        <a:pt x="8748" y="4962"/>
                        <a:pt x="10821" y="4962"/>
                      </a:cubicBezTo>
                      <a:cubicBezTo>
                        <a:pt x="12852" y="4962"/>
                        <a:pt x="14593" y="6071"/>
                        <a:pt x="14593" y="7618"/>
                      </a:cubicBezTo>
                      <a:cubicBezTo>
                        <a:pt x="14593" y="9165"/>
                        <a:pt x="12852" y="10304"/>
                        <a:pt x="10821" y="1030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23" name="íṧľiḑè"/>
                <p:cNvSpPr/>
                <p:nvPr/>
              </p:nvSpPr>
              <p:spPr>
                <a:xfrm>
                  <a:off x="1218357" y="8586048"/>
                  <a:ext cx="486517" cy="6930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21" y="0"/>
                      </a:moveTo>
                      <a:cubicBezTo>
                        <a:pt x="4975" y="0"/>
                        <a:pt x="0" y="3298"/>
                        <a:pt x="0" y="7618"/>
                      </a:cubicBezTo>
                      <a:cubicBezTo>
                        <a:pt x="0" y="13164"/>
                        <a:pt x="10821" y="21600"/>
                        <a:pt x="10821" y="21600"/>
                      </a:cubicBezTo>
                      <a:cubicBezTo>
                        <a:pt x="10821" y="21600"/>
                        <a:pt x="21600" y="13164"/>
                        <a:pt x="21600" y="7618"/>
                      </a:cubicBezTo>
                      <a:cubicBezTo>
                        <a:pt x="21600" y="3298"/>
                        <a:pt x="16666" y="0"/>
                        <a:pt x="10821" y="0"/>
                      </a:cubicBezTo>
                      <a:close/>
                      <a:moveTo>
                        <a:pt x="10821" y="10304"/>
                      </a:moveTo>
                      <a:cubicBezTo>
                        <a:pt x="8748" y="10304"/>
                        <a:pt x="7007" y="9165"/>
                        <a:pt x="7007" y="7618"/>
                      </a:cubicBezTo>
                      <a:cubicBezTo>
                        <a:pt x="7007" y="6071"/>
                        <a:pt x="8748" y="4962"/>
                        <a:pt x="10821" y="4962"/>
                      </a:cubicBezTo>
                      <a:cubicBezTo>
                        <a:pt x="12852" y="4962"/>
                        <a:pt x="14593" y="6071"/>
                        <a:pt x="14593" y="7618"/>
                      </a:cubicBezTo>
                      <a:cubicBezTo>
                        <a:pt x="14593" y="9165"/>
                        <a:pt x="12852" y="10304"/>
                        <a:pt x="10821" y="1030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24" name="iṧľïḋe"/>
                <p:cNvSpPr/>
                <p:nvPr/>
              </p:nvSpPr>
              <p:spPr>
                <a:xfrm>
                  <a:off x="4896820" y="9490432"/>
                  <a:ext cx="486517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21" y="0"/>
                      </a:moveTo>
                      <a:cubicBezTo>
                        <a:pt x="4975" y="0"/>
                        <a:pt x="0" y="3298"/>
                        <a:pt x="0" y="7618"/>
                      </a:cubicBezTo>
                      <a:cubicBezTo>
                        <a:pt x="0" y="13164"/>
                        <a:pt x="10821" y="21600"/>
                        <a:pt x="10821" y="21600"/>
                      </a:cubicBezTo>
                      <a:cubicBezTo>
                        <a:pt x="10821" y="21600"/>
                        <a:pt x="21600" y="13164"/>
                        <a:pt x="21600" y="7618"/>
                      </a:cubicBezTo>
                      <a:cubicBezTo>
                        <a:pt x="21600" y="3298"/>
                        <a:pt x="16666" y="0"/>
                        <a:pt x="10821" y="0"/>
                      </a:cubicBezTo>
                      <a:close/>
                      <a:moveTo>
                        <a:pt x="10821" y="10304"/>
                      </a:moveTo>
                      <a:cubicBezTo>
                        <a:pt x="8748" y="10304"/>
                        <a:pt x="7007" y="9165"/>
                        <a:pt x="7007" y="7618"/>
                      </a:cubicBezTo>
                      <a:cubicBezTo>
                        <a:pt x="7007" y="6071"/>
                        <a:pt x="8748" y="4962"/>
                        <a:pt x="10821" y="4962"/>
                      </a:cubicBezTo>
                      <a:cubicBezTo>
                        <a:pt x="12852" y="4962"/>
                        <a:pt x="14593" y="6071"/>
                        <a:pt x="14593" y="7618"/>
                      </a:cubicBezTo>
                      <a:cubicBezTo>
                        <a:pt x="14593" y="9165"/>
                        <a:pt x="12852" y="10304"/>
                        <a:pt x="10821" y="103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25" name="îṡḻíḍê"/>
                <p:cNvSpPr/>
                <p:nvPr/>
              </p:nvSpPr>
              <p:spPr>
                <a:xfrm rot="18802755">
                  <a:off x="-1525587" y="6310570"/>
                  <a:ext cx="728202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A6AAA9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26" name="íŝḷïḑê"/>
                <p:cNvSpPr/>
                <p:nvPr/>
              </p:nvSpPr>
              <p:spPr>
                <a:xfrm rot="1021271">
                  <a:off x="4893223" y="4646870"/>
                  <a:ext cx="728203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A6AAA9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27" name="íṧľîḓè"/>
                <p:cNvSpPr/>
                <p:nvPr/>
              </p:nvSpPr>
              <p:spPr>
                <a:xfrm rot="5387886">
                  <a:off x="9223923" y="10526970"/>
                  <a:ext cx="728203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A6AAA9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28" name="îṥḻiḋé"/>
                <p:cNvSpPr/>
                <p:nvPr/>
              </p:nvSpPr>
              <p:spPr>
                <a:xfrm rot="14608625">
                  <a:off x="9630323" y="7593270"/>
                  <a:ext cx="728203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29" name="îṣľïḓé"/>
                <p:cNvSpPr/>
                <p:nvPr/>
              </p:nvSpPr>
              <p:spPr>
                <a:xfrm rot="9921958">
                  <a:off x="1311824" y="3516570"/>
                  <a:ext cx="728202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0" name="i$1íďé"/>
                <p:cNvSpPr/>
                <p:nvPr/>
              </p:nvSpPr>
              <p:spPr>
                <a:xfrm rot="5805315">
                  <a:off x="-4174576" y="9505968"/>
                  <a:ext cx="728202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</p:grpSp>
        </p:grpSp>
        <p:grpSp>
          <p:nvGrpSpPr>
            <p:cNvPr id="7" name="îṩļîḋè"/>
            <p:cNvGrpSpPr/>
            <p:nvPr/>
          </p:nvGrpSpPr>
          <p:grpSpPr>
            <a:xfrm>
              <a:off x="687280" y="2639453"/>
              <a:ext cx="3791329" cy="1998194"/>
              <a:chOff x="687278" y="2398652"/>
              <a:chExt cx="3524773" cy="1998194"/>
            </a:xfrm>
          </p:grpSpPr>
          <p:sp>
            <p:nvSpPr>
              <p:cNvPr id="17" name="iŝļiḑê"/>
              <p:cNvSpPr/>
              <p:nvPr/>
            </p:nvSpPr>
            <p:spPr>
              <a:xfrm>
                <a:off x="687278" y="2840457"/>
                <a:ext cx="3524773" cy="15563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8" name="ïṩ1îďê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  <p:grpSp>
          <p:nvGrpSpPr>
            <p:cNvPr id="8" name="iS1îdé"/>
            <p:cNvGrpSpPr/>
            <p:nvPr/>
          </p:nvGrpSpPr>
          <p:grpSpPr>
            <a:xfrm>
              <a:off x="8208339" y="1275325"/>
              <a:ext cx="3312150" cy="1198477"/>
              <a:chOff x="7686225" y="1275325"/>
              <a:chExt cx="3834264" cy="1198477"/>
            </a:xfrm>
          </p:grpSpPr>
          <p:sp>
            <p:nvSpPr>
              <p:cNvPr id="15" name="iṡ1ïḋé"/>
              <p:cNvSpPr/>
              <p:nvPr/>
            </p:nvSpPr>
            <p:spPr bwMode="auto">
              <a:xfrm>
                <a:off x="7686225" y="1666883"/>
                <a:ext cx="3834264" cy="806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6" name="iṥ1íḓé"/>
              <p:cNvSpPr txBox="1"/>
              <p:nvPr/>
            </p:nvSpPr>
            <p:spPr bwMode="auto">
              <a:xfrm>
                <a:off x="7686225" y="1275325"/>
                <a:ext cx="3834264" cy="3915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</a:rPr>
                  <a:t>01.Text here</a:t>
                </a:r>
                <a:endParaRPr lang="en-US" altLang="zh-CN" sz="1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iš1ïḑè"/>
            <p:cNvGrpSpPr/>
            <p:nvPr/>
          </p:nvGrpSpPr>
          <p:grpSpPr>
            <a:xfrm>
              <a:off x="8208339" y="2829762"/>
              <a:ext cx="3312150" cy="1198477"/>
              <a:chOff x="7686225" y="1275325"/>
              <a:chExt cx="3834264" cy="1198477"/>
            </a:xfrm>
          </p:grpSpPr>
          <p:sp>
            <p:nvSpPr>
              <p:cNvPr id="13" name="îśḻiḓè"/>
              <p:cNvSpPr/>
              <p:nvPr/>
            </p:nvSpPr>
            <p:spPr bwMode="auto">
              <a:xfrm>
                <a:off x="7686225" y="1666883"/>
                <a:ext cx="3834264" cy="806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4" name="îšḻïḍê"/>
              <p:cNvSpPr txBox="1"/>
              <p:nvPr/>
            </p:nvSpPr>
            <p:spPr bwMode="auto">
              <a:xfrm>
                <a:off x="7686225" y="1275325"/>
                <a:ext cx="3834264" cy="39155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</a:rPr>
                  <a:t>02.Text here</a:t>
                </a:r>
                <a:endParaRPr lang="en-US" altLang="zh-CN" sz="1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íṩľiḍe"/>
            <p:cNvGrpSpPr/>
            <p:nvPr/>
          </p:nvGrpSpPr>
          <p:grpSpPr>
            <a:xfrm>
              <a:off x="8208339" y="4384198"/>
              <a:ext cx="3312150" cy="1198477"/>
              <a:chOff x="7686225" y="1275325"/>
              <a:chExt cx="3834264" cy="1198477"/>
            </a:xfrm>
          </p:grpSpPr>
          <p:sp>
            <p:nvSpPr>
              <p:cNvPr id="11" name="ïṩḻiḋê"/>
              <p:cNvSpPr/>
              <p:nvPr/>
            </p:nvSpPr>
            <p:spPr bwMode="auto">
              <a:xfrm>
                <a:off x="7686225" y="1666883"/>
                <a:ext cx="3834264" cy="806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2" name="îSḷîďè"/>
              <p:cNvSpPr txBox="1"/>
              <p:nvPr/>
            </p:nvSpPr>
            <p:spPr bwMode="auto">
              <a:xfrm>
                <a:off x="7686225" y="1275325"/>
                <a:ext cx="3834264" cy="39155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</a:rPr>
                  <a:t>03.Text here</a:t>
                </a:r>
                <a:endParaRPr lang="en-US" altLang="zh-CN" sz="1800" b="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90" name="图片 89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ce3a2b1-4bc3-4e65-9a52-0ccb868cfb2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1511" y="1142000"/>
            <a:ext cx="10848977" cy="4998825"/>
            <a:chOff x="671511" y="1142000"/>
            <a:chExt cx="10848977" cy="4998825"/>
          </a:xfrm>
        </p:grpSpPr>
        <p:cxnSp>
          <p:nvCxnSpPr>
            <p:cNvPr id="6" name="直接连接符 5"/>
            <p:cNvCxnSpPr>
              <a:stCxn id="10" idx="2"/>
              <a:endCxn id="21" idx="2"/>
            </p:cNvCxnSpPr>
            <p:nvPr/>
          </p:nvCxnSpPr>
          <p:spPr>
            <a:xfrm flipH="1" flipV="1">
              <a:off x="7751295" y="3429000"/>
              <a:ext cx="2" cy="1057332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>
              <a:stCxn id="11" idx="2"/>
              <a:endCxn id="19" idx="2"/>
            </p:cNvCxnSpPr>
            <p:nvPr/>
          </p:nvCxnSpPr>
          <p:spPr>
            <a:xfrm flipH="1" flipV="1">
              <a:off x="10017314" y="2237699"/>
              <a:ext cx="2" cy="224863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9" idx="2"/>
              <a:endCxn id="23" idx="2"/>
            </p:cNvCxnSpPr>
            <p:nvPr/>
          </p:nvCxnSpPr>
          <p:spPr>
            <a:xfrm flipH="1" flipV="1">
              <a:off x="5485279" y="4286035"/>
              <a:ext cx="1" cy="200297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í$ľïḓé"/>
            <p:cNvSpPr/>
            <p:nvPr/>
          </p:nvSpPr>
          <p:spPr>
            <a:xfrm flipV="1">
              <a:off x="3982107" y="4486332"/>
              <a:ext cx="3006345" cy="1654493"/>
            </a:xfrm>
            <a:custGeom>
              <a:avLst/>
              <a:gdLst>
                <a:gd name="connsiteX0" fmla="*/ 0 w 3390900"/>
                <a:gd name="connsiteY0" fmla="*/ 0 h 1695450"/>
                <a:gd name="connsiteX1" fmla="*/ 3390900 w 3390900"/>
                <a:gd name="connsiteY1" fmla="*/ 0 h 1695450"/>
                <a:gd name="connsiteX2" fmla="*/ 1695450 w 3390900"/>
                <a:gd name="connsiteY2" fmla="*/ 1695450 h 1695450"/>
                <a:gd name="connsiteX3" fmla="*/ 0 w 3390900"/>
                <a:gd name="connsiteY3" fmla="*/ 0 h 169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ïṥ1íḓe"/>
            <p:cNvSpPr/>
            <p:nvPr/>
          </p:nvSpPr>
          <p:spPr>
            <a:xfrm flipV="1">
              <a:off x="6248124" y="4486332"/>
              <a:ext cx="3006345" cy="1654493"/>
            </a:xfrm>
            <a:custGeom>
              <a:avLst/>
              <a:gdLst>
                <a:gd name="connsiteX0" fmla="*/ 0 w 3390900"/>
                <a:gd name="connsiteY0" fmla="*/ 0 h 1695450"/>
                <a:gd name="connsiteX1" fmla="*/ 3390900 w 3390900"/>
                <a:gd name="connsiteY1" fmla="*/ 0 h 1695450"/>
                <a:gd name="connsiteX2" fmla="*/ 1695450 w 3390900"/>
                <a:gd name="connsiteY2" fmla="*/ 1695450 h 1695450"/>
                <a:gd name="connsiteX3" fmla="*/ 0 w 3390900"/>
                <a:gd name="connsiteY3" fmla="*/ 0 h 169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chemeClr val="accent3">
                <a:alpha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i$ļíḋé"/>
            <p:cNvSpPr/>
            <p:nvPr/>
          </p:nvSpPr>
          <p:spPr>
            <a:xfrm flipV="1">
              <a:off x="8514143" y="4486332"/>
              <a:ext cx="3006345" cy="1654493"/>
            </a:xfrm>
            <a:custGeom>
              <a:avLst/>
              <a:gdLst>
                <a:gd name="connsiteX0" fmla="*/ 0 w 3390900"/>
                <a:gd name="connsiteY0" fmla="*/ 0 h 1695450"/>
                <a:gd name="connsiteX1" fmla="*/ 3390900 w 3390900"/>
                <a:gd name="connsiteY1" fmla="*/ 0 h 1695450"/>
                <a:gd name="connsiteX2" fmla="*/ 1695450 w 3390900"/>
                <a:gd name="connsiteY2" fmla="*/ 1695450 h 1695450"/>
                <a:gd name="connsiteX3" fmla="*/ 0 w 3390900"/>
                <a:gd name="connsiteY3" fmla="*/ 0 h 169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chemeClr val="accent4">
                <a:alpha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îṡļïḋè"/>
            <p:cNvSpPr/>
            <p:nvPr/>
          </p:nvSpPr>
          <p:spPr bwMode="auto">
            <a:xfrm>
              <a:off x="7496420" y="5101636"/>
              <a:ext cx="509753" cy="430778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îṩḷíḑé"/>
            <p:cNvSpPr/>
            <p:nvPr/>
          </p:nvSpPr>
          <p:spPr bwMode="auto">
            <a:xfrm>
              <a:off x="5188831" y="5066505"/>
              <a:ext cx="592896" cy="501040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ïŝľîde"/>
            <p:cNvSpPr/>
            <p:nvPr/>
          </p:nvSpPr>
          <p:spPr bwMode="auto">
            <a:xfrm>
              <a:off x="9715173" y="5061693"/>
              <a:ext cx="604285" cy="510664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isḻíďê"/>
            <p:cNvSpPr txBox="1"/>
            <p:nvPr/>
          </p:nvSpPr>
          <p:spPr>
            <a:xfrm>
              <a:off x="671511" y="1142000"/>
              <a:ext cx="4209489" cy="1991682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/>
                <a:t>Unified fonts make reading more fluent.</a:t>
              </a:r>
              <a:endParaRPr lang="en-US" altLang="zh-CN" sz="1100" dirty="0"/>
            </a:p>
            <a:p>
              <a:pPr>
                <a:lnSpc>
                  <a:spcPct val="150000"/>
                </a:lnSpc>
              </a:pPr>
              <a:r>
                <a:rPr lang="en-US" altLang="zh-CN" b="1" dirty="0"/>
                <a:t>Theme color makes PPT more convenient to change.</a:t>
              </a:r>
              <a:endParaRPr lang="en-US" altLang="zh-CN" b="1" dirty="0"/>
            </a:p>
            <a:p>
              <a:pPr>
                <a:lnSpc>
                  <a:spcPct val="150000"/>
                </a:lnSpc>
              </a:pPr>
              <a:r>
                <a:rPr lang="en-US" altLang="zh-CN" sz="1100" dirty="0"/>
                <a:t>Adjust the spacing to adapt to Chinese typesetting, use the reference line in PPT.</a:t>
              </a:r>
              <a:endParaRPr lang="en-US" sz="1600" b="1" dirty="0"/>
            </a:p>
          </p:txBody>
        </p:sp>
        <p:grpSp>
          <p:nvGrpSpPr>
            <p:cNvPr id="16" name="ïsļíḍê"/>
            <p:cNvGrpSpPr/>
            <p:nvPr/>
          </p:nvGrpSpPr>
          <p:grpSpPr>
            <a:xfrm>
              <a:off x="4598023" y="3333979"/>
              <a:ext cx="1774513" cy="952056"/>
              <a:chOff x="4566000" y="3333979"/>
              <a:chExt cx="1774513" cy="952056"/>
            </a:xfrm>
          </p:grpSpPr>
          <p:sp>
            <p:nvSpPr>
              <p:cNvPr id="23" name="isļíḓè"/>
              <p:cNvSpPr txBox="1"/>
              <p:nvPr/>
            </p:nvSpPr>
            <p:spPr>
              <a:xfrm>
                <a:off x="4566000" y="3659389"/>
                <a:ext cx="1774512" cy="62664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4" name="iṧḷïḋe"/>
              <p:cNvSpPr/>
              <p:nvPr/>
            </p:nvSpPr>
            <p:spPr>
              <a:xfrm>
                <a:off x="4566000" y="3333979"/>
                <a:ext cx="1774513" cy="325410"/>
              </a:xfrm>
              <a:prstGeom prst="rect">
                <a:avLst/>
              </a:prstGeom>
            </p:spPr>
            <p:txBody>
              <a:bodyPr wrap="none" lIns="90000" tIns="46800" rIns="90000" bIns="46800" anchor="ctr" anchorCtr="1">
                <a:normAutofit fontScale="92500" lnSpcReduction="20000"/>
              </a:bodyPr>
              <a:lstStyle/>
              <a:p>
                <a:pPr lvl="0" algn="ctr" defTabSz="914400">
                  <a:spcBef>
                    <a:spcPct val="0"/>
                  </a:spcBef>
                  <a:defRPr/>
                </a:pPr>
                <a:r>
                  <a:rPr lang="en-US" altLang="zh-CN" b="1" dirty="0"/>
                  <a:t>Text here</a:t>
                </a:r>
                <a:endParaRPr lang="zh-CN" altLang="en-US" b="1" dirty="0"/>
              </a:p>
            </p:txBody>
          </p:sp>
        </p:grpSp>
        <p:grpSp>
          <p:nvGrpSpPr>
            <p:cNvPr id="17" name="ïsľidê"/>
            <p:cNvGrpSpPr/>
            <p:nvPr/>
          </p:nvGrpSpPr>
          <p:grpSpPr>
            <a:xfrm>
              <a:off x="6864039" y="2476944"/>
              <a:ext cx="1774513" cy="952056"/>
              <a:chOff x="4566000" y="3333979"/>
              <a:chExt cx="1774513" cy="952056"/>
            </a:xfrm>
          </p:grpSpPr>
          <p:sp>
            <p:nvSpPr>
              <p:cNvPr id="21" name="îṡḻiḋè"/>
              <p:cNvSpPr txBox="1"/>
              <p:nvPr/>
            </p:nvSpPr>
            <p:spPr>
              <a:xfrm>
                <a:off x="4566000" y="3659389"/>
                <a:ext cx="1774512" cy="62664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2" name="iṡḻíḑê"/>
              <p:cNvSpPr/>
              <p:nvPr/>
            </p:nvSpPr>
            <p:spPr>
              <a:xfrm>
                <a:off x="4566000" y="3333979"/>
                <a:ext cx="1774513" cy="325410"/>
              </a:xfrm>
              <a:prstGeom prst="rect">
                <a:avLst/>
              </a:prstGeom>
            </p:spPr>
            <p:txBody>
              <a:bodyPr wrap="none" lIns="90000" tIns="46800" rIns="90000" bIns="46800" anchor="ctr" anchorCtr="1">
                <a:normAutofit fontScale="92500" lnSpcReduction="20000"/>
              </a:bodyPr>
              <a:lstStyle/>
              <a:p>
                <a:pPr lvl="0" algn="ctr" defTabSz="914400">
                  <a:spcBef>
                    <a:spcPct val="0"/>
                  </a:spcBef>
                  <a:defRPr/>
                </a:pPr>
                <a:r>
                  <a:rPr lang="en-US" altLang="zh-CN" b="1" dirty="0"/>
                  <a:t>Text here</a:t>
                </a:r>
                <a:endParaRPr lang="zh-CN" altLang="en-US" b="1" dirty="0"/>
              </a:p>
            </p:txBody>
          </p:sp>
        </p:grpSp>
        <p:grpSp>
          <p:nvGrpSpPr>
            <p:cNvPr id="18" name="i$ḷíḋé"/>
            <p:cNvGrpSpPr/>
            <p:nvPr/>
          </p:nvGrpSpPr>
          <p:grpSpPr>
            <a:xfrm>
              <a:off x="9130058" y="1285643"/>
              <a:ext cx="1774513" cy="952056"/>
              <a:chOff x="4566000" y="3333979"/>
              <a:chExt cx="1774513" cy="952056"/>
            </a:xfrm>
          </p:grpSpPr>
          <p:sp>
            <p:nvSpPr>
              <p:cNvPr id="19" name="îṩ1íḋe"/>
              <p:cNvSpPr txBox="1"/>
              <p:nvPr/>
            </p:nvSpPr>
            <p:spPr>
              <a:xfrm>
                <a:off x="4566000" y="3659389"/>
                <a:ext cx="1774512" cy="62664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0" name="îśľïḓe"/>
              <p:cNvSpPr/>
              <p:nvPr/>
            </p:nvSpPr>
            <p:spPr>
              <a:xfrm>
                <a:off x="4566000" y="3333979"/>
                <a:ext cx="1774513" cy="325410"/>
              </a:xfrm>
              <a:prstGeom prst="rect">
                <a:avLst/>
              </a:prstGeom>
            </p:spPr>
            <p:txBody>
              <a:bodyPr wrap="none" lIns="90000" tIns="46800" rIns="90000" bIns="46800" anchor="ctr" anchorCtr="1">
                <a:normAutofit fontScale="92500" lnSpcReduction="20000"/>
              </a:bodyPr>
              <a:lstStyle/>
              <a:p>
                <a:pPr lvl="0" algn="ctr" defTabSz="914400">
                  <a:spcBef>
                    <a:spcPct val="0"/>
                  </a:spcBef>
                  <a:defRPr/>
                </a:pPr>
                <a:r>
                  <a:rPr lang="en-US" altLang="zh-CN" b="1" dirty="0"/>
                  <a:t>Text here</a:t>
                </a:r>
                <a:endParaRPr lang="zh-CN" altLang="en-US" b="1" dirty="0"/>
              </a:p>
            </p:txBody>
          </p:sp>
        </p:grp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2acd89e-7e3d-4bbd-933c-a9cf6aad2d1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55532" y="1359000"/>
            <a:ext cx="10695468" cy="4770000"/>
            <a:chOff x="755532" y="1359000"/>
            <a:chExt cx="10695468" cy="4770000"/>
          </a:xfrm>
        </p:grpSpPr>
        <p:cxnSp>
          <p:nvCxnSpPr>
            <p:cNvPr id="6" name="直接连接符 5"/>
            <p:cNvCxnSpPr>
              <a:stCxn id="7" idx="0"/>
              <a:endCxn id="15" idx="0"/>
            </p:cNvCxnSpPr>
            <p:nvPr/>
          </p:nvCxnSpPr>
          <p:spPr>
            <a:xfrm>
              <a:off x="2116178" y="3465569"/>
              <a:ext cx="7959642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îŝḷíḓe"/>
            <p:cNvSpPr/>
            <p:nvPr/>
          </p:nvSpPr>
          <p:spPr>
            <a:xfrm>
              <a:off x="1984223" y="3333750"/>
              <a:ext cx="263910" cy="263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accent1"/>
            </a:solidFill>
            <a:ln w="114300">
              <a:solidFill>
                <a:schemeClr val="bg1"/>
              </a:solidFill>
              <a:round/>
            </a:ln>
          </p:spPr>
          <p:txBody>
            <a:bodyPr lIns="0" tIns="0" rIns="0" bIns="0" anchor="ctr"/>
            <a:lstStyle/>
            <a:p>
              <a:pPr marL="40640" marR="40640" lvl="0" algn="l" defTabSz="914400">
                <a:defRPr sz="1400" b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200"/>
            </a:p>
          </p:txBody>
        </p:sp>
        <p:sp>
          <p:nvSpPr>
            <p:cNvPr id="8" name="ísļiḓe"/>
            <p:cNvSpPr txBox="1"/>
            <p:nvPr/>
          </p:nvSpPr>
          <p:spPr>
            <a:xfrm>
              <a:off x="1315654" y="3653483"/>
              <a:ext cx="1601050" cy="369332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ctr" anchorCtr="0">
              <a:normAutofit/>
            </a:bodyPr>
            <a:lstStyle/>
            <a:p>
              <a:pPr algn="ctr"/>
              <a:r>
                <a:rPr lang="en-US" altLang="zh-CN" sz="1400" b="1" dirty="0"/>
                <a:t>2016</a:t>
              </a:r>
              <a:endParaRPr lang="zh-CN" altLang="en-US" sz="1400" b="1" dirty="0"/>
            </a:p>
          </p:txBody>
        </p:sp>
        <p:sp>
          <p:nvSpPr>
            <p:cNvPr id="9" name="iṥḷîḓe"/>
            <p:cNvSpPr/>
            <p:nvPr/>
          </p:nvSpPr>
          <p:spPr>
            <a:xfrm>
              <a:off x="3974133" y="3333750"/>
              <a:ext cx="263910" cy="263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114300">
              <a:solidFill>
                <a:schemeClr val="bg1"/>
              </a:solidFill>
              <a:round/>
            </a:ln>
          </p:spPr>
          <p:txBody>
            <a:bodyPr lIns="0" tIns="0" rIns="0" bIns="0" anchor="ctr"/>
            <a:lstStyle/>
            <a:p>
              <a:pPr marL="40640" marR="40640" lvl="0" algn="l" defTabSz="914400">
                <a:defRPr sz="1400" b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200"/>
            </a:p>
          </p:txBody>
        </p:sp>
        <p:sp>
          <p:nvSpPr>
            <p:cNvPr id="10" name="íşliďé"/>
            <p:cNvSpPr txBox="1"/>
            <p:nvPr/>
          </p:nvSpPr>
          <p:spPr>
            <a:xfrm>
              <a:off x="3305565" y="3653483"/>
              <a:ext cx="1601050" cy="369332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ctr" anchorCtr="0">
              <a:normAutofit/>
            </a:bodyPr>
            <a:lstStyle/>
            <a:p>
              <a:pPr algn="ctr"/>
              <a:r>
                <a:rPr lang="en-US" altLang="zh-CN" sz="1400" b="1" dirty="0"/>
                <a:t>2017</a:t>
              </a:r>
              <a:endParaRPr lang="zh-CN" altLang="en-US" sz="1400" b="1" dirty="0"/>
            </a:p>
          </p:txBody>
        </p:sp>
        <p:sp>
          <p:nvSpPr>
            <p:cNvPr id="11" name="îsḷiḋé"/>
            <p:cNvSpPr/>
            <p:nvPr/>
          </p:nvSpPr>
          <p:spPr>
            <a:xfrm>
              <a:off x="5964043" y="3333750"/>
              <a:ext cx="263910" cy="263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accent2"/>
            </a:solidFill>
            <a:ln w="114300">
              <a:solidFill>
                <a:schemeClr val="bg1"/>
              </a:solidFill>
              <a:round/>
            </a:ln>
          </p:spPr>
          <p:txBody>
            <a:bodyPr lIns="0" tIns="0" rIns="0" bIns="0" anchor="ctr"/>
            <a:lstStyle/>
            <a:p>
              <a:pPr marL="40640" marR="40640" lvl="0" algn="l" defTabSz="914400">
                <a:defRPr sz="1400" b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200"/>
            </a:p>
          </p:txBody>
        </p:sp>
        <p:sp>
          <p:nvSpPr>
            <p:cNvPr id="12" name="ïṣļíḋê"/>
            <p:cNvSpPr txBox="1"/>
            <p:nvPr/>
          </p:nvSpPr>
          <p:spPr>
            <a:xfrm>
              <a:off x="5295476" y="3653483"/>
              <a:ext cx="1601050" cy="369332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ctr" anchorCtr="0">
              <a:normAutofit/>
            </a:bodyPr>
            <a:lstStyle/>
            <a:p>
              <a:pPr algn="ctr"/>
              <a:r>
                <a:rPr lang="en-US" altLang="zh-CN" sz="1400" b="1" dirty="0"/>
                <a:t>2018</a:t>
              </a:r>
              <a:endParaRPr lang="zh-CN" altLang="en-US" sz="1400" b="1" dirty="0"/>
            </a:p>
          </p:txBody>
        </p:sp>
        <p:sp>
          <p:nvSpPr>
            <p:cNvPr id="13" name="ï$ḷíḑe"/>
            <p:cNvSpPr/>
            <p:nvPr/>
          </p:nvSpPr>
          <p:spPr>
            <a:xfrm>
              <a:off x="7953953" y="3333750"/>
              <a:ext cx="263910" cy="263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114300">
              <a:solidFill>
                <a:schemeClr val="bg1"/>
              </a:solidFill>
              <a:round/>
            </a:ln>
          </p:spPr>
          <p:txBody>
            <a:bodyPr lIns="0" tIns="0" rIns="0" bIns="0" anchor="ctr"/>
            <a:lstStyle/>
            <a:p>
              <a:pPr marL="40640" marR="40640" lvl="0" algn="l" defTabSz="914400">
                <a:defRPr sz="1400" b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200"/>
            </a:p>
          </p:txBody>
        </p:sp>
        <p:sp>
          <p:nvSpPr>
            <p:cNvPr id="14" name="î$ļíḍê"/>
            <p:cNvSpPr txBox="1"/>
            <p:nvPr/>
          </p:nvSpPr>
          <p:spPr>
            <a:xfrm>
              <a:off x="7285387" y="3653483"/>
              <a:ext cx="1601050" cy="369332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ctr" anchorCtr="0">
              <a:normAutofit/>
            </a:bodyPr>
            <a:lstStyle/>
            <a:p>
              <a:pPr algn="ctr"/>
              <a:r>
                <a:rPr lang="en-US" altLang="zh-CN" sz="1400" b="1" dirty="0"/>
                <a:t>2019</a:t>
              </a:r>
              <a:endParaRPr lang="zh-CN" altLang="en-US" sz="1400" b="1" dirty="0"/>
            </a:p>
          </p:txBody>
        </p:sp>
        <p:sp>
          <p:nvSpPr>
            <p:cNvPr id="15" name="îṧḷïďe"/>
            <p:cNvSpPr/>
            <p:nvPr/>
          </p:nvSpPr>
          <p:spPr>
            <a:xfrm>
              <a:off x="9943865" y="3333750"/>
              <a:ext cx="263910" cy="263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accent3"/>
            </a:solidFill>
            <a:ln w="114300">
              <a:solidFill>
                <a:schemeClr val="bg1"/>
              </a:solidFill>
              <a:round/>
            </a:ln>
          </p:spPr>
          <p:txBody>
            <a:bodyPr lIns="0" tIns="0" rIns="0" bIns="0" anchor="ctr"/>
            <a:lstStyle/>
            <a:p>
              <a:pPr marL="40640" marR="40640" lvl="0" algn="l" defTabSz="914400">
                <a:defRPr sz="1400" b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200"/>
            </a:p>
          </p:txBody>
        </p:sp>
        <p:sp>
          <p:nvSpPr>
            <p:cNvPr id="16" name="iṥḷiḓé"/>
            <p:cNvSpPr txBox="1"/>
            <p:nvPr/>
          </p:nvSpPr>
          <p:spPr>
            <a:xfrm>
              <a:off x="9275296" y="3653483"/>
              <a:ext cx="1601050" cy="369332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ctr" anchorCtr="0">
              <a:normAutofit/>
            </a:bodyPr>
            <a:lstStyle/>
            <a:p>
              <a:pPr algn="ctr"/>
              <a:r>
                <a:rPr lang="en-US" altLang="zh-CN" sz="1400" b="1" dirty="0"/>
                <a:t>2020</a:t>
              </a:r>
              <a:endParaRPr lang="zh-CN" altLang="en-US" sz="1400" b="1" dirty="0"/>
            </a:p>
          </p:txBody>
        </p:sp>
        <p:sp>
          <p:nvSpPr>
            <p:cNvPr id="17" name="îSḻïḋe"/>
            <p:cNvSpPr txBox="1"/>
            <p:nvPr/>
          </p:nvSpPr>
          <p:spPr>
            <a:xfrm>
              <a:off x="755532" y="5243077"/>
              <a:ext cx="3064666" cy="831060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zh-CN" altLang="en-US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…..</a:t>
              </a:r>
              <a:endParaRPr lang="zh-CN" altLang="en-US" sz="1100" dirty="0"/>
            </a:p>
          </p:txBody>
        </p:sp>
        <p:sp>
          <p:nvSpPr>
            <p:cNvPr id="18" name="îṣľïḓé"/>
            <p:cNvSpPr txBox="1"/>
            <p:nvPr/>
          </p:nvSpPr>
          <p:spPr>
            <a:xfrm>
              <a:off x="755532" y="4913986"/>
              <a:ext cx="3064666" cy="307777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19" name="íSľíḑé"/>
            <p:cNvSpPr/>
            <p:nvPr/>
          </p:nvSpPr>
          <p:spPr bwMode="auto">
            <a:xfrm>
              <a:off x="850815" y="4548625"/>
              <a:ext cx="461080" cy="365375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accent1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3319074" y="4725000"/>
              <a:ext cx="0" cy="140360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7285387" y="4725000"/>
              <a:ext cx="0" cy="140400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ïśḷïḑè"/>
            <p:cNvSpPr txBox="1"/>
            <p:nvPr/>
          </p:nvSpPr>
          <p:spPr>
            <a:xfrm>
              <a:off x="4570933" y="5258875"/>
              <a:ext cx="3064666" cy="832947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zh-CN" altLang="en-US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…..</a:t>
              </a:r>
              <a:endParaRPr lang="zh-CN" altLang="en-US" sz="1100" dirty="0"/>
            </a:p>
          </p:txBody>
        </p:sp>
        <p:sp>
          <p:nvSpPr>
            <p:cNvPr id="23" name="ïSḷíḍé"/>
            <p:cNvSpPr txBox="1"/>
            <p:nvPr/>
          </p:nvSpPr>
          <p:spPr>
            <a:xfrm>
              <a:off x="4570933" y="4929785"/>
              <a:ext cx="3064666" cy="307777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accent1"/>
                  </a:solidFill>
                </a:defRPr>
              </a:lvl1pPr>
            </a:lstStyle>
            <a:p>
              <a:r>
                <a:rPr lang="en-US" altLang="zh-CN" dirty="0">
                  <a:solidFill>
                    <a:schemeClr val="tx1"/>
                  </a:solidFill>
                </a:rPr>
                <a:t>Text here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iṣľiḓè"/>
            <p:cNvSpPr/>
            <p:nvPr/>
          </p:nvSpPr>
          <p:spPr bwMode="auto">
            <a:xfrm>
              <a:off x="4666216" y="4548625"/>
              <a:ext cx="461080" cy="365375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5" name="iṣ1íďê"/>
            <p:cNvSpPr txBox="1"/>
            <p:nvPr/>
          </p:nvSpPr>
          <p:spPr>
            <a:xfrm>
              <a:off x="8386334" y="5250313"/>
              <a:ext cx="3064666" cy="832947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zh-CN" altLang="en-US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…..</a:t>
              </a:r>
              <a:endParaRPr lang="zh-CN" altLang="en-US" sz="1100" dirty="0"/>
            </a:p>
          </p:txBody>
        </p:sp>
        <p:sp>
          <p:nvSpPr>
            <p:cNvPr id="26" name="íŝḻíḑê"/>
            <p:cNvSpPr txBox="1"/>
            <p:nvPr/>
          </p:nvSpPr>
          <p:spPr>
            <a:xfrm>
              <a:off x="8386334" y="4921223"/>
              <a:ext cx="3064666" cy="307777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27" name="îšḻiḋè"/>
            <p:cNvSpPr/>
            <p:nvPr/>
          </p:nvSpPr>
          <p:spPr bwMode="auto">
            <a:xfrm>
              <a:off x="8481617" y="4548625"/>
              <a:ext cx="461080" cy="365375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solidFill>
                  <a:schemeClr val="accent1"/>
                </a:solidFill>
              </a:endParaRPr>
            </a:p>
          </p:txBody>
        </p:sp>
        <p:sp>
          <p:nvSpPr>
            <p:cNvPr id="28" name="ïṣľîďe"/>
            <p:cNvSpPr txBox="1"/>
            <p:nvPr/>
          </p:nvSpPr>
          <p:spPr>
            <a:xfrm>
              <a:off x="2573755" y="2053452"/>
              <a:ext cx="3064666" cy="831060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zh-CN" altLang="en-US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…..</a:t>
              </a:r>
              <a:endParaRPr lang="zh-CN" altLang="en-US" sz="1100" dirty="0"/>
            </a:p>
          </p:txBody>
        </p:sp>
        <p:sp>
          <p:nvSpPr>
            <p:cNvPr id="29" name="íSlîďe"/>
            <p:cNvSpPr txBox="1"/>
            <p:nvPr/>
          </p:nvSpPr>
          <p:spPr>
            <a:xfrm>
              <a:off x="2573755" y="1724361"/>
              <a:ext cx="3064666" cy="307777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30" name="islïdê"/>
            <p:cNvSpPr/>
            <p:nvPr/>
          </p:nvSpPr>
          <p:spPr bwMode="auto">
            <a:xfrm>
              <a:off x="2669038" y="1359000"/>
              <a:ext cx="461080" cy="365375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accent1"/>
                </a:solidFill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5295476" y="1486074"/>
              <a:ext cx="0" cy="140360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îṩľïḍê"/>
            <p:cNvSpPr txBox="1"/>
            <p:nvPr/>
          </p:nvSpPr>
          <p:spPr>
            <a:xfrm>
              <a:off x="6553575" y="2056733"/>
              <a:ext cx="3064666" cy="832947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zh-CN" altLang="en-US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…..</a:t>
              </a:r>
              <a:endParaRPr lang="zh-CN" altLang="en-US" sz="1100" dirty="0"/>
            </a:p>
          </p:txBody>
        </p:sp>
        <p:sp>
          <p:nvSpPr>
            <p:cNvPr id="33" name="íŝľïḓè"/>
            <p:cNvSpPr txBox="1"/>
            <p:nvPr/>
          </p:nvSpPr>
          <p:spPr>
            <a:xfrm>
              <a:off x="6553575" y="1727643"/>
              <a:ext cx="3064666" cy="307777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accent1"/>
                  </a:solidFill>
                </a:defRPr>
              </a:lvl1pPr>
            </a:lstStyle>
            <a:p>
              <a:r>
                <a:rPr lang="en-US" altLang="zh-CN" dirty="0">
                  <a:solidFill>
                    <a:schemeClr val="tx1"/>
                  </a:solidFill>
                </a:rPr>
                <a:t>Text here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ïSľïḋe"/>
            <p:cNvSpPr/>
            <p:nvPr/>
          </p:nvSpPr>
          <p:spPr bwMode="auto">
            <a:xfrm>
              <a:off x="6648858" y="1359000"/>
              <a:ext cx="461080" cy="365375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accent1"/>
                </a:solidFill>
              </a:endParaRPr>
            </a:p>
          </p:txBody>
        </p:sp>
      </p:grpSp>
      <p:pic>
        <p:nvPicPr>
          <p:cNvPr id="36" name="图片 35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d361513-b209-4d2b-92b4-85745c9f914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12889"/>
            <a:ext cx="10852150" cy="5063708"/>
            <a:chOff x="669925" y="1112889"/>
            <a:chExt cx="10852150" cy="5063708"/>
          </a:xfrm>
        </p:grpSpPr>
        <p:sp>
          <p:nvSpPr>
            <p:cNvPr id="6" name="i$ḷiḓè"/>
            <p:cNvSpPr/>
            <p:nvPr/>
          </p:nvSpPr>
          <p:spPr bwMode="auto">
            <a:xfrm>
              <a:off x="3557300" y="1112889"/>
              <a:ext cx="5077400" cy="5063708"/>
            </a:xfrm>
            <a:prstGeom prst="donut">
              <a:avLst>
                <a:gd name="adj" fmla="val 5000"/>
              </a:avLst>
            </a:prstGeom>
            <a:solidFill>
              <a:schemeClr val="tx2">
                <a:lumMod val="20000"/>
                <a:lumOff val="80000"/>
                <a:alpha val="2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7" name="ísľiḋé"/>
            <p:cNvSpPr/>
            <p:nvPr/>
          </p:nvSpPr>
          <p:spPr bwMode="auto">
            <a:xfrm>
              <a:off x="4065040" y="1619260"/>
              <a:ext cx="4061920" cy="4050966"/>
            </a:xfrm>
            <a:prstGeom prst="donut">
              <a:avLst>
                <a:gd name="adj" fmla="val 6250"/>
              </a:avLst>
            </a:prstGeom>
            <a:solidFill>
              <a:schemeClr val="tx2">
                <a:lumMod val="20000"/>
                <a:lumOff val="80000"/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8" name="í$ḷiḑé"/>
            <p:cNvSpPr/>
            <p:nvPr/>
          </p:nvSpPr>
          <p:spPr bwMode="auto">
            <a:xfrm>
              <a:off x="4572780" y="2125631"/>
              <a:ext cx="3046440" cy="3038224"/>
            </a:xfrm>
            <a:prstGeom prst="donut">
              <a:avLst>
                <a:gd name="adj" fmla="val 8333"/>
              </a:avLst>
            </a:prstGeom>
            <a:solidFill>
              <a:schemeClr val="tx2">
                <a:lumMod val="20000"/>
                <a:lumOff val="80000"/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9" name="iś1îde"/>
            <p:cNvSpPr/>
            <p:nvPr/>
          </p:nvSpPr>
          <p:spPr bwMode="auto">
            <a:xfrm>
              <a:off x="5080520" y="2632001"/>
              <a:ext cx="2030961" cy="2025484"/>
            </a:xfrm>
            <a:prstGeom prst="ellipse">
              <a:avLst/>
            </a:prstGeom>
            <a:blipFill rotWithShape="1">
              <a:blip r:embed="rId2"/>
              <a:stretch>
                <a:fillRect l="-25426" r="-2511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10" name="íśliḑe"/>
            <p:cNvGrpSpPr/>
            <p:nvPr/>
          </p:nvGrpSpPr>
          <p:grpSpPr>
            <a:xfrm>
              <a:off x="3445915" y="1809000"/>
              <a:ext cx="1238250" cy="1238250"/>
              <a:chOff x="4498403" y="2983026"/>
              <a:chExt cx="914400" cy="914400"/>
            </a:xfrm>
          </p:grpSpPr>
          <p:sp>
            <p:nvSpPr>
              <p:cNvPr id="28" name="íšḻïḋé"/>
              <p:cNvSpPr/>
              <p:nvPr/>
            </p:nvSpPr>
            <p:spPr>
              <a:xfrm>
                <a:off x="4498403" y="2983026"/>
                <a:ext cx="914400" cy="91440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ïŝ1íḋe"/>
              <p:cNvSpPr/>
              <p:nvPr/>
            </p:nvSpPr>
            <p:spPr bwMode="auto">
              <a:xfrm>
                <a:off x="4733787" y="3240201"/>
                <a:ext cx="443632" cy="400050"/>
              </a:xfrm>
              <a:custGeom>
                <a:avLst/>
                <a:gdLst>
                  <a:gd name="connsiteX0" fmla="*/ 521432 w 608344"/>
                  <a:gd name="connsiteY0" fmla="*/ 370453 h 548582"/>
                  <a:gd name="connsiteX1" fmla="*/ 465737 w 608344"/>
                  <a:gd name="connsiteY1" fmla="*/ 425787 h 548582"/>
                  <a:gd name="connsiteX2" fmla="*/ 442491 w 608344"/>
                  <a:gd name="connsiteY2" fmla="*/ 402479 h 548582"/>
                  <a:gd name="connsiteX3" fmla="*/ 418201 w 608344"/>
                  <a:gd name="connsiteY3" fmla="*/ 426545 h 548582"/>
                  <a:gd name="connsiteX4" fmla="*/ 441447 w 608344"/>
                  <a:gd name="connsiteY4" fmla="*/ 449948 h 548582"/>
                  <a:gd name="connsiteX5" fmla="*/ 465642 w 608344"/>
                  <a:gd name="connsiteY5" fmla="*/ 474204 h 548582"/>
                  <a:gd name="connsiteX6" fmla="*/ 489932 w 608344"/>
                  <a:gd name="connsiteY6" fmla="*/ 450043 h 548582"/>
                  <a:gd name="connsiteX7" fmla="*/ 545532 w 608344"/>
                  <a:gd name="connsiteY7" fmla="*/ 394709 h 548582"/>
                  <a:gd name="connsiteX8" fmla="*/ 481962 w 608344"/>
                  <a:gd name="connsiteY8" fmla="*/ 296170 h 548582"/>
                  <a:gd name="connsiteX9" fmla="*/ 608344 w 608344"/>
                  <a:gd name="connsiteY9" fmla="*/ 422376 h 548582"/>
                  <a:gd name="connsiteX10" fmla="*/ 481962 w 608344"/>
                  <a:gd name="connsiteY10" fmla="*/ 548582 h 548582"/>
                  <a:gd name="connsiteX11" fmla="*/ 355579 w 608344"/>
                  <a:gd name="connsiteY11" fmla="*/ 422376 h 548582"/>
                  <a:gd name="connsiteX12" fmla="*/ 481962 w 608344"/>
                  <a:gd name="connsiteY12" fmla="*/ 296170 h 548582"/>
                  <a:gd name="connsiteX13" fmla="*/ 255835 w 608344"/>
                  <a:gd name="connsiteY13" fmla="*/ 446 h 548582"/>
                  <a:gd name="connsiteX14" fmla="*/ 317801 w 608344"/>
                  <a:gd name="connsiteY14" fmla="*/ 13616 h 548582"/>
                  <a:gd name="connsiteX15" fmla="*/ 348072 w 608344"/>
                  <a:gd name="connsiteY15" fmla="*/ 41661 h 548582"/>
                  <a:gd name="connsiteX16" fmla="*/ 381190 w 608344"/>
                  <a:gd name="connsiteY16" fmla="*/ 146831 h 548582"/>
                  <a:gd name="connsiteX17" fmla="*/ 378913 w 608344"/>
                  <a:gd name="connsiteY17" fmla="*/ 156211 h 548582"/>
                  <a:gd name="connsiteX18" fmla="*/ 387833 w 608344"/>
                  <a:gd name="connsiteY18" fmla="*/ 200458 h 548582"/>
                  <a:gd name="connsiteX19" fmla="*/ 366387 w 608344"/>
                  <a:gd name="connsiteY19" fmla="*/ 237694 h 548582"/>
                  <a:gd name="connsiteX20" fmla="*/ 351393 w 608344"/>
                  <a:gd name="connsiteY20" fmla="*/ 278720 h 548582"/>
                  <a:gd name="connsiteX21" fmla="*/ 351393 w 608344"/>
                  <a:gd name="connsiteY21" fmla="*/ 322873 h 548582"/>
                  <a:gd name="connsiteX22" fmla="*/ 317611 w 608344"/>
                  <a:gd name="connsiteY22" fmla="*/ 422358 h 548582"/>
                  <a:gd name="connsiteX23" fmla="*/ 376635 w 608344"/>
                  <a:gd name="connsiteY23" fmla="*/ 548088 h 548582"/>
                  <a:gd name="connsiteX24" fmla="*/ 26855 w 608344"/>
                  <a:gd name="connsiteY24" fmla="*/ 548088 h 548582"/>
                  <a:gd name="connsiteX25" fmla="*/ 0 w 608344"/>
                  <a:gd name="connsiteY25" fmla="*/ 521274 h 548582"/>
                  <a:gd name="connsiteX26" fmla="*/ 0 w 608344"/>
                  <a:gd name="connsiteY26" fmla="*/ 473806 h 548582"/>
                  <a:gd name="connsiteX27" fmla="*/ 19453 w 608344"/>
                  <a:gd name="connsiteY27" fmla="*/ 432969 h 548582"/>
                  <a:gd name="connsiteX28" fmla="*/ 173751 w 608344"/>
                  <a:gd name="connsiteY28" fmla="*/ 334242 h 548582"/>
                  <a:gd name="connsiteX29" fmla="*/ 176408 w 608344"/>
                  <a:gd name="connsiteY29" fmla="*/ 329884 h 548582"/>
                  <a:gd name="connsiteX30" fmla="*/ 176408 w 608344"/>
                  <a:gd name="connsiteY30" fmla="*/ 278720 h 548582"/>
                  <a:gd name="connsiteX31" fmla="*/ 161320 w 608344"/>
                  <a:gd name="connsiteY31" fmla="*/ 237694 h 548582"/>
                  <a:gd name="connsiteX32" fmla="*/ 139969 w 608344"/>
                  <a:gd name="connsiteY32" fmla="*/ 200458 h 548582"/>
                  <a:gd name="connsiteX33" fmla="*/ 148320 w 608344"/>
                  <a:gd name="connsiteY33" fmla="*/ 156211 h 548582"/>
                  <a:gd name="connsiteX34" fmla="*/ 146042 w 608344"/>
                  <a:gd name="connsiteY34" fmla="*/ 146736 h 548582"/>
                  <a:gd name="connsiteX35" fmla="*/ 145758 w 608344"/>
                  <a:gd name="connsiteY35" fmla="*/ 95099 h 548582"/>
                  <a:gd name="connsiteX36" fmla="*/ 176029 w 608344"/>
                  <a:gd name="connsiteY36" fmla="*/ 42135 h 548582"/>
                  <a:gd name="connsiteX37" fmla="*/ 203928 w 608344"/>
                  <a:gd name="connsiteY37" fmla="*/ 19017 h 548582"/>
                  <a:gd name="connsiteX38" fmla="*/ 231162 w 608344"/>
                  <a:gd name="connsiteY38" fmla="*/ 5089 h 548582"/>
                  <a:gd name="connsiteX39" fmla="*/ 255835 w 608344"/>
                  <a:gd name="connsiteY39" fmla="*/ 446 h 54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344" h="548582">
                    <a:moveTo>
                      <a:pt x="521432" y="370453"/>
                    </a:moveTo>
                    <a:lnTo>
                      <a:pt x="465737" y="425787"/>
                    </a:lnTo>
                    <a:lnTo>
                      <a:pt x="442491" y="402479"/>
                    </a:lnTo>
                    <a:lnTo>
                      <a:pt x="418201" y="426545"/>
                    </a:lnTo>
                    <a:lnTo>
                      <a:pt x="441447" y="449948"/>
                    </a:lnTo>
                    <a:lnTo>
                      <a:pt x="465642" y="474204"/>
                    </a:lnTo>
                    <a:lnTo>
                      <a:pt x="489932" y="450043"/>
                    </a:lnTo>
                    <a:lnTo>
                      <a:pt x="545532" y="394709"/>
                    </a:lnTo>
                    <a:close/>
                    <a:moveTo>
                      <a:pt x="481962" y="296170"/>
                    </a:moveTo>
                    <a:cubicBezTo>
                      <a:pt x="551795" y="296170"/>
                      <a:pt x="608344" y="352641"/>
                      <a:pt x="608344" y="422376"/>
                    </a:cubicBezTo>
                    <a:cubicBezTo>
                      <a:pt x="608344" y="492111"/>
                      <a:pt x="551795" y="548582"/>
                      <a:pt x="481962" y="548582"/>
                    </a:cubicBezTo>
                    <a:cubicBezTo>
                      <a:pt x="412129" y="548582"/>
                      <a:pt x="355579" y="492111"/>
                      <a:pt x="355579" y="422376"/>
                    </a:cubicBezTo>
                    <a:cubicBezTo>
                      <a:pt x="355579" y="352641"/>
                      <a:pt x="412129" y="296170"/>
                      <a:pt x="481962" y="296170"/>
                    </a:cubicBezTo>
                    <a:close/>
                    <a:moveTo>
                      <a:pt x="255835" y="446"/>
                    </a:moveTo>
                    <a:cubicBezTo>
                      <a:pt x="282785" y="-1828"/>
                      <a:pt x="303187" y="4899"/>
                      <a:pt x="317801" y="13616"/>
                    </a:cubicBezTo>
                    <a:cubicBezTo>
                      <a:pt x="339721" y="25744"/>
                      <a:pt x="348072" y="41661"/>
                      <a:pt x="348072" y="41661"/>
                    </a:cubicBezTo>
                    <a:cubicBezTo>
                      <a:pt x="348072" y="41661"/>
                      <a:pt x="398176" y="45167"/>
                      <a:pt x="381190" y="146831"/>
                    </a:cubicBezTo>
                    <a:cubicBezTo>
                      <a:pt x="380621" y="149863"/>
                      <a:pt x="379862" y="153085"/>
                      <a:pt x="378913" y="156211"/>
                    </a:cubicBezTo>
                    <a:cubicBezTo>
                      <a:pt x="388592" y="156211"/>
                      <a:pt x="398271" y="163507"/>
                      <a:pt x="387833" y="200458"/>
                    </a:cubicBezTo>
                    <a:cubicBezTo>
                      <a:pt x="379672" y="229262"/>
                      <a:pt x="372080" y="237221"/>
                      <a:pt x="366387" y="237694"/>
                    </a:cubicBezTo>
                    <a:cubicBezTo>
                      <a:pt x="364394" y="250675"/>
                      <a:pt x="359175" y="265076"/>
                      <a:pt x="351393" y="278720"/>
                    </a:cubicBezTo>
                    <a:lnTo>
                      <a:pt x="351393" y="322873"/>
                    </a:lnTo>
                    <a:cubicBezTo>
                      <a:pt x="330232" y="350539"/>
                      <a:pt x="317611" y="385027"/>
                      <a:pt x="317611" y="422358"/>
                    </a:cubicBezTo>
                    <a:cubicBezTo>
                      <a:pt x="317611" y="472764"/>
                      <a:pt x="340480" y="518053"/>
                      <a:pt x="376635" y="548088"/>
                    </a:cubicBezTo>
                    <a:lnTo>
                      <a:pt x="26855" y="548088"/>
                    </a:lnTo>
                    <a:cubicBezTo>
                      <a:pt x="12052" y="548088"/>
                      <a:pt x="0" y="536055"/>
                      <a:pt x="0" y="521274"/>
                    </a:cubicBezTo>
                    <a:lnTo>
                      <a:pt x="0" y="473806"/>
                    </a:lnTo>
                    <a:cubicBezTo>
                      <a:pt x="0" y="457983"/>
                      <a:pt x="7212" y="443013"/>
                      <a:pt x="19453" y="432969"/>
                    </a:cubicBezTo>
                    <a:cubicBezTo>
                      <a:pt x="86638" y="377921"/>
                      <a:pt x="159043" y="341443"/>
                      <a:pt x="173751" y="334242"/>
                    </a:cubicBezTo>
                    <a:cubicBezTo>
                      <a:pt x="175365" y="333484"/>
                      <a:pt x="176408" y="331779"/>
                      <a:pt x="176408" y="329884"/>
                    </a:cubicBezTo>
                    <a:lnTo>
                      <a:pt x="176408" y="278720"/>
                    </a:lnTo>
                    <a:cubicBezTo>
                      <a:pt x="168437" y="265076"/>
                      <a:pt x="163313" y="250675"/>
                      <a:pt x="161320" y="237694"/>
                    </a:cubicBezTo>
                    <a:cubicBezTo>
                      <a:pt x="155627" y="237221"/>
                      <a:pt x="148035" y="229072"/>
                      <a:pt x="139969" y="200458"/>
                    </a:cubicBezTo>
                    <a:cubicBezTo>
                      <a:pt x="129531" y="164170"/>
                      <a:pt x="138925" y="156496"/>
                      <a:pt x="148320" y="156211"/>
                    </a:cubicBezTo>
                    <a:cubicBezTo>
                      <a:pt x="147371" y="153085"/>
                      <a:pt x="146612" y="149863"/>
                      <a:pt x="146042" y="146736"/>
                    </a:cubicBezTo>
                    <a:cubicBezTo>
                      <a:pt x="142436" y="128450"/>
                      <a:pt x="141487" y="111396"/>
                      <a:pt x="145758" y="95099"/>
                    </a:cubicBezTo>
                    <a:cubicBezTo>
                      <a:pt x="150787" y="73212"/>
                      <a:pt x="162744" y="55684"/>
                      <a:pt x="176029" y="42135"/>
                    </a:cubicBezTo>
                    <a:cubicBezTo>
                      <a:pt x="184379" y="33134"/>
                      <a:pt x="193869" y="25459"/>
                      <a:pt x="203928" y="19017"/>
                    </a:cubicBezTo>
                    <a:cubicBezTo>
                      <a:pt x="212183" y="13332"/>
                      <a:pt x="221293" y="8405"/>
                      <a:pt x="231162" y="5089"/>
                    </a:cubicBezTo>
                    <a:cubicBezTo>
                      <a:pt x="238849" y="2625"/>
                      <a:pt x="247105" y="825"/>
                      <a:pt x="255835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" name="iṡľiḓê"/>
            <p:cNvGrpSpPr/>
            <p:nvPr/>
          </p:nvGrpSpPr>
          <p:grpSpPr>
            <a:xfrm>
              <a:off x="3445915" y="4178791"/>
              <a:ext cx="1238250" cy="1238250"/>
              <a:chOff x="4498403" y="2983026"/>
              <a:chExt cx="914400" cy="914400"/>
            </a:xfrm>
          </p:grpSpPr>
          <p:sp>
            <p:nvSpPr>
              <p:cNvPr id="26" name="ïŝļiďé"/>
              <p:cNvSpPr/>
              <p:nvPr/>
            </p:nvSpPr>
            <p:spPr>
              <a:xfrm>
                <a:off x="4498403" y="2983026"/>
                <a:ext cx="914400" cy="91440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í$ľïḍè"/>
              <p:cNvSpPr/>
              <p:nvPr/>
            </p:nvSpPr>
            <p:spPr bwMode="auto">
              <a:xfrm>
                <a:off x="4733787" y="3240201"/>
                <a:ext cx="443632" cy="400050"/>
              </a:xfrm>
              <a:custGeom>
                <a:avLst/>
                <a:gdLst>
                  <a:gd name="connsiteX0" fmla="*/ 521432 w 608344"/>
                  <a:gd name="connsiteY0" fmla="*/ 370453 h 548582"/>
                  <a:gd name="connsiteX1" fmla="*/ 465737 w 608344"/>
                  <a:gd name="connsiteY1" fmla="*/ 425787 h 548582"/>
                  <a:gd name="connsiteX2" fmla="*/ 442491 w 608344"/>
                  <a:gd name="connsiteY2" fmla="*/ 402479 h 548582"/>
                  <a:gd name="connsiteX3" fmla="*/ 418201 w 608344"/>
                  <a:gd name="connsiteY3" fmla="*/ 426545 h 548582"/>
                  <a:gd name="connsiteX4" fmla="*/ 441447 w 608344"/>
                  <a:gd name="connsiteY4" fmla="*/ 449948 h 548582"/>
                  <a:gd name="connsiteX5" fmla="*/ 465642 w 608344"/>
                  <a:gd name="connsiteY5" fmla="*/ 474204 h 548582"/>
                  <a:gd name="connsiteX6" fmla="*/ 489932 w 608344"/>
                  <a:gd name="connsiteY6" fmla="*/ 450043 h 548582"/>
                  <a:gd name="connsiteX7" fmla="*/ 545532 w 608344"/>
                  <a:gd name="connsiteY7" fmla="*/ 394709 h 548582"/>
                  <a:gd name="connsiteX8" fmla="*/ 481962 w 608344"/>
                  <a:gd name="connsiteY8" fmla="*/ 296170 h 548582"/>
                  <a:gd name="connsiteX9" fmla="*/ 608344 w 608344"/>
                  <a:gd name="connsiteY9" fmla="*/ 422376 h 548582"/>
                  <a:gd name="connsiteX10" fmla="*/ 481962 w 608344"/>
                  <a:gd name="connsiteY10" fmla="*/ 548582 h 548582"/>
                  <a:gd name="connsiteX11" fmla="*/ 355579 w 608344"/>
                  <a:gd name="connsiteY11" fmla="*/ 422376 h 548582"/>
                  <a:gd name="connsiteX12" fmla="*/ 481962 w 608344"/>
                  <a:gd name="connsiteY12" fmla="*/ 296170 h 548582"/>
                  <a:gd name="connsiteX13" fmla="*/ 255835 w 608344"/>
                  <a:gd name="connsiteY13" fmla="*/ 446 h 548582"/>
                  <a:gd name="connsiteX14" fmla="*/ 317801 w 608344"/>
                  <a:gd name="connsiteY14" fmla="*/ 13616 h 548582"/>
                  <a:gd name="connsiteX15" fmla="*/ 348072 w 608344"/>
                  <a:gd name="connsiteY15" fmla="*/ 41661 h 548582"/>
                  <a:gd name="connsiteX16" fmla="*/ 381190 w 608344"/>
                  <a:gd name="connsiteY16" fmla="*/ 146831 h 548582"/>
                  <a:gd name="connsiteX17" fmla="*/ 378913 w 608344"/>
                  <a:gd name="connsiteY17" fmla="*/ 156211 h 548582"/>
                  <a:gd name="connsiteX18" fmla="*/ 387833 w 608344"/>
                  <a:gd name="connsiteY18" fmla="*/ 200458 h 548582"/>
                  <a:gd name="connsiteX19" fmla="*/ 366387 w 608344"/>
                  <a:gd name="connsiteY19" fmla="*/ 237694 h 548582"/>
                  <a:gd name="connsiteX20" fmla="*/ 351393 w 608344"/>
                  <a:gd name="connsiteY20" fmla="*/ 278720 h 548582"/>
                  <a:gd name="connsiteX21" fmla="*/ 351393 w 608344"/>
                  <a:gd name="connsiteY21" fmla="*/ 322873 h 548582"/>
                  <a:gd name="connsiteX22" fmla="*/ 317611 w 608344"/>
                  <a:gd name="connsiteY22" fmla="*/ 422358 h 548582"/>
                  <a:gd name="connsiteX23" fmla="*/ 376635 w 608344"/>
                  <a:gd name="connsiteY23" fmla="*/ 548088 h 548582"/>
                  <a:gd name="connsiteX24" fmla="*/ 26855 w 608344"/>
                  <a:gd name="connsiteY24" fmla="*/ 548088 h 548582"/>
                  <a:gd name="connsiteX25" fmla="*/ 0 w 608344"/>
                  <a:gd name="connsiteY25" fmla="*/ 521274 h 548582"/>
                  <a:gd name="connsiteX26" fmla="*/ 0 w 608344"/>
                  <a:gd name="connsiteY26" fmla="*/ 473806 h 548582"/>
                  <a:gd name="connsiteX27" fmla="*/ 19453 w 608344"/>
                  <a:gd name="connsiteY27" fmla="*/ 432969 h 548582"/>
                  <a:gd name="connsiteX28" fmla="*/ 173751 w 608344"/>
                  <a:gd name="connsiteY28" fmla="*/ 334242 h 548582"/>
                  <a:gd name="connsiteX29" fmla="*/ 176408 w 608344"/>
                  <a:gd name="connsiteY29" fmla="*/ 329884 h 548582"/>
                  <a:gd name="connsiteX30" fmla="*/ 176408 w 608344"/>
                  <a:gd name="connsiteY30" fmla="*/ 278720 h 548582"/>
                  <a:gd name="connsiteX31" fmla="*/ 161320 w 608344"/>
                  <a:gd name="connsiteY31" fmla="*/ 237694 h 548582"/>
                  <a:gd name="connsiteX32" fmla="*/ 139969 w 608344"/>
                  <a:gd name="connsiteY32" fmla="*/ 200458 h 548582"/>
                  <a:gd name="connsiteX33" fmla="*/ 148320 w 608344"/>
                  <a:gd name="connsiteY33" fmla="*/ 156211 h 548582"/>
                  <a:gd name="connsiteX34" fmla="*/ 146042 w 608344"/>
                  <a:gd name="connsiteY34" fmla="*/ 146736 h 548582"/>
                  <a:gd name="connsiteX35" fmla="*/ 145758 w 608344"/>
                  <a:gd name="connsiteY35" fmla="*/ 95099 h 548582"/>
                  <a:gd name="connsiteX36" fmla="*/ 176029 w 608344"/>
                  <a:gd name="connsiteY36" fmla="*/ 42135 h 548582"/>
                  <a:gd name="connsiteX37" fmla="*/ 203928 w 608344"/>
                  <a:gd name="connsiteY37" fmla="*/ 19017 h 548582"/>
                  <a:gd name="connsiteX38" fmla="*/ 231162 w 608344"/>
                  <a:gd name="connsiteY38" fmla="*/ 5089 h 548582"/>
                  <a:gd name="connsiteX39" fmla="*/ 255835 w 608344"/>
                  <a:gd name="connsiteY39" fmla="*/ 446 h 54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344" h="548582">
                    <a:moveTo>
                      <a:pt x="521432" y="370453"/>
                    </a:moveTo>
                    <a:lnTo>
                      <a:pt x="465737" y="425787"/>
                    </a:lnTo>
                    <a:lnTo>
                      <a:pt x="442491" y="402479"/>
                    </a:lnTo>
                    <a:lnTo>
                      <a:pt x="418201" y="426545"/>
                    </a:lnTo>
                    <a:lnTo>
                      <a:pt x="441447" y="449948"/>
                    </a:lnTo>
                    <a:lnTo>
                      <a:pt x="465642" y="474204"/>
                    </a:lnTo>
                    <a:lnTo>
                      <a:pt x="489932" y="450043"/>
                    </a:lnTo>
                    <a:lnTo>
                      <a:pt x="545532" y="394709"/>
                    </a:lnTo>
                    <a:close/>
                    <a:moveTo>
                      <a:pt x="481962" y="296170"/>
                    </a:moveTo>
                    <a:cubicBezTo>
                      <a:pt x="551795" y="296170"/>
                      <a:pt x="608344" y="352641"/>
                      <a:pt x="608344" y="422376"/>
                    </a:cubicBezTo>
                    <a:cubicBezTo>
                      <a:pt x="608344" y="492111"/>
                      <a:pt x="551795" y="548582"/>
                      <a:pt x="481962" y="548582"/>
                    </a:cubicBezTo>
                    <a:cubicBezTo>
                      <a:pt x="412129" y="548582"/>
                      <a:pt x="355579" y="492111"/>
                      <a:pt x="355579" y="422376"/>
                    </a:cubicBezTo>
                    <a:cubicBezTo>
                      <a:pt x="355579" y="352641"/>
                      <a:pt x="412129" y="296170"/>
                      <a:pt x="481962" y="296170"/>
                    </a:cubicBezTo>
                    <a:close/>
                    <a:moveTo>
                      <a:pt x="255835" y="446"/>
                    </a:moveTo>
                    <a:cubicBezTo>
                      <a:pt x="282785" y="-1828"/>
                      <a:pt x="303187" y="4899"/>
                      <a:pt x="317801" y="13616"/>
                    </a:cubicBezTo>
                    <a:cubicBezTo>
                      <a:pt x="339721" y="25744"/>
                      <a:pt x="348072" y="41661"/>
                      <a:pt x="348072" y="41661"/>
                    </a:cubicBezTo>
                    <a:cubicBezTo>
                      <a:pt x="348072" y="41661"/>
                      <a:pt x="398176" y="45167"/>
                      <a:pt x="381190" y="146831"/>
                    </a:cubicBezTo>
                    <a:cubicBezTo>
                      <a:pt x="380621" y="149863"/>
                      <a:pt x="379862" y="153085"/>
                      <a:pt x="378913" y="156211"/>
                    </a:cubicBezTo>
                    <a:cubicBezTo>
                      <a:pt x="388592" y="156211"/>
                      <a:pt x="398271" y="163507"/>
                      <a:pt x="387833" y="200458"/>
                    </a:cubicBezTo>
                    <a:cubicBezTo>
                      <a:pt x="379672" y="229262"/>
                      <a:pt x="372080" y="237221"/>
                      <a:pt x="366387" y="237694"/>
                    </a:cubicBezTo>
                    <a:cubicBezTo>
                      <a:pt x="364394" y="250675"/>
                      <a:pt x="359175" y="265076"/>
                      <a:pt x="351393" y="278720"/>
                    </a:cubicBezTo>
                    <a:lnTo>
                      <a:pt x="351393" y="322873"/>
                    </a:lnTo>
                    <a:cubicBezTo>
                      <a:pt x="330232" y="350539"/>
                      <a:pt x="317611" y="385027"/>
                      <a:pt x="317611" y="422358"/>
                    </a:cubicBezTo>
                    <a:cubicBezTo>
                      <a:pt x="317611" y="472764"/>
                      <a:pt x="340480" y="518053"/>
                      <a:pt x="376635" y="548088"/>
                    </a:cubicBezTo>
                    <a:lnTo>
                      <a:pt x="26855" y="548088"/>
                    </a:lnTo>
                    <a:cubicBezTo>
                      <a:pt x="12052" y="548088"/>
                      <a:pt x="0" y="536055"/>
                      <a:pt x="0" y="521274"/>
                    </a:cubicBezTo>
                    <a:lnTo>
                      <a:pt x="0" y="473806"/>
                    </a:lnTo>
                    <a:cubicBezTo>
                      <a:pt x="0" y="457983"/>
                      <a:pt x="7212" y="443013"/>
                      <a:pt x="19453" y="432969"/>
                    </a:cubicBezTo>
                    <a:cubicBezTo>
                      <a:pt x="86638" y="377921"/>
                      <a:pt x="159043" y="341443"/>
                      <a:pt x="173751" y="334242"/>
                    </a:cubicBezTo>
                    <a:cubicBezTo>
                      <a:pt x="175365" y="333484"/>
                      <a:pt x="176408" y="331779"/>
                      <a:pt x="176408" y="329884"/>
                    </a:cubicBezTo>
                    <a:lnTo>
                      <a:pt x="176408" y="278720"/>
                    </a:lnTo>
                    <a:cubicBezTo>
                      <a:pt x="168437" y="265076"/>
                      <a:pt x="163313" y="250675"/>
                      <a:pt x="161320" y="237694"/>
                    </a:cubicBezTo>
                    <a:cubicBezTo>
                      <a:pt x="155627" y="237221"/>
                      <a:pt x="148035" y="229072"/>
                      <a:pt x="139969" y="200458"/>
                    </a:cubicBezTo>
                    <a:cubicBezTo>
                      <a:pt x="129531" y="164170"/>
                      <a:pt x="138925" y="156496"/>
                      <a:pt x="148320" y="156211"/>
                    </a:cubicBezTo>
                    <a:cubicBezTo>
                      <a:pt x="147371" y="153085"/>
                      <a:pt x="146612" y="149863"/>
                      <a:pt x="146042" y="146736"/>
                    </a:cubicBezTo>
                    <a:cubicBezTo>
                      <a:pt x="142436" y="128450"/>
                      <a:pt x="141487" y="111396"/>
                      <a:pt x="145758" y="95099"/>
                    </a:cubicBezTo>
                    <a:cubicBezTo>
                      <a:pt x="150787" y="73212"/>
                      <a:pt x="162744" y="55684"/>
                      <a:pt x="176029" y="42135"/>
                    </a:cubicBezTo>
                    <a:cubicBezTo>
                      <a:pt x="184379" y="33134"/>
                      <a:pt x="193869" y="25459"/>
                      <a:pt x="203928" y="19017"/>
                    </a:cubicBezTo>
                    <a:cubicBezTo>
                      <a:pt x="212183" y="13332"/>
                      <a:pt x="221293" y="8405"/>
                      <a:pt x="231162" y="5089"/>
                    </a:cubicBezTo>
                    <a:cubicBezTo>
                      <a:pt x="238849" y="2625"/>
                      <a:pt x="247105" y="825"/>
                      <a:pt x="255835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îṧliḋè"/>
            <p:cNvGrpSpPr/>
            <p:nvPr/>
          </p:nvGrpSpPr>
          <p:grpSpPr>
            <a:xfrm>
              <a:off x="7560715" y="1809000"/>
              <a:ext cx="1238250" cy="1238250"/>
              <a:chOff x="4498403" y="2983026"/>
              <a:chExt cx="914400" cy="914400"/>
            </a:xfrm>
          </p:grpSpPr>
          <p:sp>
            <p:nvSpPr>
              <p:cNvPr id="24" name="iŝḷiḍê"/>
              <p:cNvSpPr/>
              <p:nvPr/>
            </p:nvSpPr>
            <p:spPr>
              <a:xfrm>
                <a:off x="4498403" y="2983026"/>
                <a:ext cx="914400" cy="91440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îṡlîḓê"/>
              <p:cNvSpPr/>
              <p:nvPr/>
            </p:nvSpPr>
            <p:spPr bwMode="auto">
              <a:xfrm>
                <a:off x="4733787" y="3240201"/>
                <a:ext cx="443632" cy="400050"/>
              </a:xfrm>
              <a:custGeom>
                <a:avLst/>
                <a:gdLst>
                  <a:gd name="connsiteX0" fmla="*/ 521432 w 608344"/>
                  <a:gd name="connsiteY0" fmla="*/ 370453 h 548582"/>
                  <a:gd name="connsiteX1" fmla="*/ 465737 w 608344"/>
                  <a:gd name="connsiteY1" fmla="*/ 425787 h 548582"/>
                  <a:gd name="connsiteX2" fmla="*/ 442491 w 608344"/>
                  <a:gd name="connsiteY2" fmla="*/ 402479 h 548582"/>
                  <a:gd name="connsiteX3" fmla="*/ 418201 w 608344"/>
                  <a:gd name="connsiteY3" fmla="*/ 426545 h 548582"/>
                  <a:gd name="connsiteX4" fmla="*/ 441447 w 608344"/>
                  <a:gd name="connsiteY4" fmla="*/ 449948 h 548582"/>
                  <a:gd name="connsiteX5" fmla="*/ 465642 w 608344"/>
                  <a:gd name="connsiteY5" fmla="*/ 474204 h 548582"/>
                  <a:gd name="connsiteX6" fmla="*/ 489932 w 608344"/>
                  <a:gd name="connsiteY6" fmla="*/ 450043 h 548582"/>
                  <a:gd name="connsiteX7" fmla="*/ 545532 w 608344"/>
                  <a:gd name="connsiteY7" fmla="*/ 394709 h 548582"/>
                  <a:gd name="connsiteX8" fmla="*/ 481962 w 608344"/>
                  <a:gd name="connsiteY8" fmla="*/ 296170 h 548582"/>
                  <a:gd name="connsiteX9" fmla="*/ 608344 w 608344"/>
                  <a:gd name="connsiteY9" fmla="*/ 422376 h 548582"/>
                  <a:gd name="connsiteX10" fmla="*/ 481962 w 608344"/>
                  <a:gd name="connsiteY10" fmla="*/ 548582 h 548582"/>
                  <a:gd name="connsiteX11" fmla="*/ 355579 w 608344"/>
                  <a:gd name="connsiteY11" fmla="*/ 422376 h 548582"/>
                  <a:gd name="connsiteX12" fmla="*/ 481962 w 608344"/>
                  <a:gd name="connsiteY12" fmla="*/ 296170 h 548582"/>
                  <a:gd name="connsiteX13" fmla="*/ 255835 w 608344"/>
                  <a:gd name="connsiteY13" fmla="*/ 446 h 548582"/>
                  <a:gd name="connsiteX14" fmla="*/ 317801 w 608344"/>
                  <a:gd name="connsiteY14" fmla="*/ 13616 h 548582"/>
                  <a:gd name="connsiteX15" fmla="*/ 348072 w 608344"/>
                  <a:gd name="connsiteY15" fmla="*/ 41661 h 548582"/>
                  <a:gd name="connsiteX16" fmla="*/ 381190 w 608344"/>
                  <a:gd name="connsiteY16" fmla="*/ 146831 h 548582"/>
                  <a:gd name="connsiteX17" fmla="*/ 378913 w 608344"/>
                  <a:gd name="connsiteY17" fmla="*/ 156211 h 548582"/>
                  <a:gd name="connsiteX18" fmla="*/ 387833 w 608344"/>
                  <a:gd name="connsiteY18" fmla="*/ 200458 h 548582"/>
                  <a:gd name="connsiteX19" fmla="*/ 366387 w 608344"/>
                  <a:gd name="connsiteY19" fmla="*/ 237694 h 548582"/>
                  <a:gd name="connsiteX20" fmla="*/ 351393 w 608344"/>
                  <a:gd name="connsiteY20" fmla="*/ 278720 h 548582"/>
                  <a:gd name="connsiteX21" fmla="*/ 351393 w 608344"/>
                  <a:gd name="connsiteY21" fmla="*/ 322873 h 548582"/>
                  <a:gd name="connsiteX22" fmla="*/ 317611 w 608344"/>
                  <a:gd name="connsiteY22" fmla="*/ 422358 h 548582"/>
                  <a:gd name="connsiteX23" fmla="*/ 376635 w 608344"/>
                  <a:gd name="connsiteY23" fmla="*/ 548088 h 548582"/>
                  <a:gd name="connsiteX24" fmla="*/ 26855 w 608344"/>
                  <a:gd name="connsiteY24" fmla="*/ 548088 h 548582"/>
                  <a:gd name="connsiteX25" fmla="*/ 0 w 608344"/>
                  <a:gd name="connsiteY25" fmla="*/ 521274 h 548582"/>
                  <a:gd name="connsiteX26" fmla="*/ 0 w 608344"/>
                  <a:gd name="connsiteY26" fmla="*/ 473806 h 548582"/>
                  <a:gd name="connsiteX27" fmla="*/ 19453 w 608344"/>
                  <a:gd name="connsiteY27" fmla="*/ 432969 h 548582"/>
                  <a:gd name="connsiteX28" fmla="*/ 173751 w 608344"/>
                  <a:gd name="connsiteY28" fmla="*/ 334242 h 548582"/>
                  <a:gd name="connsiteX29" fmla="*/ 176408 w 608344"/>
                  <a:gd name="connsiteY29" fmla="*/ 329884 h 548582"/>
                  <a:gd name="connsiteX30" fmla="*/ 176408 w 608344"/>
                  <a:gd name="connsiteY30" fmla="*/ 278720 h 548582"/>
                  <a:gd name="connsiteX31" fmla="*/ 161320 w 608344"/>
                  <a:gd name="connsiteY31" fmla="*/ 237694 h 548582"/>
                  <a:gd name="connsiteX32" fmla="*/ 139969 w 608344"/>
                  <a:gd name="connsiteY32" fmla="*/ 200458 h 548582"/>
                  <a:gd name="connsiteX33" fmla="*/ 148320 w 608344"/>
                  <a:gd name="connsiteY33" fmla="*/ 156211 h 548582"/>
                  <a:gd name="connsiteX34" fmla="*/ 146042 w 608344"/>
                  <a:gd name="connsiteY34" fmla="*/ 146736 h 548582"/>
                  <a:gd name="connsiteX35" fmla="*/ 145758 w 608344"/>
                  <a:gd name="connsiteY35" fmla="*/ 95099 h 548582"/>
                  <a:gd name="connsiteX36" fmla="*/ 176029 w 608344"/>
                  <a:gd name="connsiteY36" fmla="*/ 42135 h 548582"/>
                  <a:gd name="connsiteX37" fmla="*/ 203928 w 608344"/>
                  <a:gd name="connsiteY37" fmla="*/ 19017 h 548582"/>
                  <a:gd name="connsiteX38" fmla="*/ 231162 w 608344"/>
                  <a:gd name="connsiteY38" fmla="*/ 5089 h 548582"/>
                  <a:gd name="connsiteX39" fmla="*/ 255835 w 608344"/>
                  <a:gd name="connsiteY39" fmla="*/ 446 h 54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344" h="548582">
                    <a:moveTo>
                      <a:pt x="521432" y="370453"/>
                    </a:moveTo>
                    <a:lnTo>
                      <a:pt x="465737" y="425787"/>
                    </a:lnTo>
                    <a:lnTo>
                      <a:pt x="442491" y="402479"/>
                    </a:lnTo>
                    <a:lnTo>
                      <a:pt x="418201" y="426545"/>
                    </a:lnTo>
                    <a:lnTo>
                      <a:pt x="441447" y="449948"/>
                    </a:lnTo>
                    <a:lnTo>
                      <a:pt x="465642" y="474204"/>
                    </a:lnTo>
                    <a:lnTo>
                      <a:pt x="489932" y="450043"/>
                    </a:lnTo>
                    <a:lnTo>
                      <a:pt x="545532" y="394709"/>
                    </a:lnTo>
                    <a:close/>
                    <a:moveTo>
                      <a:pt x="481962" y="296170"/>
                    </a:moveTo>
                    <a:cubicBezTo>
                      <a:pt x="551795" y="296170"/>
                      <a:pt x="608344" y="352641"/>
                      <a:pt x="608344" y="422376"/>
                    </a:cubicBezTo>
                    <a:cubicBezTo>
                      <a:pt x="608344" y="492111"/>
                      <a:pt x="551795" y="548582"/>
                      <a:pt x="481962" y="548582"/>
                    </a:cubicBezTo>
                    <a:cubicBezTo>
                      <a:pt x="412129" y="548582"/>
                      <a:pt x="355579" y="492111"/>
                      <a:pt x="355579" y="422376"/>
                    </a:cubicBezTo>
                    <a:cubicBezTo>
                      <a:pt x="355579" y="352641"/>
                      <a:pt x="412129" y="296170"/>
                      <a:pt x="481962" y="296170"/>
                    </a:cubicBezTo>
                    <a:close/>
                    <a:moveTo>
                      <a:pt x="255835" y="446"/>
                    </a:moveTo>
                    <a:cubicBezTo>
                      <a:pt x="282785" y="-1828"/>
                      <a:pt x="303187" y="4899"/>
                      <a:pt x="317801" y="13616"/>
                    </a:cubicBezTo>
                    <a:cubicBezTo>
                      <a:pt x="339721" y="25744"/>
                      <a:pt x="348072" y="41661"/>
                      <a:pt x="348072" y="41661"/>
                    </a:cubicBezTo>
                    <a:cubicBezTo>
                      <a:pt x="348072" y="41661"/>
                      <a:pt x="398176" y="45167"/>
                      <a:pt x="381190" y="146831"/>
                    </a:cubicBezTo>
                    <a:cubicBezTo>
                      <a:pt x="380621" y="149863"/>
                      <a:pt x="379862" y="153085"/>
                      <a:pt x="378913" y="156211"/>
                    </a:cubicBezTo>
                    <a:cubicBezTo>
                      <a:pt x="388592" y="156211"/>
                      <a:pt x="398271" y="163507"/>
                      <a:pt x="387833" y="200458"/>
                    </a:cubicBezTo>
                    <a:cubicBezTo>
                      <a:pt x="379672" y="229262"/>
                      <a:pt x="372080" y="237221"/>
                      <a:pt x="366387" y="237694"/>
                    </a:cubicBezTo>
                    <a:cubicBezTo>
                      <a:pt x="364394" y="250675"/>
                      <a:pt x="359175" y="265076"/>
                      <a:pt x="351393" y="278720"/>
                    </a:cubicBezTo>
                    <a:lnTo>
                      <a:pt x="351393" y="322873"/>
                    </a:lnTo>
                    <a:cubicBezTo>
                      <a:pt x="330232" y="350539"/>
                      <a:pt x="317611" y="385027"/>
                      <a:pt x="317611" y="422358"/>
                    </a:cubicBezTo>
                    <a:cubicBezTo>
                      <a:pt x="317611" y="472764"/>
                      <a:pt x="340480" y="518053"/>
                      <a:pt x="376635" y="548088"/>
                    </a:cubicBezTo>
                    <a:lnTo>
                      <a:pt x="26855" y="548088"/>
                    </a:lnTo>
                    <a:cubicBezTo>
                      <a:pt x="12052" y="548088"/>
                      <a:pt x="0" y="536055"/>
                      <a:pt x="0" y="521274"/>
                    </a:cubicBezTo>
                    <a:lnTo>
                      <a:pt x="0" y="473806"/>
                    </a:lnTo>
                    <a:cubicBezTo>
                      <a:pt x="0" y="457983"/>
                      <a:pt x="7212" y="443013"/>
                      <a:pt x="19453" y="432969"/>
                    </a:cubicBezTo>
                    <a:cubicBezTo>
                      <a:pt x="86638" y="377921"/>
                      <a:pt x="159043" y="341443"/>
                      <a:pt x="173751" y="334242"/>
                    </a:cubicBezTo>
                    <a:cubicBezTo>
                      <a:pt x="175365" y="333484"/>
                      <a:pt x="176408" y="331779"/>
                      <a:pt x="176408" y="329884"/>
                    </a:cubicBezTo>
                    <a:lnTo>
                      <a:pt x="176408" y="278720"/>
                    </a:lnTo>
                    <a:cubicBezTo>
                      <a:pt x="168437" y="265076"/>
                      <a:pt x="163313" y="250675"/>
                      <a:pt x="161320" y="237694"/>
                    </a:cubicBezTo>
                    <a:cubicBezTo>
                      <a:pt x="155627" y="237221"/>
                      <a:pt x="148035" y="229072"/>
                      <a:pt x="139969" y="200458"/>
                    </a:cubicBezTo>
                    <a:cubicBezTo>
                      <a:pt x="129531" y="164170"/>
                      <a:pt x="138925" y="156496"/>
                      <a:pt x="148320" y="156211"/>
                    </a:cubicBezTo>
                    <a:cubicBezTo>
                      <a:pt x="147371" y="153085"/>
                      <a:pt x="146612" y="149863"/>
                      <a:pt x="146042" y="146736"/>
                    </a:cubicBezTo>
                    <a:cubicBezTo>
                      <a:pt x="142436" y="128450"/>
                      <a:pt x="141487" y="111396"/>
                      <a:pt x="145758" y="95099"/>
                    </a:cubicBezTo>
                    <a:cubicBezTo>
                      <a:pt x="150787" y="73212"/>
                      <a:pt x="162744" y="55684"/>
                      <a:pt x="176029" y="42135"/>
                    </a:cubicBezTo>
                    <a:cubicBezTo>
                      <a:pt x="184379" y="33134"/>
                      <a:pt x="193869" y="25459"/>
                      <a:pt x="203928" y="19017"/>
                    </a:cubicBezTo>
                    <a:cubicBezTo>
                      <a:pt x="212183" y="13332"/>
                      <a:pt x="221293" y="8405"/>
                      <a:pt x="231162" y="5089"/>
                    </a:cubicBezTo>
                    <a:cubicBezTo>
                      <a:pt x="238849" y="2625"/>
                      <a:pt x="247105" y="825"/>
                      <a:pt x="255835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íśḻîḓê"/>
            <p:cNvGrpSpPr/>
            <p:nvPr/>
          </p:nvGrpSpPr>
          <p:grpSpPr>
            <a:xfrm>
              <a:off x="7560715" y="4178791"/>
              <a:ext cx="1238250" cy="1238250"/>
              <a:chOff x="4498403" y="2983026"/>
              <a:chExt cx="914400" cy="914400"/>
            </a:xfrm>
          </p:grpSpPr>
          <p:sp>
            <p:nvSpPr>
              <p:cNvPr id="22" name="îṣḷîḋé"/>
              <p:cNvSpPr/>
              <p:nvPr/>
            </p:nvSpPr>
            <p:spPr>
              <a:xfrm>
                <a:off x="4498403" y="2983026"/>
                <a:ext cx="914400" cy="91440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îş1îḍê"/>
              <p:cNvSpPr/>
              <p:nvPr/>
            </p:nvSpPr>
            <p:spPr bwMode="auto">
              <a:xfrm>
                <a:off x="4733787" y="3240201"/>
                <a:ext cx="443632" cy="400050"/>
              </a:xfrm>
              <a:custGeom>
                <a:avLst/>
                <a:gdLst>
                  <a:gd name="connsiteX0" fmla="*/ 521432 w 608344"/>
                  <a:gd name="connsiteY0" fmla="*/ 370453 h 548582"/>
                  <a:gd name="connsiteX1" fmla="*/ 465737 w 608344"/>
                  <a:gd name="connsiteY1" fmla="*/ 425787 h 548582"/>
                  <a:gd name="connsiteX2" fmla="*/ 442491 w 608344"/>
                  <a:gd name="connsiteY2" fmla="*/ 402479 h 548582"/>
                  <a:gd name="connsiteX3" fmla="*/ 418201 w 608344"/>
                  <a:gd name="connsiteY3" fmla="*/ 426545 h 548582"/>
                  <a:gd name="connsiteX4" fmla="*/ 441447 w 608344"/>
                  <a:gd name="connsiteY4" fmla="*/ 449948 h 548582"/>
                  <a:gd name="connsiteX5" fmla="*/ 465642 w 608344"/>
                  <a:gd name="connsiteY5" fmla="*/ 474204 h 548582"/>
                  <a:gd name="connsiteX6" fmla="*/ 489932 w 608344"/>
                  <a:gd name="connsiteY6" fmla="*/ 450043 h 548582"/>
                  <a:gd name="connsiteX7" fmla="*/ 545532 w 608344"/>
                  <a:gd name="connsiteY7" fmla="*/ 394709 h 548582"/>
                  <a:gd name="connsiteX8" fmla="*/ 481962 w 608344"/>
                  <a:gd name="connsiteY8" fmla="*/ 296170 h 548582"/>
                  <a:gd name="connsiteX9" fmla="*/ 608344 w 608344"/>
                  <a:gd name="connsiteY9" fmla="*/ 422376 h 548582"/>
                  <a:gd name="connsiteX10" fmla="*/ 481962 w 608344"/>
                  <a:gd name="connsiteY10" fmla="*/ 548582 h 548582"/>
                  <a:gd name="connsiteX11" fmla="*/ 355579 w 608344"/>
                  <a:gd name="connsiteY11" fmla="*/ 422376 h 548582"/>
                  <a:gd name="connsiteX12" fmla="*/ 481962 w 608344"/>
                  <a:gd name="connsiteY12" fmla="*/ 296170 h 548582"/>
                  <a:gd name="connsiteX13" fmla="*/ 255835 w 608344"/>
                  <a:gd name="connsiteY13" fmla="*/ 446 h 548582"/>
                  <a:gd name="connsiteX14" fmla="*/ 317801 w 608344"/>
                  <a:gd name="connsiteY14" fmla="*/ 13616 h 548582"/>
                  <a:gd name="connsiteX15" fmla="*/ 348072 w 608344"/>
                  <a:gd name="connsiteY15" fmla="*/ 41661 h 548582"/>
                  <a:gd name="connsiteX16" fmla="*/ 381190 w 608344"/>
                  <a:gd name="connsiteY16" fmla="*/ 146831 h 548582"/>
                  <a:gd name="connsiteX17" fmla="*/ 378913 w 608344"/>
                  <a:gd name="connsiteY17" fmla="*/ 156211 h 548582"/>
                  <a:gd name="connsiteX18" fmla="*/ 387833 w 608344"/>
                  <a:gd name="connsiteY18" fmla="*/ 200458 h 548582"/>
                  <a:gd name="connsiteX19" fmla="*/ 366387 w 608344"/>
                  <a:gd name="connsiteY19" fmla="*/ 237694 h 548582"/>
                  <a:gd name="connsiteX20" fmla="*/ 351393 w 608344"/>
                  <a:gd name="connsiteY20" fmla="*/ 278720 h 548582"/>
                  <a:gd name="connsiteX21" fmla="*/ 351393 w 608344"/>
                  <a:gd name="connsiteY21" fmla="*/ 322873 h 548582"/>
                  <a:gd name="connsiteX22" fmla="*/ 317611 w 608344"/>
                  <a:gd name="connsiteY22" fmla="*/ 422358 h 548582"/>
                  <a:gd name="connsiteX23" fmla="*/ 376635 w 608344"/>
                  <a:gd name="connsiteY23" fmla="*/ 548088 h 548582"/>
                  <a:gd name="connsiteX24" fmla="*/ 26855 w 608344"/>
                  <a:gd name="connsiteY24" fmla="*/ 548088 h 548582"/>
                  <a:gd name="connsiteX25" fmla="*/ 0 w 608344"/>
                  <a:gd name="connsiteY25" fmla="*/ 521274 h 548582"/>
                  <a:gd name="connsiteX26" fmla="*/ 0 w 608344"/>
                  <a:gd name="connsiteY26" fmla="*/ 473806 h 548582"/>
                  <a:gd name="connsiteX27" fmla="*/ 19453 w 608344"/>
                  <a:gd name="connsiteY27" fmla="*/ 432969 h 548582"/>
                  <a:gd name="connsiteX28" fmla="*/ 173751 w 608344"/>
                  <a:gd name="connsiteY28" fmla="*/ 334242 h 548582"/>
                  <a:gd name="connsiteX29" fmla="*/ 176408 w 608344"/>
                  <a:gd name="connsiteY29" fmla="*/ 329884 h 548582"/>
                  <a:gd name="connsiteX30" fmla="*/ 176408 w 608344"/>
                  <a:gd name="connsiteY30" fmla="*/ 278720 h 548582"/>
                  <a:gd name="connsiteX31" fmla="*/ 161320 w 608344"/>
                  <a:gd name="connsiteY31" fmla="*/ 237694 h 548582"/>
                  <a:gd name="connsiteX32" fmla="*/ 139969 w 608344"/>
                  <a:gd name="connsiteY32" fmla="*/ 200458 h 548582"/>
                  <a:gd name="connsiteX33" fmla="*/ 148320 w 608344"/>
                  <a:gd name="connsiteY33" fmla="*/ 156211 h 548582"/>
                  <a:gd name="connsiteX34" fmla="*/ 146042 w 608344"/>
                  <a:gd name="connsiteY34" fmla="*/ 146736 h 548582"/>
                  <a:gd name="connsiteX35" fmla="*/ 145758 w 608344"/>
                  <a:gd name="connsiteY35" fmla="*/ 95099 h 548582"/>
                  <a:gd name="connsiteX36" fmla="*/ 176029 w 608344"/>
                  <a:gd name="connsiteY36" fmla="*/ 42135 h 548582"/>
                  <a:gd name="connsiteX37" fmla="*/ 203928 w 608344"/>
                  <a:gd name="connsiteY37" fmla="*/ 19017 h 548582"/>
                  <a:gd name="connsiteX38" fmla="*/ 231162 w 608344"/>
                  <a:gd name="connsiteY38" fmla="*/ 5089 h 548582"/>
                  <a:gd name="connsiteX39" fmla="*/ 255835 w 608344"/>
                  <a:gd name="connsiteY39" fmla="*/ 446 h 54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344" h="548582">
                    <a:moveTo>
                      <a:pt x="521432" y="370453"/>
                    </a:moveTo>
                    <a:lnTo>
                      <a:pt x="465737" y="425787"/>
                    </a:lnTo>
                    <a:lnTo>
                      <a:pt x="442491" y="402479"/>
                    </a:lnTo>
                    <a:lnTo>
                      <a:pt x="418201" y="426545"/>
                    </a:lnTo>
                    <a:lnTo>
                      <a:pt x="441447" y="449948"/>
                    </a:lnTo>
                    <a:lnTo>
                      <a:pt x="465642" y="474204"/>
                    </a:lnTo>
                    <a:lnTo>
                      <a:pt x="489932" y="450043"/>
                    </a:lnTo>
                    <a:lnTo>
                      <a:pt x="545532" y="394709"/>
                    </a:lnTo>
                    <a:close/>
                    <a:moveTo>
                      <a:pt x="481962" y="296170"/>
                    </a:moveTo>
                    <a:cubicBezTo>
                      <a:pt x="551795" y="296170"/>
                      <a:pt x="608344" y="352641"/>
                      <a:pt x="608344" y="422376"/>
                    </a:cubicBezTo>
                    <a:cubicBezTo>
                      <a:pt x="608344" y="492111"/>
                      <a:pt x="551795" y="548582"/>
                      <a:pt x="481962" y="548582"/>
                    </a:cubicBezTo>
                    <a:cubicBezTo>
                      <a:pt x="412129" y="548582"/>
                      <a:pt x="355579" y="492111"/>
                      <a:pt x="355579" y="422376"/>
                    </a:cubicBezTo>
                    <a:cubicBezTo>
                      <a:pt x="355579" y="352641"/>
                      <a:pt x="412129" y="296170"/>
                      <a:pt x="481962" y="296170"/>
                    </a:cubicBezTo>
                    <a:close/>
                    <a:moveTo>
                      <a:pt x="255835" y="446"/>
                    </a:moveTo>
                    <a:cubicBezTo>
                      <a:pt x="282785" y="-1828"/>
                      <a:pt x="303187" y="4899"/>
                      <a:pt x="317801" y="13616"/>
                    </a:cubicBezTo>
                    <a:cubicBezTo>
                      <a:pt x="339721" y="25744"/>
                      <a:pt x="348072" y="41661"/>
                      <a:pt x="348072" y="41661"/>
                    </a:cubicBezTo>
                    <a:cubicBezTo>
                      <a:pt x="348072" y="41661"/>
                      <a:pt x="398176" y="45167"/>
                      <a:pt x="381190" y="146831"/>
                    </a:cubicBezTo>
                    <a:cubicBezTo>
                      <a:pt x="380621" y="149863"/>
                      <a:pt x="379862" y="153085"/>
                      <a:pt x="378913" y="156211"/>
                    </a:cubicBezTo>
                    <a:cubicBezTo>
                      <a:pt x="388592" y="156211"/>
                      <a:pt x="398271" y="163507"/>
                      <a:pt x="387833" y="200458"/>
                    </a:cubicBezTo>
                    <a:cubicBezTo>
                      <a:pt x="379672" y="229262"/>
                      <a:pt x="372080" y="237221"/>
                      <a:pt x="366387" y="237694"/>
                    </a:cubicBezTo>
                    <a:cubicBezTo>
                      <a:pt x="364394" y="250675"/>
                      <a:pt x="359175" y="265076"/>
                      <a:pt x="351393" y="278720"/>
                    </a:cubicBezTo>
                    <a:lnTo>
                      <a:pt x="351393" y="322873"/>
                    </a:lnTo>
                    <a:cubicBezTo>
                      <a:pt x="330232" y="350539"/>
                      <a:pt x="317611" y="385027"/>
                      <a:pt x="317611" y="422358"/>
                    </a:cubicBezTo>
                    <a:cubicBezTo>
                      <a:pt x="317611" y="472764"/>
                      <a:pt x="340480" y="518053"/>
                      <a:pt x="376635" y="548088"/>
                    </a:cubicBezTo>
                    <a:lnTo>
                      <a:pt x="26855" y="548088"/>
                    </a:lnTo>
                    <a:cubicBezTo>
                      <a:pt x="12052" y="548088"/>
                      <a:pt x="0" y="536055"/>
                      <a:pt x="0" y="521274"/>
                    </a:cubicBezTo>
                    <a:lnTo>
                      <a:pt x="0" y="473806"/>
                    </a:lnTo>
                    <a:cubicBezTo>
                      <a:pt x="0" y="457983"/>
                      <a:pt x="7212" y="443013"/>
                      <a:pt x="19453" y="432969"/>
                    </a:cubicBezTo>
                    <a:cubicBezTo>
                      <a:pt x="86638" y="377921"/>
                      <a:pt x="159043" y="341443"/>
                      <a:pt x="173751" y="334242"/>
                    </a:cubicBezTo>
                    <a:cubicBezTo>
                      <a:pt x="175365" y="333484"/>
                      <a:pt x="176408" y="331779"/>
                      <a:pt x="176408" y="329884"/>
                    </a:cubicBezTo>
                    <a:lnTo>
                      <a:pt x="176408" y="278720"/>
                    </a:lnTo>
                    <a:cubicBezTo>
                      <a:pt x="168437" y="265076"/>
                      <a:pt x="163313" y="250675"/>
                      <a:pt x="161320" y="237694"/>
                    </a:cubicBezTo>
                    <a:cubicBezTo>
                      <a:pt x="155627" y="237221"/>
                      <a:pt x="148035" y="229072"/>
                      <a:pt x="139969" y="200458"/>
                    </a:cubicBezTo>
                    <a:cubicBezTo>
                      <a:pt x="129531" y="164170"/>
                      <a:pt x="138925" y="156496"/>
                      <a:pt x="148320" y="156211"/>
                    </a:cubicBezTo>
                    <a:cubicBezTo>
                      <a:pt x="147371" y="153085"/>
                      <a:pt x="146612" y="149863"/>
                      <a:pt x="146042" y="146736"/>
                    </a:cubicBezTo>
                    <a:cubicBezTo>
                      <a:pt x="142436" y="128450"/>
                      <a:pt x="141487" y="111396"/>
                      <a:pt x="145758" y="95099"/>
                    </a:cubicBezTo>
                    <a:cubicBezTo>
                      <a:pt x="150787" y="73212"/>
                      <a:pt x="162744" y="55684"/>
                      <a:pt x="176029" y="42135"/>
                    </a:cubicBezTo>
                    <a:cubicBezTo>
                      <a:pt x="184379" y="33134"/>
                      <a:pt x="193869" y="25459"/>
                      <a:pt x="203928" y="19017"/>
                    </a:cubicBezTo>
                    <a:cubicBezTo>
                      <a:pt x="212183" y="13332"/>
                      <a:pt x="221293" y="8405"/>
                      <a:pt x="231162" y="5089"/>
                    </a:cubicBezTo>
                    <a:cubicBezTo>
                      <a:pt x="238849" y="2625"/>
                      <a:pt x="247105" y="825"/>
                      <a:pt x="255835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" name="iSľîḍê"/>
            <p:cNvSpPr txBox="1"/>
            <p:nvPr/>
          </p:nvSpPr>
          <p:spPr bwMode="auto">
            <a:xfrm>
              <a:off x="669925" y="1731389"/>
              <a:ext cx="2670074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5" name="îṣľîḓé"/>
            <p:cNvSpPr/>
            <p:nvPr/>
          </p:nvSpPr>
          <p:spPr bwMode="auto">
            <a:xfrm>
              <a:off x="669925" y="2173195"/>
              <a:ext cx="2670074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6" name="išliḓê"/>
            <p:cNvSpPr txBox="1"/>
            <p:nvPr/>
          </p:nvSpPr>
          <p:spPr bwMode="auto">
            <a:xfrm>
              <a:off x="8852001" y="1731389"/>
              <a:ext cx="2670074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7" name="i$ḻîḑè"/>
            <p:cNvSpPr/>
            <p:nvPr/>
          </p:nvSpPr>
          <p:spPr bwMode="auto">
            <a:xfrm>
              <a:off x="8852001" y="2173195"/>
              <a:ext cx="2670074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8" name="ïṣ1ïḋè"/>
            <p:cNvSpPr txBox="1"/>
            <p:nvPr/>
          </p:nvSpPr>
          <p:spPr bwMode="auto">
            <a:xfrm>
              <a:off x="669925" y="4215680"/>
              <a:ext cx="2670074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9" name="íṥlïďè"/>
            <p:cNvSpPr/>
            <p:nvPr/>
          </p:nvSpPr>
          <p:spPr bwMode="auto">
            <a:xfrm>
              <a:off x="669925" y="4657486"/>
              <a:ext cx="2670074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0" name="îSḻíďe"/>
            <p:cNvSpPr txBox="1"/>
            <p:nvPr/>
          </p:nvSpPr>
          <p:spPr bwMode="auto">
            <a:xfrm>
              <a:off x="8852001" y="4215680"/>
              <a:ext cx="2670074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1" name="íSḷiḑè"/>
            <p:cNvSpPr/>
            <p:nvPr/>
          </p:nvSpPr>
          <p:spPr bwMode="auto">
            <a:xfrm>
              <a:off x="8852001" y="4657486"/>
              <a:ext cx="2670074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r>
              <a:rPr lang="zh-CN" altLang="en-US"/>
              <a:t>「 让</a:t>
            </a:r>
            <a:r>
              <a:rPr lang="en-US" altLang="zh-CN"/>
              <a:t>PPT</a:t>
            </a:r>
            <a:r>
              <a:rPr lang="zh-CN" altLang="en-US"/>
              <a:t>设计简单起来！」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4d5c9446-e71a-41fc-9605-be1165a4b6e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130300"/>
            <a:ext cx="12192000" cy="5013325"/>
            <a:chOff x="0" y="1130300"/>
            <a:chExt cx="12192000" cy="5013325"/>
          </a:xfrm>
        </p:grpSpPr>
        <p:sp>
          <p:nvSpPr>
            <p:cNvPr id="6" name="îṧļíďé"/>
            <p:cNvSpPr/>
            <p:nvPr/>
          </p:nvSpPr>
          <p:spPr>
            <a:xfrm>
              <a:off x="0" y="3654000"/>
              <a:ext cx="12192000" cy="2489625"/>
            </a:xfrm>
            <a:prstGeom prst="roundRect">
              <a:avLst>
                <a:gd name="adj" fmla="val 750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000" dirty="0"/>
            </a:p>
          </p:txBody>
        </p:sp>
        <p:sp>
          <p:nvSpPr>
            <p:cNvPr id="7" name="íṡḷíḋe"/>
            <p:cNvSpPr txBox="1"/>
            <p:nvPr/>
          </p:nvSpPr>
          <p:spPr>
            <a:xfrm>
              <a:off x="1286801" y="2917055"/>
              <a:ext cx="1637331" cy="147388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8" name="ísľîďè"/>
            <p:cNvSpPr/>
            <p:nvPr/>
          </p:nvSpPr>
          <p:spPr bwMode="auto">
            <a:xfrm>
              <a:off x="1773505" y="2585971"/>
              <a:ext cx="663923" cy="66216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txBody>
            <a:bodyPr vert="horz" wrap="squar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</a:rPr>
                <a:t>1</a:t>
              </a:r>
              <a:endParaRPr lang="en-US" sz="2400" b="1" dirty="0">
                <a:solidFill>
                  <a:schemeClr val="accent1"/>
                </a:solidFill>
              </a:endParaRPr>
            </a:p>
          </p:txBody>
        </p:sp>
        <p:grpSp>
          <p:nvGrpSpPr>
            <p:cNvPr id="9" name="ïŝļiḑè"/>
            <p:cNvGrpSpPr/>
            <p:nvPr/>
          </p:nvGrpSpPr>
          <p:grpSpPr>
            <a:xfrm>
              <a:off x="983204" y="4549453"/>
              <a:ext cx="2108063" cy="944997"/>
              <a:chOff x="1516090" y="3994532"/>
              <a:chExt cx="2108063" cy="944997"/>
            </a:xfrm>
          </p:grpSpPr>
          <p:sp>
            <p:nvSpPr>
              <p:cNvPr id="34" name="íṩḷiḍè"/>
              <p:cNvSpPr/>
              <p:nvPr/>
            </p:nvSpPr>
            <p:spPr bwMode="auto">
              <a:xfrm>
                <a:off x="1516090" y="4382130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5" name="îśľïďe"/>
              <p:cNvSpPr txBox="1"/>
              <p:nvPr/>
            </p:nvSpPr>
            <p:spPr bwMode="auto">
              <a:xfrm>
                <a:off x="1516090" y="3994532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10" name="iśḻíḓé"/>
            <p:cNvSpPr/>
            <p:nvPr/>
          </p:nvSpPr>
          <p:spPr bwMode="auto">
            <a:xfrm>
              <a:off x="1859686" y="3417553"/>
              <a:ext cx="491560" cy="472892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1" name="iṩḷïḍè"/>
            <p:cNvSpPr txBox="1"/>
            <p:nvPr/>
          </p:nvSpPr>
          <p:spPr>
            <a:xfrm>
              <a:off x="3969900" y="2917055"/>
              <a:ext cx="1637331" cy="147388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2" name="ïṡḷïḓê"/>
            <p:cNvSpPr/>
            <p:nvPr/>
          </p:nvSpPr>
          <p:spPr bwMode="auto">
            <a:xfrm>
              <a:off x="4456604" y="2585971"/>
              <a:ext cx="663923" cy="66216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2"/>
              </a:solidFill>
            </a:ln>
          </p:spPr>
          <p:txBody>
            <a:bodyPr vert="horz" wrap="squar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sz="2400" b="1">
                  <a:solidFill>
                    <a:schemeClr val="tx2"/>
                  </a:solidFill>
                </a:rPr>
                <a:t>2</a:t>
              </a:r>
              <a:endParaRPr lang="en-US" sz="2400" b="1">
                <a:solidFill>
                  <a:schemeClr val="tx2"/>
                </a:solidFill>
              </a:endParaRPr>
            </a:p>
          </p:txBody>
        </p:sp>
        <p:grpSp>
          <p:nvGrpSpPr>
            <p:cNvPr id="13" name="iṧlïḋe"/>
            <p:cNvGrpSpPr/>
            <p:nvPr/>
          </p:nvGrpSpPr>
          <p:grpSpPr>
            <a:xfrm>
              <a:off x="3689047" y="4549453"/>
              <a:ext cx="2108063" cy="944997"/>
              <a:chOff x="3787157" y="3992212"/>
              <a:chExt cx="2108063" cy="944997"/>
            </a:xfrm>
          </p:grpSpPr>
          <p:sp>
            <p:nvSpPr>
              <p:cNvPr id="32" name="iśľîḓé"/>
              <p:cNvSpPr/>
              <p:nvPr/>
            </p:nvSpPr>
            <p:spPr bwMode="auto">
              <a:xfrm>
                <a:off x="3787157" y="4379810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3" name="ïṩľíḓé"/>
              <p:cNvSpPr txBox="1"/>
              <p:nvPr/>
            </p:nvSpPr>
            <p:spPr bwMode="auto">
              <a:xfrm>
                <a:off x="3787157" y="3992212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14" name="iŝľîdê"/>
            <p:cNvSpPr/>
            <p:nvPr/>
          </p:nvSpPr>
          <p:spPr bwMode="auto">
            <a:xfrm>
              <a:off x="4542785" y="3417554"/>
              <a:ext cx="491560" cy="472891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5" name="işlîḑè"/>
            <p:cNvSpPr txBox="1"/>
            <p:nvPr/>
          </p:nvSpPr>
          <p:spPr>
            <a:xfrm>
              <a:off x="6652999" y="2917055"/>
              <a:ext cx="1637331" cy="147388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algn="ctr"/>
            </a:lstStyle>
            <a:p/>
          </p:txBody>
        </p:sp>
        <p:sp>
          <p:nvSpPr>
            <p:cNvPr id="16" name="îṩ1îḋê"/>
            <p:cNvSpPr/>
            <p:nvPr/>
          </p:nvSpPr>
          <p:spPr bwMode="auto">
            <a:xfrm>
              <a:off x="7139703" y="2585971"/>
              <a:ext cx="663923" cy="66216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txBody>
            <a:bodyPr vert="horz" wrap="squar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sz="2400" b="1">
                  <a:solidFill>
                    <a:schemeClr val="accent1"/>
                  </a:solidFill>
                </a:rPr>
                <a:t>3</a:t>
              </a:r>
              <a:endParaRPr lang="en-US" sz="2400" b="1">
                <a:solidFill>
                  <a:schemeClr val="accent1"/>
                </a:solidFill>
              </a:endParaRPr>
            </a:p>
          </p:txBody>
        </p:sp>
        <p:grpSp>
          <p:nvGrpSpPr>
            <p:cNvPr id="17" name="îš1îḍê"/>
            <p:cNvGrpSpPr/>
            <p:nvPr/>
          </p:nvGrpSpPr>
          <p:grpSpPr>
            <a:xfrm>
              <a:off x="6394890" y="4549453"/>
              <a:ext cx="2108063" cy="944997"/>
              <a:chOff x="6118653" y="3978875"/>
              <a:chExt cx="2108063" cy="944997"/>
            </a:xfrm>
          </p:grpSpPr>
          <p:sp>
            <p:nvSpPr>
              <p:cNvPr id="30" name="îŝļîḑé"/>
              <p:cNvSpPr/>
              <p:nvPr/>
            </p:nvSpPr>
            <p:spPr bwMode="auto">
              <a:xfrm>
                <a:off x="6118653" y="4366473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31" name="îṥļiḑè"/>
              <p:cNvSpPr txBox="1"/>
              <p:nvPr/>
            </p:nvSpPr>
            <p:spPr bwMode="auto">
              <a:xfrm>
                <a:off x="6118653" y="3978875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18" name="išḷiḑé"/>
            <p:cNvSpPr/>
            <p:nvPr/>
          </p:nvSpPr>
          <p:spPr bwMode="auto">
            <a:xfrm>
              <a:off x="7225884" y="3417554"/>
              <a:ext cx="491560" cy="472891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9" name="ïslïḓé"/>
            <p:cNvSpPr txBox="1"/>
            <p:nvPr/>
          </p:nvSpPr>
          <p:spPr>
            <a:xfrm>
              <a:off x="9336099" y="2917055"/>
              <a:ext cx="1637331" cy="1473889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algn="ctr"/>
            </a:lstStyle>
            <a:p>
              <a:endParaRPr dirty="0"/>
            </a:p>
          </p:txBody>
        </p:sp>
        <p:sp>
          <p:nvSpPr>
            <p:cNvPr id="20" name="íṩḷïďè"/>
            <p:cNvSpPr/>
            <p:nvPr/>
          </p:nvSpPr>
          <p:spPr bwMode="auto">
            <a:xfrm>
              <a:off x="9822803" y="2585971"/>
              <a:ext cx="663923" cy="66216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2"/>
              </a:solidFill>
            </a:ln>
          </p:spPr>
          <p:txBody>
            <a:bodyPr vert="horz" wrap="squar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sz="2400" b="1">
                  <a:solidFill>
                    <a:schemeClr val="tx2"/>
                  </a:solidFill>
                </a:rPr>
                <a:t>4</a:t>
              </a:r>
              <a:endParaRPr lang="en-US" sz="2400" b="1">
                <a:solidFill>
                  <a:schemeClr val="tx2"/>
                </a:solidFill>
              </a:endParaRPr>
            </a:p>
          </p:txBody>
        </p:sp>
        <p:grpSp>
          <p:nvGrpSpPr>
            <p:cNvPr id="21" name="íṥḻiḋé"/>
            <p:cNvGrpSpPr/>
            <p:nvPr/>
          </p:nvGrpSpPr>
          <p:grpSpPr>
            <a:xfrm>
              <a:off x="9100733" y="4549453"/>
              <a:ext cx="2108063" cy="944997"/>
              <a:chOff x="8611567" y="3948447"/>
              <a:chExt cx="2108063" cy="944997"/>
            </a:xfrm>
          </p:grpSpPr>
          <p:sp>
            <p:nvSpPr>
              <p:cNvPr id="28" name="îś1íḓê"/>
              <p:cNvSpPr/>
              <p:nvPr/>
            </p:nvSpPr>
            <p:spPr bwMode="auto">
              <a:xfrm>
                <a:off x="8611567" y="4336045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9" name="ïṥ1ïdé"/>
              <p:cNvSpPr txBox="1"/>
              <p:nvPr/>
            </p:nvSpPr>
            <p:spPr bwMode="auto">
              <a:xfrm>
                <a:off x="8611567" y="3948447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22" name="íşľïḑé"/>
            <p:cNvSpPr/>
            <p:nvPr/>
          </p:nvSpPr>
          <p:spPr bwMode="auto">
            <a:xfrm>
              <a:off x="9908984" y="3417553"/>
              <a:ext cx="491560" cy="472892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396000" y="4323699"/>
              <a:ext cx="0" cy="1672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094282" y="4323699"/>
              <a:ext cx="0" cy="1672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8792564" y="4323699"/>
              <a:ext cx="0" cy="1672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îṩḻíḓe"/>
            <p:cNvSpPr txBox="1"/>
            <p:nvPr/>
          </p:nvSpPr>
          <p:spPr>
            <a:xfrm>
              <a:off x="673099" y="1130300"/>
              <a:ext cx="10845800" cy="5819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Unified fonts make reading more fluent.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7" name="îŝḻïḋe"/>
            <p:cNvSpPr txBox="1"/>
            <p:nvPr/>
          </p:nvSpPr>
          <p:spPr>
            <a:xfrm>
              <a:off x="673101" y="1712226"/>
              <a:ext cx="10845796" cy="594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Theme color makes PPT more convenient to change.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  <a:p>
              <a:pPr marL="0" marR="0" lvl="0" indent="0" algn="ctr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Adjust the spacing to adapt to Chinese typesetting, use the reference line in PPT.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</p:grpSp>
      <p:pic>
        <p:nvPicPr>
          <p:cNvPr id="37" name="图片 36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96972" y="524736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bg1">
                  <a:lumMod val="85000"/>
                </a:schemeClr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991533" y="149987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9a25323-f710-409c-8dfa-8572c7d748c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130302"/>
            <a:ext cx="10858500" cy="5003798"/>
            <a:chOff x="660400" y="1130302"/>
            <a:chExt cx="10858500" cy="5003798"/>
          </a:xfrm>
        </p:grpSpPr>
        <p:grpSp>
          <p:nvGrpSpPr>
            <p:cNvPr id="6" name="ísļîḓé"/>
            <p:cNvGrpSpPr/>
            <p:nvPr/>
          </p:nvGrpSpPr>
          <p:grpSpPr>
            <a:xfrm rot="16200000">
              <a:off x="519116" y="1271587"/>
              <a:ext cx="5003798" cy="4721227"/>
              <a:chOff x="1115797" y="1846041"/>
              <a:chExt cx="4269068" cy="2581349"/>
            </a:xfrm>
          </p:grpSpPr>
          <p:sp>
            <p:nvSpPr>
              <p:cNvPr id="30" name="ïsļïḋê"/>
              <p:cNvSpPr/>
              <p:nvPr/>
            </p:nvSpPr>
            <p:spPr>
              <a:xfrm rot="10800000">
                <a:off x="1115797" y="1846041"/>
                <a:ext cx="4269068" cy="2581349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US" sz="1350"/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 flipV="1">
                <a:off x="3249292" y="1846041"/>
                <a:ext cx="0" cy="1996848"/>
              </a:xfrm>
              <a:prstGeom prst="line">
                <a:avLst/>
              </a:prstGeom>
              <a:ln w="31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直接连接符 6"/>
            <p:cNvCxnSpPr/>
            <p:nvPr/>
          </p:nvCxnSpPr>
          <p:spPr>
            <a:xfrm>
              <a:off x="5476875" y="3641540"/>
              <a:ext cx="60420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íŝļíḓé"/>
            <p:cNvGrpSpPr/>
            <p:nvPr/>
          </p:nvGrpSpPr>
          <p:grpSpPr>
            <a:xfrm>
              <a:off x="660400" y="3808959"/>
              <a:ext cx="2320925" cy="1074799"/>
              <a:chOff x="660400" y="2251530"/>
              <a:chExt cx="1696421" cy="1074799"/>
            </a:xfrm>
          </p:grpSpPr>
          <p:sp>
            <p:nvSpPr>
              <p:cNvPr id="28" name="íṡļïḑé"/>
              <p:cNvSpPr/>
              <p:nvPr/>
            </p:nvSpPr>
            <p:spPr bwMode="auto">
              <a:xfrm>
                <a:off x="660400" y="2664411"/>
                <a:ext cx="1696421" cy="6619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9" name="íṧļîḋê"/>
              <p:cNvSpPr txBox="1"/>
              <p:nvPr/>
            </p:nvSpPr>
            <p:spPr bwMode="auto">
              <a:xfrm>
                <a:off x="660400" y="2251530"/>
                <a:ext cx="1696421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9" name="ïşlïḑe"/>
            <p:cNvGrpSpPr/>
            <p:nvPr/>
          </p:nvGrpSpPr>
          <p:grpSpPr>
            <a:xfrm>
              <a:off x="660400" y="2427834"/>
              <a:ext cx="2320925" cy="1074799"/>
              <a:chOff x="660400" y="2251530"/>
              <a:chExt cx="1696421" cy="1074799"/>
            </a:xfrm>
          </p:grpSpPr>
          <p:sp>
            <p:nvSpPr>
              <p:cNvPr id="26" name="íś1îḍê"/>
              <p:cNvSpPr/>
              <p:nvPr/>
            </p:nvSpPr>
            <p:spPr bwMode="auto">
              <a:xfrm>
                <a:off x="660400" y="2664411"/>
                <a:ext cx="1696421" cy="6619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7" name="îṩľîdè"/>
              <p:cNvSpPr txBox="1"/>
              <p:nvPr/>
            </p:nvSpPr>
            <p:spPr bwMode="auto">
              <a:xfrm>
                <a:off x="660400" y="2251530"/>
                <a:ext cx="1696421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sp>
          <p:nvSpPr>
            <p:cNvPr id="10" name="ïṣḷîḋè"/>
            <p:cNvSpPr/>
            <p:nvPr/>
          </p:nvSpPr>
          <p:spPr bwMode="auto">
            <a:xfrm>
              <a:off x="6415044" y="1596724"/>
              <a:ext cx="546627" cy="548341"/>
            </a:xfrm>
            <a:custGeom>
              <a:avLst/>
              <a:gdLst>
                <a:gd name="connsiteX0" fmla="*/ 274005 w 606795"/>
                <a:gd name="connsiteY0" fmla="*/ 200265 h 608697"/>
                <a:gd name="connsiteX1" fmla="*/ 331102 w 606795"/>
                <a:gd name="connsiteY1" fmla="*/ 212914 h 608697"/>
                <a:gd name="connsiteX2" fmla="*/ 329998 w 606795"/>
                <a:gd name="connsiteY2" fmla="*/ 214016 h 608697"/>
                <a:gd name="connsiteX3" fmla="*/ 279379 w 606795"/>
                <a:gd name="connsiteY3" fmla="*/ 264565 h 608697"/>
                <a:gd name="connsiteX4" fmla="*/ 274005 w 606795"/>
                <a:gd name="connsiteY4" fmla="*/ 264373 h 608697"/>
                <a:gd name="connsiteX5" fmla="*/ 203186 w 606795"/>
                <a:gd name="connsiteY5" fmla="*/ 335093 h 608697"/>
                <a:gd name="connsiteX6" fmla="*/ 273957 w 606795"/>
                <a:gd name="connsiteY6" fmla="*/ 405813 h 608697"/>
                <a:gd name="connsiteX7" fmla="*/ 344776 w 606795"/>
                <a:gd name="connsiteY7" fmla="*/ 335093 h 608697"/>
                <a:gd name="connsiteX8" fmla="*/ 344584 w 606795"/>
                <a:gd name="connsiteY8" fmla="*/ 329727 h 608697"/>
                <a:gd name="connsiteX9" fmla="*/ 395204 w 606795"/>
                <a:gd name="connsiteY9" fmla="*/ 279178 h 608697"/>
                <a:gd name="connsiteX10" fmla="*/ 396259 w 606795"/>
                <a:gd name="connsiteY10" fmla="*/ 278076 h 608697"/>
                <a:gd name="connsiteX11" fmla="*/ 408926 w 606795"/>
                <a:gd name="connsiteY11" fmla="*/ 335093 h 608697"/>
                <a:gd name="connsiteX12" fmla="*/ 274005 w 606795"/>
                <a:gd name="connsiteY12" fmla="*/ 469825 h 608697"/>
                <a:gd name="connsiteX13" fmla="*/ 139084 w 606795"/>
                <a:gd name="connsiteY13" fmla="*/ 334997 h 608697"/>
                <a:gd name="connsiteX14" fmla="*/ 274005 w 606795"/>
                <a:gd name="connsiteY14" fmla="*/ 200265 h 608697"/>
                <a:gd name="connsiteX15" fmla="*/ 273958 w 606795"/>
                <a:gd name="connsiteY15" fmla="*/ 61462 h 608697"/>
                <a:gd name="connsiteX16" fmla="*/ 399831 w 606795"/>
                <a:gd name="connsiteY16" fmla="*/ 91976 h 608697"/>
                <a:gd name="connsiteX17" fmla="*/ 399687 w 606795"/>
                <a:gd name="connsiteY17" fmla="*/ 101508 h 608697"/>
                <a:gd name="connsiteX18" fmla="*/ 402757 w 606795"/>
                <a:gd name="connsiteY18" fmla="*/ 141411 h 608697"/>
                <a:gd name="connsiteX19" fmla="*/ 380068 w 606795"/>
                <a:gd name="connsiteY19" fmla="*/ 164069 h 608697"/>
                <a:gd name="connsiteX20" fmla="*/ 274006 w 606795"/>
                <a:gd name="connsiteY20" fmla="*/ 133938 h 608697"/>
                <a:gd name="connsiteX21" fmla="*/ 72627 w 606795"/>
                <a:gd name="connsiteY21" fmla="*/ 335079 h 608697"/>
                <a:gd name="connsiteX22" fmla="*/ 274101 w 606795"/>
                <a:gd name="connsiteY22" fmla="*/ 536173 h 608697"/>
                <a:gd name="connsiteX23" fmla="*/ 475480 w 606795"/>
                <a:gd name="connsiteY23" fmla="*/ 335079 h 608697"/>
                <a:gd name="connsiteX24" fmla="*/ 445307 w 606795"/>
                <a:gd name="connsiteY24" fmla="*/ 229168 h 608697"/>
                <a:gd name="connsiteX25" fmla="*/ 470395 w 606795"/>
                <a:gd name="connsiteY25" fmla="*/ 204115 h 608697"/>
                <a:gd name="connsiteX26" fmla="*/ 505222 w 606795"/>
                <a:gd name="connsiteY26" fmla="*/ 206797 h 608697"/>
                <a:gd name="connsiteX27" fmla="*/ 509203 w 606795"/>
                <a:gd name="connsiteY27" fmla="*/ 206941 h 608697"/>
                <a:gd name="connsiteX28" fmla="*/ 515967 w 606795"/>
                <a:gd name="connsiteY28" fmla="*/ 206510 h 608697"/>
                <a:gd name="connsiteX29" fmla="*/ 548011 w 606795"/>
                <a:gd name="connsiteY29" fmla="*/ 335079 h 608697"/>
                <a:gd name="connsiteX30" fmla="*/ 274006 w 606795"/>
                <a:gd name="connsiteY30" fmla="*/ 608697 h 608697"/>
                <a:gd name="connsiteX31" fmla="*/ 0 w 606795"/>
                <a:gd name="connsiteY31" fmla="*/ 335079 h 608697"/>
                <a:gd name="connsiteX32" fmla="*/ 273958 w 606795"/>
                <a:gd name="connsiteY32" fmla="*/ 61462 h 608697"/>
                <a:gd name="connsiteX33" fmla="*/ 505808 w 606795"/>
                <a:gd name="connsiteY33" fmla="*/ 0 h 608697"/>
                <a:gd name="connsiteX34" fmla="*/ 512237 w 606795"/>
                <a:gd name="connsiteY34" fmla="*/ 5893 h 608697"/>
                <a:gd name="connsiteX35" fmla="*/ 516075 w 606795"/>
                <a:gd name="connsiteY35" fmla="*/ 55382 h 608697"/>
                <a:gd name="connsiteX36" fmla="*/ 534691 w 606795"/>
                <a:gd name="connsiteY36" fmla="*/ 36794 h 608697"/>
                <a:gd name="connsiteX37" fmla="*/ 548028 w 606795"/>
                <a:gd name="connsiteY37" fmla="*/ 31236 h 608697"/>
                <a:gd name="connsiteX38" fmla="*/ 561414 w 606795"/>
                <a:gd name="connsiteY38" fmla="*/ 36794 h 608697"/>
                <a:gd name="connsiteX39" fmla="*/ 572689 w 606795"/>
                <a:gd name="connsiteY39" fmla="*/ 48100 h 608697"/>
                <a:gd name="connsiteX40" fmla="*/ 572689 w 606795"/>
                <a:gd name="connsiteY40" fmla="*/ 74881 h 608697"/>
                <a:gd name="connsiteX41" fmla="*/ 556424 w 606795"/>
                <a:gd name="connsiteY41" fmla="*/ 91074 h 608697"/>
                <a:gd name="connsiteX42" fmla="*/ 600900 w 606795"/>
                <a:gd name="connsiteY42" fmla="*/ 94523 h 608697"/>
                <a:gd name="connsiteX43" fmla="*/ 604930 w 606795"/>
                <a:gd name="connsiteY43" fmla="*/ 105398 h 608697"/>
                <a:gd name="connsiteX44" fmla="*/ 531716 w 606795"/>
                <a:gd name="connsiteY44" fmla="*/ 178458 h 608697"/>
                <a:gd name="connsiteX45" fmla="*/ 509070 w 606795"/>
                <a:gd name="connsiteY45" fmla="*/ 187800 h 608697"/>
                <a:gd name="connsiteX46" fmla="*/ 506672 w 606795"/>
                <a:gd name="connsiteY46" fmla="*/ 187752 h 608697"/>
                <a:gd name="connsiteX47" fmla="*/ 504800 w 606795"/>
                <a:gd name="connsiteY47" fmla="*/ 187609 h 608697"/>
                <a:gd name="connsiteX48" fmla="*/ 462964 w 606795"/>
                <a:gd name="connsiteY48" fmla="*/ 184399 h 608697"/>
                <a:gd name="connsiteX49" fmla="*/ 434177 w 606795"/>
                <a:gd name="connsiteY49" fmla="*/ 213144 h 608697"/>
                <a:gd name="connsiteX50" fmla="*/ 386536 w 606795"/>
                <a:gd name="connsiteY50" fmla="*/ 260765 h 608697"/>
                <a:gd name="connsiteX51" fmla="*/ 385432 w 606795"/>
                <a:gd name="connsiteY51" fmla="*/ 261819 h 608697"/>
                <a:gd name="connsiteX52" fmla="*/ 339326 w 606795"/>
                <a:gd name="connsiteY52" fmla="*/ 307906 h 608697"/>
                <a:gd name="connsiteX53" fmla="*/ 319031 w 606795"/>
                <a:gd name="connsiteY53" fmla="*/ 328124 h 608697"/>
                <a:gd name="connsiteX54" fmla="*/ 308524 w 606795"/>
                <a:gd name="connsiteY54" fmla="*/ 332819 h 608697"/>
                <a:gd name="connsiteX55" fmla="*/ 291588 w 606795"/>
                <a:gd name="connsiteY55" fmla="*/ 333633 h 608697"/>
                <a:gd name="connsiteX56" fmla="*/ 290772 w 606795"/>
                <a:gd name="connsiteY56" fmla="*/ 333633 h 608697"/>
                <a:gd name="connsiteX57" fmla="*/ 274844 w 606795"/>
                <a:gd name="connsiteY57" fmla="*/ 316386 h 608697"/>
                <a:gd name="connsiteX58" fmla="*/ 276091 w 606795"/>
                <a:gd name="connsiteY58" fmla="*/ 300337 h 608697"/>
                <a:gd name="connsiteX59" fmla="*/ 280697 w 606795"/>
                <a:gd name="connsiteY59" fmla="*/ 290324 h 608697"/>
                <a:gd name="connsiteX60" fmla="*/ 301183 w 606795"/>
                <a:gd name="connsiteY60" fmla="*/ 269867 h 608697"/>
                <a:gd name="connsiteX61" fmla="*/ 347290 w 606795"/>
                <a:gd name="connsiteY61" fmla="*/ 223827 h 608697"/>
                <a:gd name="connsiteX62" fmla="*/ 348393 w 606795"/>
                <a:gd name="connsiteY62" fmla="*/ 222725 h 608697"/>
                <a:gd name="connsiteX63" fmla="*/ 396035 w 606795"/>
                <a:gd name="connsiteY63" fmla="*/ 175153 h 608697"/>
                <a:gd name="connsiteX64" fmla="*/ 422519 w 606795"/>
                <a:gd name="connsiteY64" fmla="*/ 148707 h 608697"/>
                <a:gd name="connsiteX65" fmla="*/ 419016 w 606795"/>
                <a:gd name="connsiteY65" fmla="*/ 102907 h 608697"/>
                <a:gd name="connsiteX66" fmla="*/ 418825 w 606795"/>
                <a:gd name="connsiteY66" fmla="*/ 100032 h 608697"/>
                <a:gd name="connsiteX67" fmla="*/ 428084 w 606795"/>
                <a:gd name="connsiteY67" fmla="*/ 74976 h 608697"/>
                <a:gd name="connsiteX68" fmla="*/ 501346 w 606795"/>
                <a:gd name="connsiteY68" fmla="*/ 1868 h 608697"/>
                <a:gd name="connsiteX69" fmla="*/ 505808 w 606795"/>
                <a:gd name="connsiteY69" fmla="*/ 0 h 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606795" h="608697">
                  <a:moveTo>
                    <a:pt x="274005" y="200265"/>
                  </a:moveTo>
                  <a:cubicBezTo>
                    <a:pt x="294445" y="200265"/>
                    <a:pt x="313733" y="204817"/>
                    <a:pt x="331102" y="212914"/>
                  </a:cubicBezTo>
                  <a:lnTo>
                    <a:pt x="329998" y="214016"/>
                  </a:lnTo>
                  <a:lnTo>
                    <a:pt x="279379" y="264565"/>
                  </a:lnTo>
                  <a:cubicBezTo>
                    <a:pt x="277604" y="264421"/>
                    <a:pt x="275828" y="264373"/>
                    <a:pt x="274005" y="264373"/>
                  </a:cubicBezTo>
                  <a:cubicBezTo>
                    <a:pt x="234949" y="264373"/>
                    <a:pt x="203186" y="296044"/>
                    <a:pt x="203186" y="335093"/>
                  </a:cubicBezTo>
                  <a:cubicBezTo>
                    <a:pt x="203186" y="374094"/>
                    <a:pt x="234805" y="405813"/>
                    <a:pt x="273957" y="405813"/>
                  </a:cubicBezTo>
                  <a:cubicBezTo>
                    <a:pt x="313109" y="405813"/>
                    <a:pt x="344776" y="374094"/>
                    <a:pt x="344776" y="335093"/>
                  </a:cubicBezTo>
                  <a:cubicBezTo>
                    <a:pt x="344776" y="333272"/>
                    <a:pt x="344728" y="331499"/>
                    <a:pt x="344584" y="329727"/>
                  </a:cubicBezTo>
                  <a:lnTo>
                    <a:pt x="395204" y="279178"/>
                  </a:lnTo>
                  <a:lnTo>
                    <a:pt x="396259" y="278076"/>
                  </a:lnTo>
                  <a:cubicBezTo>
                    <a:pt x="404368" y="295421"/>
                    <a:pt x="408926" y="314682"/>
                    <a:pt x="408926" y="335093"/>
                  </a:cubicBezTo>
                  <a:cubicBezTo>
                    <a:pt x="408926" y="409502"/>
                    <a:pt x="348567" y="469825"/>
                    <a:pt x="274005" y="469825"/>
                  </a:cubicBezTo>
                  <a:cubicBezTo>
                    <a:pt x="199491" y="469825"/>
                    <a:pt x="139084" y="409454"/>
                    <a:pt x="139084" y="334997"/>
                  </a:cubicBezTo>
                  <a:cubicBezTo>
                    <a:pt x="139084" y="260588"/>
                    <a:pt x="199491" y="200265"/>
                    <a:pt x="274005" y="200265"/>
                  </a:cubicBezTo>
                  <a:close/>
                  <a:moveTo>
                    <a:pt x="273958" y="61462"/>
                  </a:moveTo>
                  <a:cubicBezTo>
                    <a:pt x="319385" y="61462"/>
                    <a:pt x="362127" y="72480"/>
                    <a:pt x="399831" y="91976"/>
                  </a:cubicBezTo>
                  <a:cubicBezTo>
                    <a:pt x="399495" y="95089"/>
                    <a:pt x="399447" y="98299"/>
                    <a:pt x="399687" y="101508"/>
                  </a:cubicBezTo>
                  <a:lnTo>
                    <a:pt x="402757" y="141411"/>
                  </a:lnTo>
                  <a:lnTo>
                    <a:pt x="380068" y="164069"/>
                  </a:lnTo>
                  <a:cubicBezTo>
                    <a:pt x="349319" y="145003"/>
                    <a:pt x="312957" y="133938"/>
                    <a:pt x="274006" y="133938"/>
                  </a:cubicBezTo>
                  <a:cubicBezTo>
                    <a:pt x="162811" y="133938"/>
                    <a:pt x="72627" y="223994"/>
                    <a:pt x="72627" y="335079"/>
                  </a:cubicBezTo>
                  <a:cubicBezTo>
                    <a:pt x="72627" y="446117"/>
                    <a:pt x="162859" y="536173"/>
                    <a:pt x="274101" y="536173"/>
                  </a:cubicBezTo>
                  <a:cubicBezTo>
                    <a:pt x="385296" y="536173"/>
                    <a:pt x="475480" y="446117"/>
                    <a:pt x="475480" y="335079"/>
                  </a:cubicBezTo>
                  <a:cubicBezTo>
                    <a:pt x="475480" y="296231"/>
                    <a:pt x="464447" y="259969"/>
                    <a:pt x="445307" y="229168"/>
                  </a:cubicBezTo>
                  <a:lnTo>
                    <a:pt x="470395" y="204115"/>
                  </a:lnTo>
                  <a:lnTo>
                    <a:pt x="505222" y="206797"/>
                  </a:lnTo>
                  <a:cubicBezTo>
                    <a:pt x="506565" y="206893"/>
                    <a:pt x="507908" y="206941"/>
                    <a:pt x="509203" y="206941"/>
                  </a:cubicBezTo>
                  <a:cubicBezTo>
                    <a:pt x="511458" y="206941"/>
                    <a:pt x="513760" y="206797"/>
                    <a:pt x="515967" y="206510"/>
                  </a:cubicBezTo>
                  <a:cubicBezTo>
                    <a:pt x="536450" y="244832"/>
                    <a:pt x="548011" y="288566"/>
                    <a:pt x="548011" y="335079"/>
                  </a:cubicBezTo>
                  <a:cubicBezTo>
                    <a:pt x="548011" y="486163"/>
                    <a:pt x="425351" y="608697"/>
                    <a:pt x="274006" y="608697"/>
                  </a:cubicBezTo>
                  <a:cubicBezTo>
                    <a:pt x="122708" y="608697"/>
                    <a:pt x="0" y="486163"/>
                    <a:pt x="0" y="335079"/>
                  </a:cubicBezTo>
                  <a:cubicBezTo>
                    <a:pt x="0" y="183948"/>
                    <a:pt x="122708" y="61462"/>
                    <a:pt x="273958" y="61462"/>
                  </a:cubicBezTo>
                  <a:close/>
                  <a:moveTo>
                    <a:pt x="505808" y="0"/>
                  </a:moveTo>
                  <a:cubicBezTo>
                    <a:pt x="508927" y="0"/>
                    <a:pt x="511949" y="2252"/>
                    <a:pt x="512237" y="5893"/>
                  </a:cubicBezTo>
                  <a:lnTo>
                    <a:pt x="516075" y="55382"/>
                  </a:lnTo>
                  <a:lnTo>
                    <a:pt x="534691" y="36794"/>
                  </a:lnTo>
                  <a:cubicBezTo>
                    <a:pt x="538337" y="33105"/>
                    <a:pt x="543231" y="31236"/>
                    <a:pt x="548028" y="31236"/>
                  </a:cubicBezTo>
                  <a:cubicBezTo>
                    <a:pt x="552826" y="31236"/>
                    <a:pt x="557720" y="33105"/>
                    <a:pt x="561414" y="36794"/>
                  </a:cubicBezTo>
                  <a:lnTo>
                    <a:pt x="572689" y="48100"/>
                  </a:lnTo>
                  <a:cubicBezTo>
                    <a:pt x="580077" y="55526"/>
                    <a:pt x="580077" y="67455"/>
                    <a:pt x="572689" y="74881"/>
                  </a:cubicBezTo>
                  <a:lnTo>
                    <a:pt x="556424" y="91074"/>
                  </a:lnTo>
                  <a:lnTo>
                    <a:pt x="600900" y="94523"/>
                  </a:lnTo>
                  <a:cubicBezTo>
                    <a:pt x="606321" y="94906"/>
                    <a:pt x="608768" y="101565"/>
                    <a:pt x="604930" y="105398"/>
                  </a:cubicBezTo>
                  <a:lnTo>
                    <a:pt x="531716" y="178458"/>
                  </a:lnTo>
                  <a:cubicBezTo>
                    <a:pt x="525671" y="184495"/>
                    <a:pt x="517515" y="187800"/>
                    <a:pt x="509070" y="187800"/>
                  </a:cubicBezTo>
                  <a:cubicBezTo>
                    <a:pt x="508303" y="187800"/>
                    <a:pt x="507487" y="187800"/>
                    <a:pt x="506672" y="187752"/>
                  </a:cubicBezTo>
                  <a:lnTo>
                    <a:pt x="504800" y="187609"/>
                  </a:lnTo>
                  <a:lnTo>
                    <a:pt x="462964" y="184399"/>
                  </a:lnTo>
                  <a:lnTo>
                    <a:pt x="434177" y="213144"/>
                  </a:lnTo>
                  <a:lnTo>
                    <a:pt x="386536" y="260765"/>
                  </a:lnTo>
                  <a:lnTo>
                    <a:pt x="385432" y="261819"/>
                  </a:lnTo>
                  <a:lnTo>
                    <a:pt x="339326" y="307906"/>
                  </a:lnTo>
                  <a:lnTo>
                    <a:pt x="319031" y="328124"/>
                  </a:lnTo>
                  <a:cubicBezTo>
                    <a:pt x="316296" y="330950"/>
                    <a:pt x="312506" y="332627"/>
                    <a:pt x="308524" y="332819"/>
                  </a:cubicBezTo>
                  <a:lnTo>
                    <a:pt x="291588" y="333633"/>
                  </a:lnTo>
                  <a:lnTo>
                    <a:pt x="290772" y="333633"/>
                  </a:lnTo>
                  <a:cubicBezTo>
                    <a:pt x="281465" y="333633"/>
                    <a:pt x="274076" y="325728"/>
                    <a:pt x="274844" y="316386"/>
                  </a:cubicBezTo>
                  <a:lnTo>
                    <a:pt x="276091" y="300337"/>
                  </a:lnTo>
                  <a:cubicBezTo>
                    <a:pt x="276379" y="296600"/>
                    <a:pt x="278010" y="293007"/>
                    <a:pt x="280697" y="290324"/>
                  </a:cubicBezTo>
                  <a:lnTo>
                    <a:pt x="301183" y="269867"/>
                  </a:lnTo>
                  <a:lnTo>
                    <a:pt x="347290" y="223827"/>
                  </a:lnTo>
                  <a:lnTo>
                    <a:pt x="348393" y="222725"/>
                  </a:lnTo>
                  <a:lnTo>
                    <a:pt x="396035" y="175153"/>
                  </a:lnTo>
                  <a:lnTo>
                    <a:pt x="422519" y="148707"/>
                  </a:lnTo>
                  <a:lnTo>
                    <a:pt x="419016" y="102907"/>
                  </a:lnTo>
                  <a:lnTo>
                    <a:pt x="418825" y="100032"/>
                  </a:lnTo>
                  <a:cubicBezTo>
                    <a:pt x="418105" y="90690"/>
                    <a:pt x="421511" y="81588"/>
                    <a:pt x="428084" y="74976"/>
                  </a:cubicBezTo>
                  <a:lnTo>
                    <a:pt x="501346" y="1868"/>
                  </a:lnTo>
                  <a:cubicBezTo>
                    <a:pt x="502641" y="575"/>
                    <a:pt x="504225" y="0"/>
                    <a:pt x="505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grpSp>
          <p:nvGrpSpPr>
            <p:cNvPr id="11" name="ïṩḻíḍé"/>
            <p:cNvGrpSpPr/>
            <p:nvPr/>
          </p:nvGrpSpPr>
          <p:grpSpPr>
            <a:xfrm>
              <a:off x="5381629" y="2240033"/>
              <a:ext cx="2613457" cy="1306539"/>
              <a:chOff x="2300288" y="1540112"/>
              <a:chExt cx="2613457" cy="1306539"/>
            </a:xfrm>
          </p:grpSpPr>
          <p:sp>
            <p:nvSpPr>
              <p:cNvPr id="24" name="íSľîḍê"/>
              <p:cNvSpPr/>
              <p:nvPr/>
            </p:nvSpPr>
            <p:spPr bwMode="auto">
              <a:xfrm>
                <a:off x="2300288" y="1981916"/>
                <a:ext cx="2613456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5" name="isḻïḓê"/>
              <p:cNvSpPr txBox="1"/>
              <p:nvPr/>
            </p:nvSpPr>
            <p:spPr bwMode="auto">
              <a:xfrm>
                <a:off x="2300288" y="1540112"/>
                <a:ext cx="261345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12" name="íṧḻiḍè"/>
            <p:cNvSpPr/>
            <p:nvPr/>
          </p:nvSpPr>
          <p:spPr bwMode="auto">
            <a:xfrm>
              <a:off x="9903930" y="1596724"/>
              <a:ext cx="546627" cy="548341"/>
            </a:xfrm>
            <a:custGeom>
              <a:avLst/>
              <a:gdLst>
                <a:gd name="connsiteX0" fmla="*/ 274005 w 606795"/>
                <a:gd name="connsiteY0" fmla="*/ 200265 h 608697"/>
                <a:gd name="connsiteX1" fmla="*/ 331102 w 606795"/>
                <a:gd name="connsiteY1" fmla="*/ 212914 h 608697"/>
                <a:gd name="connsiteX2" fmla="*/ 329998 w 606795"/>
                <a:gd name="connsiteY2" fmla="*/ 214016 h 608697"/>
                <a:gd name="connsiteX3" fmla="*/ 279379 w 606795"/>
                <a:gd name="connsiteY3" fmla="*/ 264565 h 608697"/>
                <a:gd name="connsiteX4" fmla="*/ 274005 w 606795"/>
                <a:gd name="connsiteY4" fmla="*/ 264373 h 608697"/>
                <a:gd name="connsiteX5" fmla="*/ 203186 w 606795"/>
                <a:gd name="connsiteY5" fmla="*/ 335093 h 608697"/>
                <a:gd name="connsiteX6" fmla="*/ 273957 w 606795"/>
                <a:gd name="connsiteY6" fmla="*/ 405813 h 608697"/>
                <a:gd name="connsiteX7" fmla="*/ 344776 w 606795"/>
                <a:gd name="connsiteY7" fmla="*/ 335093 h 608697"/>
                <a:gd name="connsiteX8" fmla="*/ 344584 w 606795"/>
                <a:gd name="connsiteY8" fmla="*/ 329727 h 608697"/>
                <a:gd name="connsiteX9" fmla="*/ 395204 w 606795"/>
                <a:gd name="connsiteY9" fmla="*/ 279178 h 608697"/>
                <a:gd name="connsiteX10" fmla="*/ 396259 w 606795"/>
                <a:gd name="connsiteY10" fmla="*/ 278076 h 608697"/>
                <a:gd name="connsiteX11" fmla="*/ 408926 w 606795"/>
                <a:gd name="connsiteY11" fmla="*/ 335093 h 608697"/>
                <a:gd name="connsiteX12" fmla="*/ 274005 w 606795"/>
                <a:gd name="connsiteY12" fmla="*/ 469825 h 608697"/>
                <a:gd name="connsiteX13" fmla="*/ 139084 w 606795"/>
                <a:gd name="connsiteY13" fmla="*/ 334997 h 608697"/>
                <a:gd name="connsiteX14" fmla="*/ 274005 w 606795"/>
                <a:gd name="connsiteY14" fmla="*/ 200265 h 608697"/>
                <a:gd name="connsiteX15" fmla="*/ 273958 w 606795"/>
                <a:gd name="connsiteY15" fmla="*/ 61462 h 608697"/>
                <a:gd name="connsiteX16" fmla="*/ 399831 w 606795"/>
                <a:gd name="connsiteY16" fmla="*/ 91976 h 608697"/>
                <a:gd name="connsiteX17" fmla="*/ 399687 w 606795"/>
                <a:gd name="connsiteY17" fmla="*/ 101508 h 608697"/>
                <a:gd name="connsiteX18" fmla="*/ 402757 w 606795"/>
                <a:gd name="connsiteY18" fmla="*/ 141411 h 608697"/>
                <a:gd name="connsiteX19" fmla="*/ 380068 w 606795"/>
                <a:gd name="connsiteY19" fmla="*/ 164069 h 608697"/>
                <a:gd name="connsiteX20" fmla="*/ 274006 w 606795"/>
                <a:gd name="connsiteY20" fmla="*/ 133938 h 608697"/>
                <a:gd name="connsiteX21" fmla="*/ 72627 w 606795"/>
                <a:gd name="connsiteY21" fmla="*/ 335079 h 608697"/>
                <a:gd name="connsiteX22" fmla="*/ 274101 w 606795"/>
                <a:gd name="connsiteY22" fmla="*/ 536173 h 608697"/>
                <a:gd name="connsiteX23" fmla="*/ 475480 w 606795"/>
                <a:gd name="connsiteY23" fmla="*/ 335079 h 608697"/>
                <a:gd name="connsiteX24" fmla="*/ 445307 w 606795"/>
                <a:gd name="connsiteY24" fmla="*/ 229168 h 608697"/>
                <a:gd name="connsiteX25" fmla="*/ 470395 w 606795"/>
                <a:gd name="connsiteY25" fmla="*/ 204115 h 608697"/>
                <a:gd name="connsiteX26" fmla="*/ 505222 w 606795"/>
                <a:gd name="connsiteY26" fmla="*/ 206797 h 608697"/>
                <a:gd name="connsiteX27" fmla="*/ 509203 w 606795"/>
                <a:gd name="connsiteY27" fmla="*/ 206941 h 608697"/>
                <a:gd name="connsiteX28" fmla="*/ 515967 w 606795"/>
                <a:gd name="connsiteY28" fmla="*/ 206510 h 608697"/>
                <a:gd name="connsiteX29" fmla="*/ 548011 w 606795"/>
                <a:gd name="connsiteY29" fmla="*/ 335079 h 608697"/>
                <a:gd name="connsiteX30" fmla="*/ 274006 w 606795"/>
                <a:gd name="connsiteY30" fmla="*/ 608697 h 608697"/>
                <a:gd name="connsiteX31" fmla="*/ 0 w 606795"/>
                <a:gd name="connsiteY31" fmla="*/ 335079 h 608697"/>
                <a:gd name="connsiteX32" fmla="*/ 273958 w 606795"/>
                <a:gd name="connsiteY32" fmla="*/ 61462 h 608697"/>
                <a:gd name="connsiteX33" fmla="*/ 505808 w 606795"/>
                <a:gd name="connsiteY33" fmla="*/ 0 h 608697"/>
                <a:gd name="connsiteX34" fmla="*/ 512237 w 606795"/>
                <a:gd name="connsiteY34" fmla="*/ 5893 h 608697"/>
                <a:gd name="connsiteX35" fmla="*/ 516075 w 606795"/>
                <a:gd name="connsiteY35" fmla="*/ 55382 h 608697"/>
                <a:gd name="connsiteX36" fmla="*/ 534691 w 606795"/>
                <a:gd name="connsiteY36" fmla="*/ 36794 h 608697"/>
                <a:gd name="connsiteX37" fmla="*/ 548028 w 606795"/>
                <a:gd name="connsiteY37" fmla="*/ 31236 h 608697"/>
                <a:gd name="connsiteX38" fmla="*/ 561414 w 606795"/>
                <a:gd name="connsiteY38" fmla="*/ 36794 h 608697"/>
                <a:gd name="connsiteX39" fmla="*/ 572689 w 606795"/>
                <a:gd name="connsiteY39" fmla="*/ 48100 h 608697"/>
                <a:gd name="connsiteX40" fmla="*/ 572689 w 606795"/>
                <a:gd name="connsiteY40" fmla="*/ 74881 h 608697"/>
                <a:gd name="connsiteX41" fmla="*/ 556424 w 606795"/>
                <a:gd name="connsiteY41" fmla="*/ 91074 h 608697"/>
                <a:gd name="connsiteX42" fmla="*/ 600900 w 606795"/>
                <a:gd name="connsiteY42" fmla="*/ 94523 h 608697"/>
                <a:gd name="connsiteX43" fmla="*/ 604930 w 606795"/>
                <a:gd name="connsiteY43" fmla="*/ 105398 h 608697"/>
                <a:gd name="connsiteX44" fmla="*/ 531716 w 606795"/>
                <a:gd name="connsiteY44" fmla="*/ 178458 h 608697"/>
                <a:gd name="connsiteX45" fmla="*/ 509070 w 606795"/>
                <a:gd name="connsiteY45" fmla="*/ 187800 h 608697"/>
                <a:gd name="connsiteX46" fmla="*/ 506672 w 606795"/>
                <a:gd name="connsiteY46" fmla="*/ 187752 h 608697"/>
                <a:gd name="connsiteX47" fmla="*/ 504800 w 606795"/>
                <a:gd name="connsiteY47" fmla="*/ 187609 h 608697"/>
                <a:gd name="connsiteX48" fmla="*/ 462964 w 606795"/>
                <a:gd name="connsiteY48" fmla="*/ 184399 h 608697"/>
                <a:gd name="connsiteX49" fmla="*/ 434177 w 606795"/>
                <a:gd name="connsiteY49" fmla="*/ 213144 h 608697"/>
                <a:gd name="connsiteX50" fmla="*/ 386536 w 606795"/>
                <a:gd name="connsiteY50" fmla="*/ 260765 h 608697"/>
                <a:gd name="connsiteX51" fmla="*/ 385432 w 606795"/>
                <a:gd name="connsiteY51" fmla="*/ 261819 h 608697"/>
                <a:gd name="connsiteX52" fmla="*/ 339326 w 606795"/>
                <a:gd name="connsiteY52" fmla="*/ 307906 h 608697"/>
                <a:gd name="connsiteX53" fmla="*/ 319031 w 606795"/>
                <a:gd name="connsiteY53" fmla="*/ 328124 h 608697"/>
                <a:gd name="connsiteX54" fmla="*/ 308524 w 606795"/>
                <a:gd name="connsiteY54" fmla="*/ 332819 h 608697"/>
                <a:gd name="connsiteX55" fmla="*/ 291588 w 606795"/>
                <a:gd name="connsiteY55" fmla="*/ 333633 h 608697"/>
                <a:gd name="connsiteX56" fmla="*/ 290772 w 606795"/>
                <a:gd name="connsiteY56" fmla="*/ 333633 h 608697"/>
                <a:gd name="connsiteX57" fmla="*/ 274844 w 606795"/>
                <a:gd name="connsiteY57" fmla="*/ 316386 h 608697"/>
                <a:gd name="connsiteX58" fmla="*/ 276091 w 606795"/>
                <a:gd name="connsiteY58" fmla="*/ 300337 h 608697"/>
                <a:gd name="connsiteX59" fmla="*/ 280697 w 606795"/>
                <a:gd name="connsiteY59" fmla="*/ 290324 h 608697"/>
                <a:gd name="connsiteX60" fmla="*/ 301183 w 606795"/>
                <a:gd name="connsiteY60" fmla="*/ 269867 h 608697"/>
                <a:gd name="connsiteX61" fmla="*/ 347290 w 606795"/>
                <a:gd name="connsiteY61" fmla="*/ 223827 h 608697"/>
                <a:gd name="connsiteX62" fmla="*/ 348393 w 606795"/>
                <a:gd name="connsiteY62" fmla="*/ 222725 h 608697"/>
                <a:gd name="connsiteX63" fmla="*/ 396035 w 606795"/>
                <a:gd name="connsiteY63" fmla="*/ 175153 h 608697"/>
                <a:gd name="connsiteX64" fmla="*/ 422519 w 606795"/>
                <a:gd name="connsiteY64" fmla="*/ 148707 h 608697"/>
                <a:gd name="connsiteX65" fmla="*/ 419016 w 606795"/>
                <a:gd name="connsiteY65" fmla="*/ 102907 h 608697"/>
                <a:gd name="connsiteX66" fmla="*/ 418825 w 606795"/>
                <a:gd name="connsiteY66" fmla="*/ 100032 h 608697"/>
                <a:gd name="connsiteX67" fmla="*/ 428084 w 606795"/>
                <a:gd name="connsiteY67" fmla="*/ 74976 h 608697"/>
                <a:gd name="connsiteX68" fmla="*/ 501346 w 606795"/>
                <a:gd name="connsiteY68" fmla="*/ 1868 h 608697"/>
                <a:gd name="connsiteX69" fmla="*/ 505808 w 606795"/>
                <a:gd name="connsiteY69" fmla="*/ 0 h 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606795" h="608697">
                  <a:moveTo>
                    <a:pt x="274005" y="200265"/>
                  </a:moveTo>
                  <a:cubicBezTo>
                    <a:pt x="294445" y="200265"/>
                    <a:pt x="313733" y="204817"/>
                    <a:pt x="331102" y="212914"/>
                  </a:cubicBezTo>
                  <a:lnTo>
                    <a:pt x="329998" y="214016"/>
                  </a:lnTo>
                  <a:lnTo>
                    <a:pt x="279379" y="264565"/>
                  </a:lnTo>
                  <a:cubicBezTo>
                    <a:pt x="277604" y="264421"/>
                    <a:pt x="275828" y="264373"/>
                    <a:pt x="274005" y="264373"/>
                  </a:cubicBezTo>
                  <a:cubicBezTo>
                    <a:pt x="234949" y="264373"/>
                    <a:pt x="203186" y="296044"/>
                    <a:pt x="203186" y="335093"/>
                  </a:cubicBezTo>
                  <a:cubicBezTo>
                    <a:pt x="203186" y="374094"/>
                    <a:pt x="234805" y="405813"/>
                    <a:pt x="273957" y="405813"/>
                  </a:cubicBezTo>
                  <a:cubicBezTo>
                    <a:pt x="313109" y="405813"/>
                    <a:pt x="344776" y="374094"/>
                    <a:pt x="344776" y="335093"/>
                  </a:cubicBezTo>
                  <a:cubicBezTo>
                    <a:pt x="344776" y="333272"/>
                    <a:pt x="344728" y="331499"/>
                    <a:pt x="344584" y="329727"/>
                  </a:cubicBezTo>
                  <a:lnTo>
                    <a:pt x="395204" y="279178"/>
                  </a:lnTo>
                  <a:lnTo>
                    <a:pt x="396259" y="278076"/>
                  </a:lnTo>
                  <a:cubicBezTo>
                    <a:pt x="404368" y="295421"/>
                    <a:pt x="408926" y="314682"/>
                    <a:pt x="408926" y="335093"/>
                  </a:cubicBezTo>
                  <a:cubicBezTo>
                    <a:pt x="408926" y="409502"/>
                    <a:pt x="348567" y="469825"/>
                    <a:pt x="274005" y="469825"/>
                  </a:cubicBezTo>
                  <a:cubicBezTo>
                    <a:pt x="199491" y="469825"/>
                    <a:pt x="139084" y="409454"/>
                    <a:pt x="139084" y="334997"/>
                  </a:cubicBezTo>
                  <a:cubicBezTo>
                    <a:pt x="139084" y="260588"/>
                    <a:pt x="199491" y="200265"/>
                    <a:pt x="274005" y="200265"/>
                  </a:cubicBezTo>
                  <a:close/>
                  <a:moveTo>
                    <a:pt x="273958" y="61462"/>
                  </a:moveTo>
                  <a:cubicBezTo>
                    <a:pt x="319385" y="61462"/>
                    <a:pt x="362127" y="72480"/>
                    <a:pt x="399831" y="91976"/>
                  </a:cubicBezTo>
                  <a:cubicBezTo>
                    <a:pt x="399495" y="95089"/>
                    <a:pt x="399447" y="98299"/>
                    <a:pt x="399687" y="101508"/>
                  </a:cubicBezTo>
                  <a:lnTo>
                    <a:pt x="402757" y="141411"/>
                  </a:lnTo>
                  <a:lnTo>
                    <a:pt x="380068" y="164069"/>
                  </a:lnTo>
                  <a:cubicBezTo>
                    <a:pt x="349319" y="145003"/>
                    <a:pt x="312957" y="133938"/>
                    <a:pt x="274006" y="133938"/>
                  </a:cubicBezTo>
                  <a:cubicBezTo>
                    <a:pt x="162811" y="133938"/>
                    <a:pt x="72627" y="223994"/>
                    <a:pt x="72627" y="335079"/>
                  </a:cubicBezTo>
                  <a:cubicBezTo>
                    <a:pt x="72627" y="446117"/>
                    <a:pt x="162859" y="536173"/>
                    <a:pt x="274101" y="536173"/>
                  </a:cubicBezTo>
                  <a:cubicBezTo>
                    <a:pt x="385296" y="536173"/>
                    <a:pt x="475480" y="446117"/>
                    <a:pt x="475480" y="335079"/>
                  </a:cubicBezTo>
                  <a:cubicBezTo>
                    <a:pt x="475480" y="296231"/>
                    <a:pt x="464447" y="259969"/>
                    <a:pt x="445307" y="229168"/>
                  </a:cubicBezTo>
                  <a:lnTo>
                    <a:pt x="470395" y="204115"/>
                  </a:lnTo>
                  <a:lnTo>
                    <a:pt x="505222" y="206797"/>
                  </a:lnTo>
                  <a:cubicBezTo>
                    <a:pt x="506565" y="206893"/>
                    <a:pt x="507908" y="206941"/>
                    <a:pt x="509203" y="206941"/>
                  </a:cubicBezTo>
                  <a:cubicBezTo>
                    <a:pt x="511458" y="206941"/>
                    <a:pt x="513760" y="206797"/>
                    <a:pt x="515967" y="206510"/>
                  </a:cubicBezTo>
                  <a:cubicBezTo>
                    <a:pt x="536450" y="244832"/>
                    <a:pt x="548011" y="288566"/>
                    <a:pt x="548011" y="335079"/>
                  </a:cubicBezTo>
                  <a:cubicBezTo>
                    <a:pt x="548011" y="486163"/>
                    <a:pt x="425351" y="608697"/>
                    <a:pt x="274006" y="608697"/>
                  </a:cubicBezTo>
                  <a:cubicBezTo>
                    <a:pt x="122708" y="608697"/>
                    <a:pt x="0" y="486163"/>
                    <a:pt x="0" y="335079"/>
                  </a:cubicBezTo>
                  <a:cubicBezTo>
                    <a:pt x="0" y="183948"/>
                    <a:pt x="122708" y="61462"/>
                    <a:pt x="273958" y="61462"/>
                  </a:cubicBezTo>
                  <a:close/>
                  <a:moveTo>
                    <a:pt x="505808" y="0"/>
                  </a:moveTo>
                  <a:cubicBezTo>
                    <a:pt x="508927" y="0"/>
                    <a:pt x="511949" y="2252"/>
                    <a:pt x="512237" y="5893"/>
                  </a:cubicBezTo>
                  <a:lnTo>
                    <a:pt x="516075" y="55382"/>
                  </a:lnTo>
                  <a:lnTo>
                    <a:pt x="534691" y="36794"/>
                  </a:lnTo>
                  <a:cubicBezTo>
                    <a:pt x="538337" y="33105"/>
                    <a:pt x="543231" y="31236"/>
                    <a:pt x="548028" y="31236"/>
                  </a:cubicBezTo>
                  <a:cubicBezTo>
                    <a:pt x="552826" y="31236"/>
                    <a:pt x="557720" y="33105"/>
                    <a:pt x="561414" y="36794"/>
                  </a:cubicBezTo>
                  <a:lnTo>
                    <a:pt x="572689" y="48100"/>
                  </a:lnTo>
                  <a:cubicBezTo>
                    <a:pt x="580077" y="55526"/>
                    <a:pt x="580077" y="67455"/>
                    <a:pt x="572689" y="74881"/>
                  </a:cubicBezTo>
                  <a:lnTo>
                    <a:pt x="556424" y="91074"/>
                  </a:lnTo>
                  <a:lnTo>
                    <a:pt x="600900" y="94523"/>
                  </a:lnTo>
                  <a:cubicBezTo>
                    <a:pt x="606321" y="94906"/>
                    <a:pt x="608768" y="101565"/>
                    <a:pt x="604930" y="105398"/>
                  </a:cubicBezTo>
                  <a:lnTo>
                    <a:pt x="531716" y="178458"/>
                  </a:lnTo>
                  <a:cubicBezTo>
                    <a:pt x="525671" y="184495"/>
                    <a:pt x="517515" y="187800"/>
                    <a:pt x="509070" y="187800"/>
                  </a:cubicBezTo>
                  <a:cubicBezTo>
                    <a:pt x="508303" y="187800"/>
                    <a:pt x="507487" y="187800"/>
                    <a:pt x="506672" y="187752"/>
                  </a:cubicBezTo>
                  <a:lnTo>
                    <a:pt x="504800" y="187609"/>
                  </a:lnTo>
                  <a:lnTo>
                    <a:pt x="462964" y="184399"/>
                  </a:lnTo>
                  <a:lnTo>
                    <a:pt x="434177" y="213144"/>
                  </a:lnTo>
                  <a:lnTo>
                    <a:pt x="386536" y="260765"/>
                  </a:lnTo>
                  <a:lnTo>
                    <a:pt x="385432" y="261819"/>
                  </a:lnTo>
                  <a:lnTo>
                    <a:pt x="339326" y="307906"/>
                  </a:lnTo>
                  <a:lnTo>
                    <a:pt x="319031" y="328124"/>
                  </a:lnTo>
                  <a:cubicBezTo>
                    <a:pt x="316296" y="330950"/>
                    <a:pt x="312506" y="332627"/>
                    <a:pt x="308524" y="332819"/>
                  </a:cubicBezTo>
                  <a:lnTo>
                    <a:pt x="291588" y="333633"/>
                  </a:lnTo>
                  <a:lnTo>
                    <a:pt x="290772" y="333633"/>
                  </a:lnTo>
                  <a:cubicBezTo>
                    <a:pt x="281465" y="333633"/>
                    <a:pt x="274076" y="325728"/>
                    <a:pt x="274844" y="316386"/>
                  </a:cubicBezTo>
                  <a:lnTo>
                    <a:pt x="276091" y="300337"/>
                  </a:lnTo>
                  <a:cubicBezTo>
                    <a:pt x="276379" y="296600"/>
                    <a:pt x="278010" y="293007"/>
                    <a:pt x="280697" y="290324"/>
                  </a:cubicBezTo>
                  <a:lnTo>
                    <a:pt x="301183" y="269867"/>
                  </a:lnTo>
                  <a:lnTo>
                    <a:pt x="347290" y="223827"/>
                  </a:lnTo>
                  <a:lnTo>
                    <a:pt x="348393" y="222725"/>
                  </a:lnTo>
                  <a:lnTo>
                    <a:pt x="396035" y="175153"/>
                  </a:lnTo>
                  <a:lnTo>
                    <a:pt x="422519" y="148707"/>
                  </a:lnTo>
                  <a:lnTo>
                    <a:pt x="419016" y="102907"/>
                  </a:lnTo>
                  <a:lnTo>
                    <a:pt x="418825" y="100032"/>
                  </a:lnTo>
                  <a:cubicBezTo>
                    <a:pt x="418105" y="90690"/>
                    <a:pt x="421511" y="81588"/>
                    <a:pt x="428084" y="74976"/>
                  </a:cubicBezTo>
                  <a:lnTo>
                    <a:pt x="501346" y="1868"/>
                  </a:lnTo>
                  <a:cubicBezTo>
                    <a:pt x="502641" y="575"/>
                    <a:pt x="504225" y="0"/>
                    <a:pt x="505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grpSp>
          <p:nvGrpSpPr>
            <p:cNvPr id="13" name="îŝḷiḑé"/>
            <p:cNvGrpSpPr/>
            <p:nvPr/>
          </p:nvGrpSpPr>
          <p:grpSpPr>
            <a:xfrm>
              <a:off x="8870515" y="2240033"/>
              <a:ext cx="2613457" cy="1306539"/>
              <a:chOff x="2300288" y="1540112"/>
              <a:chExt cx="2613457" cy="1306539"/>
            </a:xfrm>
          </p:grpSpPr>
          <p:sp>
            <p:nvSpPr>
              <p:cNvPr id="22" name="ïśḷîḋé"/>
              <p:cNvSpPr/>
              <p:nvPr/>
            </p:nvSpPr>
            <p:spPr bwMode="auto">
              <a:xfrm>
                <a:off x="2300288" y="1981916"/>
                <a:ext cx="2613456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3" name="íṧliďe"/>
              <p:cNvSpPr txBox="1"/>
              <p:nvPr/>
            </p:nvSpPr>
            <p:spPr bwMode="auto">
              <a:xfrm>
                <a:off x="2300288" y="1540112"/>
                <a:ext cx="261345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14" name="ïŝļiḋè"/>
            <p:cNvSpPr/>
            <p:nvPr/>
          </p:nvSpPr>
          <p:spPr bwMode="auto">
            <a:xfrm>
              <a:off x="6415044" y="3964697"/>
              <a:ext cx="546627" cy="548341"/>
            </a:xfrm>
            <a:custGeom>
              <a:avLst/>
              <a:gdLst>
                <a:gd name="connsiteX0" fmla="*/ 274005 w 606795"/>
                <a:gd name="connsiteY0" fmla="*/ 200265 h 608697"/>
                <a:gd name="connsiteX1" fmla="*/ 331102 w 606795"/>
                <a:gd name="connsiteY1" fmla="*/ 212914 h 608697"/>
                <a:gd name="connsiteX2" fmla="*/ 329998 w 606795"/>
                <a:gd name="connsiteY2" fmla="*/ 214016 h 608697"/>
                <a:gd name="connsiteX3" fmla="*/ 279379 w 606795"/>
                <a:gd name="connsiteY3" fmla="*/ 264565 h 608697"/>
                <a:gd name="connsiteX4" fmla="*/ 274005 w 606795"/>
                <a:gd name="connsiteY4" fmla="*/ 264373 h 608697"/>
                <a:gd name="connsiteX5" fmla="*/ 203186 w 606795"/>
                <a:gd name="connsiteY5" fmla="*/ 335093 h 608697"/>
                <a:gd name="connsiteX6" fmla="*/ 273957 w 606795"/>
                <a:gd name="connsiteY6" fmla="*/ 405813 h 608697"/>
                <a:gd name="connsiteX7" fmla="*/ 344776 w 606795"/>
                <a:gd name="connsiteY7" fmla="*/ 335093 h 608697"/>
                <a:gd name="connsiteX8" fmla="*/ 344584 w 606795"/>
                <a:gd name="connsiteY8" fmla="*/ 329727 h 608697"/>
                <a:gd name="connsiteX9" fmla="*/ 395204 w 606795"/>
                <a:gd name="connsiteY9" fmla="*/ 279178 h 608697"/>
                <a:gd name="connsiteX10" fmla="*/ 396259 w 606795"/>
                <a:gd name="connsiteY10" fmla="*/ 278076 h 608697"/>
                <a:gd name="connsiteX11" fmla="*/ 408926 w 606795"/>
                <a:gd name="connsiteY11" fmla="*/ 335093 h 608697"/>
                <a:gd name="connsiteX12" fmla="*/ 274005 w 606795"/>
                <a:gd name="connsiteY12" fmla="*/ 469825 h 608697"/>
                <a:gd name="connsiteX13" fmla="*/ 139084 w 606795"/>
                <a:gd name="connsiteY13" fmla="*/ 334997 h 608697"/>
                <a:gd name="connsiteX14" fmla="*/ 274005 w 606795"/>
                <a:gd name="connsiteY14" fmla="*/ 200265 h 608697"/>
                <a:gd name="connsiteX15" fmla="*/ 273958 w 606795"/>
                <a:gd name="connsiteY15" fmla="*/ 61462 h 608697"/>
                <a:gd name="connsiteX16" fmla="*/ 399831 w 606795"/>
                <a:gd name="connsiteY16" fmla="*/ 91976 h 608697"/>
                <a:gd name="connsiteX17" fmla="*/ 399687 w 606795"/>
                <a:gd name="connsiteY17" fmla="*/ 101508 h 608697"/>
                <a:gd name="connsiteX18" fmla="*/ 402757 w 606795"/>
                <a:gd name="connsiteY18" fmla="*/ 141411 h 608697"/>
                <a:gd name="connsiteX19" fmla="*/ 380068 w 606795"/>
                <a:gd name="connsiteY19" fmla="*/ 164069 h 608697"/>
                <a:gd name="connsiteX20" fmla="*/ 274006 w 606795"/>
                <a:gd name="connsiteY20" fmla="*/ 133938 h 608697"/>
                <a:gd name="connsiteX21" fmla="*/ 72627 w 606795"/>
                <a:gd name="connsiteY21" fmla="*/ 335079 h 608697"/>
                <a:gd name="connsiteX22" fmla="*/ 274101 w 606795"/>
                <a:gd name="connsiteY22" fmla="*/ 536173 h 608697"/>
                <a:gd name="connsiteX23" fmla="*/ 475480 w 606795"/>
                <a:gd name="connsiteY23" fmla="*/ 335079 h 608697"/>
                <a:gd name="connsiteX24" fmla="*/ 445307 w 606795"/>
                <a:gd name="connsiteY24" fmla="*/ 229168 h 608697"/>
                <a:gd name="connsiteX25" fmla="*/ 470395 w 606795"/>
                <a:gd name="connsiteY25" fmla="*/ 204115 h 608697"/>
                <a:gd name="connsiteX26" fmla="*/ 505222 w 606795"/>
                <a:gd name="connsiteY26" fmla="*/ 206797 h 608697"/>
                <a:gd name="connsiteX27" fmla="*/ 509203 w 606795"/>
                <a:gd name="connsiteY27" fmla="*/ 206941 h 608697"/>
                <a:gd name="connsiteX28" fmla="*/ 515967 w 606795"/>
                <a:gd name="connsiteY28" fmla="*/ 206510 h 608697"/>
                <a:gd name="connsiteX29" fmla="*/ 548011 w 606795"/>
                <a:gd name="connsiteY29" fmla="*/ 335079 h 608697"/>
                <a:gd name="connsiteX30" fmla="*/ 274006 w 606795"/>
                <a:gd name="connsiteY30" fmla="*/ 608697 h 608697"/>
                <a:gd name="connsiteX31" fmla="*/ 0 w 606795"/>
                <a:gd name="connsiteY31" fmla="*/ 335079 h 608697"/>
                <a:gd name="connsiteX32" fmla="*/ 273958 w 606795"/>
                <a:gd name="connsiteY32" fmla="*/ 61462 h 608697"/>
                <a:gd name="connsiteX33" fmla="*/ 505808 w 606795"/>
                <a:gd name="connsiteY33" fmla="*/ 0 h 608697"/>
                <a:gd name="connsiteX34" fmla="*/ 512237 w 606795"/>
                <a:gd name="connsiteY34" fmla="*/ 5893 h 608697"/>
                <a:gd name="connsiteX35" fmla="*/ 516075 w 606795"/>
                <a:gd name="connsiteY35" fmla="*/ 55382 h 608697"/>
                <a:gd name="connsiteX36" fmla="*/ 534691 w 606795"/>
                <a:gd name="connsiteY36" fmla="*/ 36794 h 608697"/>
                <a:gd name="connsiteX37" fmla="*/ 548028 w 606795"/>
                <a:gd name="connsiteY37" fmla="*/ 31236 h 608697"/>
                <a:gd name="connsiteX38" fmla="*/ 561414 w 606795"/>
                <a:gd name="connsiteY38" fmla="*/ 36794 h 608697"/>
                <a:gd name="connsiteX39" fmla="*/ 572689 w 606795"/>
                <a:gd name="connsiteY39" fmla="*/ 48100 h 608697"/>
                <a:gd name="connsiteX40" fmla="*/ 572689 w 606795"/>
                <a:gd name="connsiteY40" fmla="*/ 74881 h 608697"/>
                <a:gd name="connsiteX41" fmla="*/ 556424 w 606795"/>
                <a:gd name="connsiteY41" fmla="*/ 91074 h 608697"/>
                <a:gd name="connsiteX42" fmla="*/ 600900 w 606795"/>
                <a:gd name="connsiteY42" fmla="*/ 94523 h 608697"/>
                <a:gd name="connsiteX43" fmla="*/ 604930 w 606795"/>
                <a:gd name="connsiteY43" fmla="*/ 105398 h 608697"/>
                <a:gd name="connsiteX44" fmla="*/ 531716 w 606795"/>
                <a:gd name="connsiteY44" fmla="*/ 178458 h 608697"/>
                <a:gd name="connsiteX45" fmla="*/ 509070 w 606795"/>
                <a:gd name="connsiteY45" fmla="*/ 187800 h 608697"/>
                <a:gd name="connsiteX46" fmla="*/ 506672 w 606795"/>
                <a:gd name="connsiteY46" fmla="*/ 187752 h 608697"/>
                <a:gd name="connsiteX47" fmla="*/ 504800 w 606795"/>
                <a:gd name="connsiteY47" fmla="*/ 187609 h 608697"/>
                <a:gd name="connsiteX48" fmla="*/ 462964 w 606795"/>
                <a:gd name="connsiteY48" fmla="*/ 184399 h 608697"/>
                <a:gd name="connsiteX49" fmla="*/ 434177 w 606795"/>
                <a:gd name="connsiteY49" fmla="*/ 213144 h 608697"/>
                <a:gd name="connsiteX50" fmla="*/ 386536 w 606795"/>
                <a:gd name="connsiteY50" fmla="*/ 260765 h 608697"/>
                <a:gd name="connsiteX51" fmla="*/ 385432 w 606795"/>
                <a:gd name="connsiteY51" fmla="*/ 261819 h 608697"/>
                <a:gd name="connsiteX52" fmla="*/ 339326 w 606795"/>
                <a:gd name="connsiteY52" fmla="*/ 307906 h 608697"/>
                <a:gd name="connsiteX53" fmla="*/ 319031 w 606795"/>
                <a:gd name="connsiteY53" fmla="*/ 328124 h 608697"/>
                <a:gd name="connsiteX54" fmla="*/ 308524 w 606795"/>
                <a:gd name="connsiteY54" fmla="*/ 332819 h 608697"/>
                <a:gd name="connsiteX55" fmla="*/ 291588 w 606795"/>
                <a:gd name="connsiteY55" fmla="*/ 333633 h 608697"/>
                <a:gd name="connsiteX56" fmla="*/ 290772 w 606795"/>
                <a:gd name="connsiteY56" fmla="*/ 333633 h 608697"/>
                <a:gd name="connsiteX57" fmla="*/ 274844 w 606795"/>
                <a:gd name="connsiteY57" fmla="*/ 316386 h 608697"/>
                <a:gd name="connsiteX58" fmla="*/ 276091 w 606795"/>
                <a:gd name="connsiteY58" fmla="*/ 300337 h 608697"/>
                <a:gd name="connsiteX59" fmla="*/ 280697 w 606795"/>
                <a:gd name="connsiteY59" fmla="*/ 290324 h 608697"/>
                <a:gd name="connsiteX60" fmla="*/ 301183 w 606795"/>
                <a:gd name="connsiteY60" fmla="*/ 269867 h 608697"/>
                <a:gd name="connsiteX61" fmla="*/ 347290 w 606795"/>
                <a:gd name="connsiteY61" fmla="*/ 223827 h 608697"/>
                <a:gd name="connsiteX62" fmla="*/ 348393 w 606795"/>
                <a:gd name="connsiteY62" fmla="*/ 222725 h 608697"/>
                <a:gd name="connsiteX63" fmla="*/ 396035 w 606795"/>
                <a:gd name="connsiteY63" fmla="*/ 175153 h 608697"/>
                <a:gd name="connsiteX64" fmla="*/ 422519 w 606795"/>
                <a:gd name="connsiteY64" fmla="*/ 148707 h 608697"/>
                <a:gd name="connsiteX65" fmla="*/ 419016 w 606795"/>
                <a:gd name="connsiteY65" fmla="*/ 102907 h 608697"/>
                <a:gd name="connsiteX66" fmla="*/ 418825 w 606795"/>
                <a:gd name="connsiteY66" fmla="*/ 100032 h 608697"/>
                <a:gd name="connsiteX67" fmla="*/ 428084 w 606795"/>
                <a:gd name="connsiteY67" fmla="*/ 74976 h 608697"/>
                <a:gd name="connsiteX68" fmla="*/ 501346 w 606795"/>
                <a:gd name="connsiteY68" fmla="*/ 1868 h 608697"/>
                <a:gd name="connsiteX69" fmla="*/ 505808 w 606795"/>
                <a:gd name="connsiteY69" fmla="*/ 0 h 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606795" h="608697">
                  <a:moveTo>
                    <a:pt x="274005" y="200265"/>
                  </a:moveTo>
                  <a:cubicBezTo>
                    <a:pt x="294445" y="200265"/>
                    <a:pt x="313733" y="204817"/>
                    <a:pt x="331102" y="212914"/>
                  </a:cubicBezTo>
                  <a:lnTo>
                    <a:pt x="329998" y="214016"/>
                  </a:lnTo>
                  <a:lnTo>
                    <a:pt x="279379" y="264565"/>
                  </a:lnTo>
                  <a:cubicBezTo>
                    <a:pt x="277604" y="264421"/>
                    <a:pt x="275828" y="264373"/>
                    <a:pt x="274005" y="264373"/>
                  </a:cubicBezTo>
                  <a:cubicBezTo>
                    <a:pt x="234949" y="264373"/>
                    <a:pt x="203186" y="296044"/>
                    <a:pt x="203186" y="335093"/>
                  </a:cubicBezTo>
                  <a:cubicBezTo>
                    <a:pt x="203186" y="374094"/>
                    <a:pt x="234805" y="405813"/>
                    <a:pt x="273957" y="405813"/>
                  </a:cubicBezTo>
                  <a:cubicBezTo>
                    <a:pt x="313109" y="405813"/>
                    <a:pt x="344776" y="374094"/>
                    <a:pt x="344776" y="335093"/>
                  </a:cubicBezTo>
                  <a:cubicBezTo>
                    <a:pt x="344776" y="333272"/>
                    <a:pt x="344728" y="331499"/>
                    <a:pt x="344584" y="329727"/>
                  </a:cubicBezTo>
                  <a:lnTo>
                    <a:pt x="395204" y="279178"/>
                  </a:lnTo>
                  <a:lnTo>
                    <a:pt x="396259" y="278076"/>
                  </a:lnTo>
                  <a:cubicBezTo>
                    <a:pt x="404368" y="295421"/>
                    <a:pt x="408926" y="314682"/>
                    <a:pt x="408926" y="335093"/>
                  </a:cubicBezTo>
                  <a:cubicBezTo>
                    <a:pt x="408926" y="409502"/>
                    <a:pt x="348567" y="469825"/>
                    <a:pt x="274005" y="469825"/>
                  </a:cubicBezTo>
                  <a:cubicBezTo>
                    <a:pt x="199491" y="469825"/>
                    <a:pt x="139084" y="409454"/>
                    <a:pt x="139084" y="334997"/>
                  </a:cubicBezTo>
                  <a:cubicBezTo>
                    <a:pt x="139084" y="260588"/>
                    <a:pt x="199491" y="200265"/>
                    <a:pt x="274005" y="200265"/>
                  </a:cubicBezTo>
                  <a:close/>
                  <a:moveTo>
                    <a:pt x="273958" y="61462"/>
                  </a:moveTo>
                  <a:cubicBezTo>
                    <a:pt x="319385" y="61462"/>
                    <a:pt x="362127" y="72480"/>
                    <a:pt x="399831" y="91976"/>
                  </a:cubicBezTo>
                  <a:cubicBezTo>
                    <a:pt x="399495" y="95089"/>
                    <a:pt x="399447" y="98299"/>
                    <a:pt x="399687" y="101508"/>
                  </a:cubicBezTo>
                  <a:lnTo>
                    <a:pt x="402757" y="141411"/>
                  </a:lnTo>
                  <a:lnTo>
                    <a:pt x="380068" y="164069"/>
                  </a:lnTo>
                  <a:cubicBezTo>
                    <a:pt x="349319" y="145003"/>
                    <a:pt x="312957" y="133938"/>
                    <a:pt x="274006" y="133938"/>
                  </a:cubicBezTo>
                  <a:cubicBezTo>
                    <a:pt x="162811" y="133938"/>
                    <a:pt x="72627" y="223994"/>
                    <a:pt x="72627" y="335079"/>
                  </a:cubicBezTo>
                  <a:cubicBezTo>
                    <a:pt x="72627" y="446117"/>
                    <a:pt x="162859" y="536173"/>
                    <a:pt x="274101" y="536173"/>
                  </a:cubicBezTo>
                  <a:cubicBezTo>
                    <a:pt x="385296" y="536173"/>
                    <a:pt x="475480" y="446117"/>
                    <a:pt x="475480" y="335079"/>
                  </a:cubicBezTo>
                  <a:cubicBezTo>
                    <a:pt x="475480" y="296231"/>
                    <a:pt x="464447" y="259969"/>
                    <a:pt x="445307" y="229168"/>
                  </a:cubicBezTo>
                  <a:lnTo>
                    <a:pt x="470395" y="204115"/>
                  </a:lnTo>
                  <a:lnTo>
                    <a:pt x="505222" y="206797"/>
                  </a:lnTo>
                  <a:cubicBezTo>
                    <a:pt x="506565" y="206893"/>
                    <a:pt x="507908" y="206941"/>
                    <a:pt x="509203" y="206941"/>
                  </a:cubicBezTo>
                  <a:cubicBezTo>
                    <a:pt x="511458" y="206941"/>
                    <a:pt x="513760" y="206797"/>
                    <a:pt x="515967" y="206510"/>
                  </a:cubicBezTo>
                  <a:cubicBezTo>
                    <a:pt x="536450" y="244832"/>
                    <a:pt x="548011" y="288566"/>
                    <a:pt x="548011" y="335079"/>
                  </a:cubicBezTo>
                  <a:cubicBezTo>
                    <a:pt x="548011" y="486163"/>
                    <a:pt x="425351" y="608697"/>
                    <a:pt x="274006" y="608697"/>
                  </a:cubicBezTo>
                  <a:cubicBezTo>
                    <a:pt x="122708" y="608697"/>
                    <a:pt x="0" y="486163"/>
                    <a:pt x="0" y="335079"/>
                  </a:cubicBezTo>
                  <a:cubicBezTo>
                    <a:pt x="0" y="183948"/>
                    <a:pt x="122708" y="61462"/>
                    <a:pt x="273958" y="61462"/>
                  </a:cubicBezTo>
                  <a:close/>
                  <a:moveTo>
                    <a:pt x="505808" y="0"/>
                  </a:moveTo>
                  <a:cubicBezTo>
                    <a:pt x="508927" y="0"/>
                    <a:pt x="511949" y="2252"/>
                    <a:pt x="512237" y="5893"/>
                  </a:cubicBezTo>
                  <a:lnTo>
                    <a:pt x="516075" y="55382"/>
                  </a:lnTo>
                  <a:lnTo>
                    <a:pt x="534691" y="36794"/>
                  </a:lnTo>
                  <a:cubicBezTo>
                    <a:pt x="538337" y="33105"/>
                    <a:pt x="543231" y="31236"/>
                    <a:pt x="548028" y="31236"/>
                  </a:cubicBezTo>
                  <a:cubicBezTo>
                    <a:pt x="552826" y="31236"/>
                    <a:pt x="557720" y="33105"/>
                    <a:pt x="561414" y="36794"/>
                  </a:cubicBezTo>
                  <a:lnTo>
                    <a:pt x="572689" y="48100"/>
                  </a:lnTo>
                  <a:cubicBezTo>
                    <a:pt x="580077" y="55526"/>
                    <a:pt x="580077" y="67455"/>
                    <a:pt x="572689" y="74881"/>
                  </a:cubicBezTo>
                  <a:lnTo>
                    <a:pt x="556424" y="91074"/>
                  </a:lnTo>
                  <a:lnTo>
                    <a:pt x="600900" y="94523"/>
                  </a:lnTo>
                  <a:cubicBezTo>
                    <a:pt x="606321" y="94906"/>
                    <a:pt x="608768" y="101565"/>
                    <a:pt x="604930" y="105398"/>
                  </a:cubicBezTo>
                  <a:lnTo>
                    <a:pt x="531716" y="178458"/>
                  </a:lnTo>
                  <a:cubicBezTo>
                    <a:pt x="525671" y="184495"/>
                    <a:pt x="517515" y="187800"/>
                    <a:pt x="509070" y="187800"/>
                  </a:cubicBezTo>
                  <a:cubicBezTo>
                    <a:pt x="508303" y="187800"/>
                    <a:pt x="507487" y="187800"/>
                    <a:pt x="506672" y="187752"/>
                  </a:cubicBezTo>
                  <a:lnTo>
                    <a:pt x="504800" y="187609"/>
                  </a:lnTo>
                  <a:lnTo>
                    <a:pt x="462964" y="184399"/>
                  </a:lnTo>
                  <a:lnTo>
                    <a:pt x="434177" y="213144"/>
                  </a:lnTo>
                  <a:lnTo>
                    <a:pt x="386536" y="260765"/>
                  </a:lnTo>
                  <a:lnTo>
                    <a:pt x="385432" y="261819"/>
                  </a:lnTo>
                  <a:lnTo>
                    <a:pt x="339326" y="307906"/>
                  </a:lnTo>
                  <a:lnTo>
                    <a:pt x="319031" y="328124"/>
                  </a:lnTo>
                  <a:cubicBezTo>
                    <a:pt x="316296" y="330950"/>
                    <a:pt x="312506" y="332627"/>
                    <a:pt x="308524" y="332819"/>
                  </a:cubicBezTo>
                  <a:lnTo>
                    <a:pt x="291588" y="333633"/>
                  </a:lnTo>
                  <a:lnTo>
                    <a:pt x="290772" y="333633"/>
                  </a:lnTo>
                  <a:cubicBezTo>
                    <a:pt x="281465" y="333633"/>
                    <a:pt x="274076" y="325728"/>
                    <a:pt x="274844" y="316386"/>
                  </a:cubicBezTo>
                  <a:lnTo>
                    <a:pt x="276091" y="300337"/>
                  </a:lnTo>
                  <a:cubicBezTo>
                    <a:pt x="276379" y="296600"/>
                    <a:pt x="278010" y="293007"/>
                    <a:pt x="280697" y="290324"/>
                  </a:cubicBezTo>
                  <a:lnTo>
                    <a:pt x="301183" y="269867"/>
                  </a:lnTo>
                  <a:lnTo>
                    <a:pt x="347290" y="223827"/>
                  </a:lnTo>
                  <a:lnTo>
                    <a:pt x="348393" y="222725"/>
                  </a:lnTo>
                  <a:lnTo>
                    <a:pt x="396035" y="175153"/>
                  </a:lnTo>
                  <a:lnTo>
                    <a:pt x="422519" y="148707"/>
                  </a:lnTo>
                  <a:lnTo>
                    <a:pt x="419016" y="102907"/>
                  </a:lnTo>
                  <a:lnTo>
                    <a:pt x="418825" y="100032"/>
                  </a:lnTo>
                  <a:cubicBezTo>
                    <a:pt x="418105" y="90690"/>
                    <a:pt x="421511" y="81588"/>
                    <a:pt x="428084" y="74976"/>
                  </a:cubicBezTo>
                  <a:lnTo>
                    <a:pt x="501346" y="1868"/>
                  </a:lnTo>
                  <a:cubicBezTo>
                    <a:pt x="502641" y="575"/>
                    <a:pt x="504225" y="0"/>
                    <a:pt x="50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grpSp>
          <p:nvGrpSpPr>
            <p:cNvPr id="15" name="işḷïdè"/>
            <p:cNvGrpSpPr/>
            <p:nvPr/>
          </p:nvGrpSpPr>
          <p:grpSpPr>
            <a:xfrm>
              <a:off x="5381629" y="4608006"/>
              <a:ext cx="2613457" cy="1306539"/>
              <a:chOff x="2300288" y="1540112"/>
              <a:chExt cx="2613457" cy="1306539"/>
            </a:xfrm>
          </p:grpSpPr>
          <p:sp>
            <p:nvSpPr>
              <p:cNvPr id="20" name="íşḻiḑè"/>
              <p:cNvSpPr/>
              <p:nvPr/>
            </p:nvSpPr>
            <p:spPr bwMode="auto">
              <a:xfrm>
                <a:off x="2300288" y="1981916"/>
                <a:ext cx="2613456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1" name="ïṣḷíḍè"/>
              <p:cNvSpPr txBox="1"/>
              <p:nvPr/>
            </p:nvSpPr>
            <p:spPr bwMode="auto">
              <a:xfrm>
                <a:off x="2300288" y="1540112"/>
                <a:ext cx="261345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16" name="îṧ1íḓe"/>
            <p:cNvSpPr/>
            <p:nvPr/>
          </p:nvSpPr>
          <p:spPr bwMode="auto">
            <a:xfrm>
              <a:off x="9903930" y="3964697"/>
              <a:ext cx="546627" cy="548341"/>
            </a:xfrm>
            <a:custGeom>
              <a:avLst/>
              <a:gdLst>
                <a:gd name="connsiteX0" fmla="*/ 274005 w 606795"/>
                <a:gd name="connsiteY0" fmla="*/ 200265 h 608697"/>
                <a:gd name="connsiteX1" fmla="*/ 331102 w 606795"/>
                <a:gd name="connsiteY1" fmla="*/ 212914 h 608697"/>
                <a:gd name="connsiteX2" fmla="*/ 329998 w 606795"/>
                <a:gd name="connsiteY2" fmla="*/ 214016 h 608697"/>
                <a:gd name="connsiteX3" fmla="*/ 279379 w 606795"/>
                <a:gd name="connsiteY3" fmla="*/ 264565 h 608697"/>
                <a:gd name="connsiteX4" fmla="*/ 274005 w 606795"/>
                <a:gd name="connsiteY4" fmla="*/ 264373 h 608697"/>
                <a:gd name="connsiteX5" fmla="*/ 203186 w 606795"/>
                <a:gd name="connsiteY5" fmla="*/ 335093 h 608697"/>
                <a:gd name="connsiteX6" fmla="*/ 273957 w 606795"/>
                <a:gd name="connsiteY6" fmla="*/ 405813 h 608697"/>
                <a:gd name="connsiteX7" fmla="*/ 344776 w 606795"/>
                <a:gd name="connsiteY7" fmla="*/ 335093 h 608697"/>
                <a:gd name="connsiteX8" fmla="*/ 344584 w 606795"/>
                <a:gd name="connsiteY8" fmla="*/ 329727 h 608697"/>
                <a:gd name="connsiteX9" fmla="*/ 395204 w 606795"/>
                <a:gd name="connsiteY9" fmla="*/ 279178 h 608697"/>
                <a:gd name="connsiteX10" fmla="*/ 396259 w 606795"/>
                <a:gd name="connsiteY10" fmla="*/ 278076 h 608697"/>
                <a:gd name="connsiteX11" fmla="*/ 408926 w 606795"/>
                <a:gd name="connsiteY11" fmla="*/ 335093 h 608697"/>
                <a:gd name="connsiteX12" fmla="*/ 274005 w 606795"/>
                <a:gd name="connsiteY12" fmla="*/ 469825 h 608697"/>
                <a:gd name="connsiteX13" fmla="*/ 139084 w 606795"/>
                <a:gd name="connsiteY13" fmla="*/ 334997 h 608697"/>
                <a:gd name="connsiteX14" fmla="*/ 274005 w 606795"/>
                <a:gd name="connsiteY14" fmla="*/ 200265 h 608697"/>
                <a:gd name="connsiteX15" fmla="*/ 273958 w 606795"/>
                <a:gd name="connsiteY15" fmla="*/ 61462 h 608697"/>
                <a:gd name="connsiteX16" fmla="*/ 399831 w 606795"/>
                <a:gd name="connsiteY16" fmla="*/ 91976 h 608697"/>
                <a:gd name="connsiteX17" fmla="*/ 399687 w 606795"/>
                <a:gd name="connsiteY17" fmla="*/ 101508 h 608697"/>
                <a:gd name="connsiteX18" fmla="*/ 402757 w 606795"/>
                <a:gd name="connsiteY18" fmla="*/ 141411 h 608697"/>
                <a:gd name="connsiteX19" fmla="*/ 380068 w 606795"/>
                <a:gd name="connsiteY19" fmla="*/ 164069 h 608697"/>
                <a:gd name="connsiteX20" fmla="*/ 274006 w 606795"/>
                <a:gd name="connsiteY20" fmla="*/ 133938 h 608697"/>
                <a:gd name="connsiteX21" fmla="*/ 72627 w 606795"/>
                <a:gd name="connsiteY21" fmla="*/ 335079 h 608697"/>
                <a:gd name="connsiteX22" fmla="*/ 274101 w 606795"/>
                <a:gd name="connsiteY22" fmla="*/ 536173 h 608697"/>
                <a:gd name="connsiteX23" fmla="*/ 475480 w 606795"/>
                <a:gd name="connsiteY23" fmla="*/ 335079 h 608697"/>
                <a:gd name="connsiteX24" fmla="*/ 445307 w 606795"/>
                <a:gd name="connsiteY24" fmla="*/ 229168 h 608697"/>
                <a:gd name="connsiteX25" fmla="*/ 470395 w 606795"/>
                <a:gd name="connsiteY25" fmla="*/ 204115 h 608697"/>
                <a:gd name="connsiteX26" fmla="*/ 505222 w 606795"/>
                <a:gd name="connsiteY26" fmla="*/ 206797 h 608697"/>
                <a:gd name="connsiteX27" fmla="*/ 509203 w 606795"/>
                <a:gd name="connsiteY27" fmla="*/ 206941 h 608697"/>
                <a:gd name="connsiteX28" fmla="*/ 515967 w 606795"/>
                <a:gd name="connsiteY28" fmla="*/ 206510 h 608697"/>
                <a:gd name="connsiteX29" fmla="*/ 548011 w 606795"/>
                <a:gd name="connsiteY29" fmla="*/ 335079 h 608697"/>
                <a:gd name="connsiteX30" fmla="*/ 274006 w 606795"/>
                <a:gd name="connsiteY30" fmla="*/ 608697 h 608697"/>
                <a:gd name="connsiteX31" fmla="*/ 0 w 606795"/>
                <a:gd name="connsiteY31" fmla="*/ 335079 h 608697"/>
                <a:gd name="connsiteX32" fmla="*/ 273958 w 606795"/>
                <a:gd name="connsiteY32" fmla="*/ 61462 h 608697"/>
                <a:gd name="connsiteX33" fmla="*/ 505808 w 606795"/>
                <a:gd name="connsiteY33" fmla="*/ 0 h 608697"/>
                <a:gd name="connsiteX34" fmla="*/ 512237 w 606795"/>
                <a:gd name="connsiteY34" fmla="*/ 5893 h 608697"/>
                <a:gd name="connsiteX35" fmla="*/ 516075 w 606795"/>
                <a:gd name="connsiteY35" fmla="*/ 55382 h 608697"/>
                <a:gd name="connsiteX36" fmla="*/ 534691 w 606795"/>
                <a:gd name="connsiteY36" fmla="*/ 36794 h 608697"/>
                <a:gd name="connsiteX37" fmla="*/ 548028 w 606795"/>
                <a:gd name="connsiteY37" fmla="*/ 31236 h 608697"/>
                <a:gd name="connsiteX38" fmla="*/ 561414 w 606795"/>
                <a:gd name="connsiteY38" fmla="*/ 36794 h 608697"/>
                <a:gd name="connsiteX39" fmla="*/ 572689 w 606795"/>
                <a:gd name="connsiteY39" fmla="*/ 48100 h 608697"/>
                <a:gd name="connsiteX40" fmla="*/ 572689 w 606795"/>
                <a:gd name="connsiteY40" fmla="*/ 74881 h 608697"/>
                <a:gd name="connsiteX41" fmla="*/ 556424 w 606795"/>
                <a:gd name="connsiteY41" fmla="*/ 91074 h 608697"/>
                <a:gd name="connsiteX42" fmla="*/ 600900 w 606795"/>
                <a:gd name="connsiteY42" fmla="*/ 94523 h 608697"/>
                <a:gd name="connsiteX43" fmla="*/ 604930 w 606795"/>
                <a:gd name="connsiteY43" fmla="*/ 105398 h 608697"/>
                <a:gd name="connsiteX44" fmla="*/ 531716 w 606795"/>
                <a:gd name="connsiteY44" fmla="*/ 178458 h 608697"/>
                <a:gd name="connsiteX45" fmla="*/ 509070 w 606795"/>
                <a:gd name="connsiteY45" fmla="*/ 187800 h 608697"/>
                <a:gd name="connsiteX46" fmla="*/ 506672 w 606795"/>
                <a:gd name="connsiteY46" fmla="*/ 187752 h 608697"/>
                <a:gd name="connsiteX47" fmla="*/ 504800 w 606795"/>
                <a:gd name="connsiteY47" fmla="*/ 187609 h 608697"/>
                <a:gd name="connsiteX48" fmla="*/ 462964 w 606795"/>
                <a:gd name="connsiteY48" fmla="*/ 184399 h 608697"/>
                <a:gd name="connsiteX49" fmla="*/ 434177 w 606795"/>
                <a:gd name="connsiteY49" fmla="*/ 213144 h 608697"/>
                <a:gd name="connsiteX50" fmla="*/ 386536 w 606795"/>
                <a:gd name="connsiteY50" fmla="*/ 260765 h 608697"/>
                <a:gd name="connsiteX51" fmla="*/ 385432 w 606795"/>
                <a:gd name="connsiteY51" fmla="*/ 261819 h 608697"/>
                <a:gd name="connsiteX52" fmla="*/ 339326 w 606795"/>
                <a:gd name="connsiteY52" fmla="*/ 307906 h 608697"/>
                <a:gd name="connsiteX53" fmla="*/ 319031 w 606795"/>
                <a:gd name="connsiteY53" fmla="*/ 328124 h 608697"/>
                <a:gd name="connsiteX54" fmla="*/ 308524 w 606795"/>
                <a:gd name="connsiteY54" fmla="*/ 332819 h 608697"/>
                <a:gd name="connsiteX55" fmla="*/ 291588 w 606795"/>
                <a:gd name="connsiteY55" fmla="*/ 333633 h 608697"/>
                <a:gd name="connsiteX56" fmla="*/ 290772 w 606795"/>
                <a:gd name="connsiteY56" fmla="*/ 333633 h 608697"/>
                <a:gd name="connsiteX57" fmla="*/ 274844 w 606795"/>
                <a:gd name="connsiteY57" fmla="*/ 316386 h 608697"/>
                <a:gd name="connsiteX58" fmla="*/ 276091 w 606795"/>
                <a:gd name="connsiteY58" fmla="*/ 300337 h 608697"/>
                <a:gd name="connsiteX59" fmla="*/ 280697 w 606795"/>
                <a:gd name="connsiteY59" fmla="*/ 290324 h 608697"/>
                <a:gd name="connsiteX60" fmla="*/ 301183 w 606795"/>
                <a:gd name="connsiteY60" fmla="*/ 269867 h 608697"/>
                <a:gd name="connsiteX61" fmla="*/ 347290 w 606795"/>
                <a:gd name="connsiteY61" fmla="*/ 223827 h 608697"/>
                <a:gd name="connsiteX62" fmla="*/ 348393 w 606795"/>
                <a:gd name="connsiteY62" fmla="*/ 222725 h 608697"/>
                <a:gd name="connsiteX63" fmla="*/ 396035 w 606795"/>
                <a:gd name="connsiteY63" fmla="*/ 175153 h 608697"/>
                <a:gd name="connsiteX64" fmla="*/ 422519 w 606795"/>
                <a:gd name="connsiteY64" fmla="*/ 148707 h 608697"/>
                <a:gd name="connsiteX65" fmla="*/ 419016 w 606795"/>
                <a:gd name="connsiteY65" fmla="*/ 102907 h 608697"/>
                <a:gd name="connsiteX66" fmla="*/ 418825 w 606795"/>
                <a:gd name="connsiteY66" fmla="*/ 100032 h 608697"/>
                <a:gd name="connsiteX67" fmla="*/ 428084 w 606795"/>
                <a:gd name="connsiteY67" fmla="*/ 74976 h 608697"/>
                <a:gd name="connsiteX68" fmla="*/ 501346 w 606795"/>
                <a:gd name="connsiteY68" fmla="*/ 1868 h 608697"/>
                <a:gd name="connsiteX69" fmla="*/ 505808 w 606795"/>
                <a:gd name="connsiteY69" fmla="*/ 0 h 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606795" h="608697">
                  <a:moveTo>
                    <a:pt x="274005" y="200265"/>
                  </a:moveTo>
                  <a:cubicBezTo>
                    <a:pt x="294445" y="200265"/>
                    <a:pt x="313733" y="204817"/>
                    <a:pt x="331102" y="212914"/>
                  </a:cubicBezTo>
                  <a:lnTo>
                    <a:pt x="329998" y="214016"/>
                  </a:lnTo>
                  <a:lnTo>
                    <a:pt x="279379" y="264565"/>
                  </a:lnTo>
                  <a:cubicBezTo>
                    <a:pt x="277604" y="264421"/>
                    <a:pt x="275828" y="264373"/>
                    <a:pt x="274005" y="264373"/>
                  </a:cubicBezTo>
                  <a:cubicBezTo>
                    <a:pt x="234949" y="264373"/>
                    <a:pt x="203186" y="296044"/>
                    <a:pt x="203186" y="335093"/>
                  </a:cubicBezTo>
                  <a:cubicBezTo>
                    <a:pt x="203186" y="374094"/>
                    <a:pt x="234805" y="405813"/>
                    <a:pt x="273957" y="405813"/>
                  </a:cubicBezTo>
                  <a:cubicBezTo>
                    <a:pt x="313109" y="405813"/>
                    <a:pt x="344776" y="374094"/>
                    <a:pt x="344776" y="335093"/>
                  </a:cubicBezTo>
                  <a:cubicBezTo>
                    <a:pt x="344776" y="333272"/>
                    <a:pt x="344728" y="331499"/>
                    <a:pt x="344584" y="329727"/>
                  </a:cubicBezTo>
                  <a:lnTo>
                    <a:pt x="395204" y="279178"/>
                  </a:lnTo>
                  <a:lnTo>
                    <a:pt x="396259" y="278076"/>
                  </a:lnTo>
                  <a:cubicBezTo>
                    <a:pt x="404368" y="295421"/>
                    <a:pt x="408926" y="314682"/>
                    <a:pt x="408926" y="335093"/>
                  </a:cubicBezTo>
                  <a:cubicBezTo>
                    <a:pt x="408926" y="409502"/>
                    <a:pt x="348567" y="469825"/>
                    <a:pt x="274005" y="469825"/>
                  </a:cubicBezTo>
                  <a:cubicBezTo>
                    <a:pt x="199491" y="469825"/>
                    <a:pt x="139084" y="409454"/>
                    <a:pt x="139084" y="334997"/>
                  </a:cubicBezTo>
                  <a:cubicBezTo>
                    <a:pt x="139084" y="260588"/>
                    <a:pt x="199491" y="200265"/>
                    <a:pt x="274005" y="200265"/>
                  </a:cubicBezTo>
                  <a:close/>
                  <a:moveTo>
                    <a:pt x="273958" y="61462"/>
                  </a:moveTo>
                  <a:cubicBezTo>
                    <a:pt x="319385" y="61462"/>
                    <a:pt x="362127" y="72480"/>
                    <a:pt x="399831" y="91976"/>
                  </a:cubicBezTo>
                  <a:cubicBezTo>
                    <a:pt x="399495" y="95089"/>
                    <a:pt x="399447" y="98299"/>
                    <a:pt x="399687" y="101508"/>
                  </a:cubicBezTo>
                  <a:lnTo>
                    <a:pt x="402757" y="141411"/>
                  </a:lnTo>
                  <a:lnTo>
                    <a:pt x="380068" y="164069"/>
                  </a:lnTo>
                  <a:cubicBezTo>
                    <a:pt x="349319" y="145003"/>
                    <a:pt x="312957" y="133938"/>
                    <a:pt x="274006" y="133938"/>
                  </a:cubicBezTo>
                  <a:cubicBezTo>
                    <a:pt x="162811" y="133938"/>
                    <a:pt x="72627" y="223994"/>
                    <a:pt x="72627" y="335079"/>
                  </a:cubicBezTo>
                  <a:cubicBezTo>
                    <a:pt x="72627" y="446117"/>
                    <a:pt x="162859" y="536173"/>
                    <a:pt x="274101" y="536173"/>
                  </a:cubicBezTo>
                  <a:cubicBezTo>
                    <a:pt x="385296" y="536173"/>
                    <a:pt x="475480" y="446117"/>
                    <a:pt x="475480" y="335079"/>
                  </a:cubicBezTo>
                  <a:cubicBezTo>
                    <a:pt x="475480" y="296231"/>
                    <a:pt x="464447" y="259969"/>
                    <a:pt x="445307" y="229168"/>
                  </a:cubicBezTo>
                  <a:lnTo>
                    <a:pt x="470395" y="204115"/>
                  </a:lnTo>
                  <a:lnTo>
                    <a:pt x="505222" y="206797"/>
                  </a:lnTo>
                  <a:cubicBezTo>
                    <a:pt x="506565" y="206893"/>
                    <a:pt x="507908" y="206941"/>
                    <a:pt x="509203" y="206941"/>
                  </a:cubicBezTo>
                  <a:cubicBezTo>
                    <a:pt x="511458" y="206941"/>
                    <a:pt x="513760" y="206797"/>
                    <a:pt x="515967" y="206510"/>
                  </a:cubicBezTo>
                  <a:cubicBezTo>
                    <a:pt x="536450" y="244832"/>
                    <a:pt x="548011" y="288566"/>
                    <a:pt x="548011" y="335079"/>
                  </a:cubicBezTo>
                  <a:cubicBezTo>
                    <a:pt x="548011" y="486163"/>
                    <a:pt x="425351" y="608697"/>
                    <a:pt x="274006" y="608697"/>
                  </a:cubicBezTo>
                  <a:cubicBezTo>
                    <a:pt x="122708" y="608697"/>
                    <a:pt x="0" y="486163"/>
                    <a:pt x="0" y="335079"/>
                  </a:cubicBezTo>
                  <a:cubicBezTo>
                    <a:pt x="0" y="183948"/>
                    <a:pt x="122708" y="61462"/>
                    <a:pt x="273958" y="61462"/>
                  </a:cubicBezTo>
                  <a:close/>
                  <a:moveTo>
                    <a:pt x="505808" y="0"/>
                  </a:moveTo>
                  <a:cubicBezTo>
                    <a:pt x="508927" y="0"/>
                    <a:pt x="511949" y="2252"/>
                    <a:pt x="512237" y="5893"/>
                  </a:cubicBezTo>
                  <a:lnTo>
                    <a:pt x="516075" y="55382"/>
                  </a:lnTo>
                  <a:lnTo>
                    <a:pt x="534691" y="36794"/>
                  </a:lnTo>
                  <a:cubicBezTo>
                    <a:pt x="538337" y="33105"/>
                    <a:pt x="543231" y="31236"/>
                    <a:pt x="548028" y="31236"/>
                  </a:cubicBezTo>
                  <a:cubicBezTo>
                    <a:pt x="552826" y="31236"/>
                    <a:pt x="557720" y="33105"/>
                    <a:pt x="561414" y="36794"/>
                  </a:cubicBezTo>
                  <a:lnTo>
                    <a:pt x="572689" y="48100"/>
                  </a:lnTo>
                  <a:cubicBezTo>
                    <a:pt x="580077" y="55526"/>
                    <a:pt x="580077" y="67455"/>
                    <a:pt x="572689" y="74881"/>
                  </a:cubicBezTo>
                  <a:lnTo>
                    <a:pt x="556424" y="91074"/>
                  </a:lnTo>
                  <a:lnTo>
                    <a:pt x="600900" y="94523"/>
                  </a:lnTo>
                  <a:cubicBezTo>
                    <a:pt x="606321" y="94906"/>
                    <a:pt x="608768" y="101565"/>
                    <a:pt x="604930" y="105398"/>
                  </a:cubicBezTo>
                  <a:lnTo>
                    <a:pt x="531716" y="178458"/>
                  </a:lnTo>
                  <a:cubicBezTo>
                    <a:pt x="525671" y="184495"/>
                    <a:pt x="517515" y="187800"/>
                    <a:pt x="509070" y="187800"/>
                  </a:cubicBezTo>
                  <a:cubicBezTo>
                    <a:pt x="508303" y="187800"/>
                    <a:pt x="507487" y="187800"/>
                    <a:pt x="506672" y="187752"/>
                  </a:cubicBezTo>
                  <a:lnTo>
                    <a:pt x="504800" y="187609"/>
                  </a:lnTo>
                  <a:lnTo>
                    <a:pt x="462964" y="184399"/>
                  </a:lnTo>
                  <a:lnTo>
                    <a:pt x="434177" y="213144"/>
                  </a:lnTo>
                  <a:lnTo>
                    <a:pt x="386536" y="260765"/>
                  </a:lnTo>
                  <a:lnTo>
                    <a:pt x="385432" y="261819"/>
                  </a:lnTo>
                  <a:lnTo>
                    <a:pt x="339326" y="307906"/>
                  </a:lnTo>
                  <a:lnTo>
                    <a:pt x="319031" y="328124"/>
                  </a:lnTo>
                  <a:cubicBezTo>
                    <a:pt x="316296" y="330950"/>
                    <a:pt x="312506" y="332627"/>
                    <a:pt x="308524" y="332819"/>
                  </a:cubicBezTo>
                  <a:lnTo>
                    <a:pt x="291588" y="333633"/>
                  </a:lnTo>
                  <a:lnTo>
                    <a:pt x="290772" y="333633"/>
                  </a:lnTo>
                  <a:cubicBezTo>
                    <a:pt x="281465" y="333633"/>
                    <a:pt x="274076" y="325728"/>
                    <a:pt x="274844" y="316386"/>
                  </a:cubicBezTo>
                  <a:lnTo>
                    <a:pt x="276091" y="300337"/>
                  </a:lnTo>
                  <a:cubicBezTo>
                    <a:pt x="276379" y="296600"/>
                    <a:pt x="278010" y="293007"/>
                    <a:pt x="280697" y="290324"/>
                  </a:cubicBezTo>
                  <a:lnTo>
                    <a:pt x="301183" y="269867"/>
                  </a:lnTo>
                  <a:lnTo>
                    <a:pt x="347290" y="223827"/>
                  </a:lnTo>
                  <a:lnTo>
                    <a:pt x="348393" y="222725"/>
                  </a:lnTo>
                  <a:lnTo>
                    <a:pt x="396035" y="175153"/>
                  </a:lnTo>
                  <a:lnTo>
                    <a:pt x="422519" y="148707"/>
                  </a:lnTo>
                  <a:lnTo>
                    <a:pt x="419016" y="102907"/>
                  </a:lnTo>
                  <a:lnTo>
                    <a:pt x="418825" y="100032"/>
                  </a:lnTo>
                  <a:cubicBezTo>
                    <a:pt x="418105" y="90690"/>
                    <a:pt x="421511" y="81588"/>
                    <a:pt x="428084" y="74976"/>
                  </a:cubicBezTo>
                  <a:lnTo>
                    <a:pt x="501346" y="1868"/>
                  </a:lnTo>
                  <a:cubicBezTo>
                    <a:pt x="502641" y="575"/>
                    <a:pt x="504225" y="0"/>
                    <a:pt x="50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grpSp>
          <p:nvGrpSpPr>
            <p:cNvPr id="17" name="îş1îde"/>
            <p:cNvGrpSpPr/>
            <p:nvPr/>
          </p:nvGrpSpPr>
          <p:grpSpPr>
            <a:xfrm>
              <a:off x="8870515" y="4608006"/>
              <a:ext cx="2613457" cy="1306539"/>
              <a:chOff x="2300288" y="1540112"/>
              <a:chExt cx="2613457" cy="1306539"/>
            </a:xfrm>
          </p:grpSpPr>
          <p:sp>
            <p:nvSpPr>
              <p:cNvPr id="18" name="ïṣḷîdé"/>
              <p:cNvSpPr/>
              <p:nvPr/>
            </p:nvSpPr>
            <p:spPr bwMode="auto">
              <a:xfrm>
                <a:off x="2300288" y="1981916"/>
                <a:ext cx="2613456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9" name="îşlïďê"/>
              <p:cNvSpPr txBox="1"/>
              <p:nvPr/>
            </p:nvSpPr>
            <p:spPr bwMode="auto">
              <a:xfrm>
                <a:off x="2300288" y="1540112"/>
                <a:ext cx="261345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</p:grpSp>
      <p:pic>
        <p:nvPicPr>
          <p:cNvPr id="33" name="图片 32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8e2e458c-895f-4d37-9dfe-c2c1347eb3d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227567"/>
            <a:ext cx="10858500" cy="6423080"/>
            <a:chOff x="660400" y="1227567"/>
            <a:chExt cx="10858500" cy="6423080"/>
          </a:xfrm>
        </p:grpSpPr>
        <p:grpSp>
          <p:nvGrpSpPr>
            <p:cNvPr id="6" name="iṥlíḋè"/>
            <p:cNvGrpSpPr/>
            <p:nvPr/>
          </p:nvGrpSpPr>
          <p:grpSpPr>
            <a:xfrm>
              <a:off x="4851066" y="3487848"/>
              <a:ext cx="2489868" cy="2646252"/>
              <a:chOff x="4972680" y="3324366"/>
              <a:chExt cx="2489868" cy="2646252"/>
            </a:xfrm>
          </p:grpSpPr>
          <p:grpSp>
            <p:nvGrpSpPr>
              <p:cNvPr id="18" name="ïšḷîďé"/>
              <p:cNvGrpSpPr/>
              <p:nvPr/>
            </p:nvGrpSpPr>
            <p:grpSpPr>
              <a:xfrm>
                <a:off x="4972680" y="3324366"/>
                <a:ext cx="2489868" cy="2203166"/>
                <a:chOff x="4972680" y="3324366"/>
                <a:chExt cx="2489868" cy="2203166"/>
              </a:xfrm>
            </p:grpSpPr>
            <p:sp>
              <p:nvSpPr>
                <p:cNvPr id="65" name="iŝļidé"/>
                <p:cNvSpPr/>
                <p:nvPr/>
              </p:nvSpPr>
              <p:spPr bwMode="auto">
                <a:xfrm flipV="1">
                  <a:off x="6208415" y="4575433"/>
                  <a:ext cx="0" cy="722124"/>
                </a:xfrm>
                <a:prstGeom prst="line">
                  <a:avLst/>
                </a:prstGeom>
                <a:noFill/>
                <a:ln w="85725" cap="rnd">
                  <a:solidFill>
                    <a:srgbClr val="3F3A3C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" name="ïṥḷiďè"/>
                <p:cNvSpPr/>
                <p:nvPr/>
              </p:nvSpPr>
              <p:spPr bwMode="auto">
                <a:xfrm>
                  <a:off x="5348306" y="3324366"/>
                  <a:ext cx="1747814" cy="1962458"/>
                </a:xfrm>
                <a:custGeom>
                  <a:avLst/>
                  <a:gdLst>
                    <a:gd name="T0" fmla="*/ 668 w 668"/>
                    <a:gd name="T1" fmla="*/ 334 h 751"/>
                    <a:gd name="T2" fmla="*/ 334 w 668"/>
                    <a:gd name="T3" fmla="*/ 0 h 751"/>
                    <a:gd name="T4" fmla="*/ 0 w 668"/>
                    <a:gd name="T5" fmla="*/ 334 h 751"/>
                    <a:gd name="T6" fmla="*/ 193 w 668"/>
                    <a:gd name="T7" fmla="*/ 637 h 751"/>
                    <a:gd name="T8" fmla="*/ 193 w 668"/>
                    <a:gd name="T9" fmla="*/ 705 h 751"/>
                    <a:gd name="T10" fmla="*/ 251 w 668"/>
                    <a:gd name="T11" fmla="*/ 751 h 751"/>
                    <a:gd name="T12" fmla="*/ 415 w 668"/>
                    <a:gd name="T13" fmla="*/ 751 h 751"/>
                    <a:gd name="T14" fmla="*/ 473 w 668"/>
                    <a:gd name="T15" fmla="*/ 705 h 751"/>
                    <a:gd name="T16" fmla="*/ 473 w 668"/>
                    <a:gd name="T17" fmla="*/ 639 h 751"/>
                    <a:gd name="T18" fmla="*/ 668 w 668"/>
                    <a:gd name="T19" fmla="*/ 334 h 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68" h="751">
                      <a:moveTo>
                        <a:pt x="668" y="334"/>
                      </a:moveTo>
                      <a:cubicBezTo>
                        <a:pt x="668" y="150"/>
                        <a:pt x="518" y="0"/>
                        <a:pt x="334" y="0"/>
                      </a:cubicBezTo>
                      <a:cubicBezTo>
                        <a:pt x="149" y="0"/>
                        <a:pt x="0" y="150"/>
                        <a:pt x="0" y="334"/>
                      </a:cubicBezTo>
                      <a:cubicBezTo>
                        <a:pt x="0" y="468"/>
                        <a:pt x="77" y="583"/>
                        <a:pt x="193" y="637"/>
                      </a:cubicBezTo>
                      <a:cubicBezTo>
                        <a:pt x="193" y="705"/>
                        <a:pt x="193" y="705"/>
                        <a:pt x="193" y="705"/>
                      </a:cubicBezTo>
                      <a:cubicBezTo>
                        <a:pt x="193" y="730"/>
                        <a:pt x="219" y="751"/>
                        <a:pt x="251" y="751"/>
                      </a:cubicBezTo>
                      <a:cubicBezTo>
                        <a:pt x="415" y="751"/>
                        <a:pt x="415" y="751"/>
                        <a:pt x="415" y="751"/>
                      </a:cubicBezTo>
                      <a:cubicBezTo>
                        <a:pt x="447" y="751"/>
                        <a:pt x="473" y="730"/>
                        <a:pt x="473" y="705"/>
                      </a:cubicBezTo>
                      <a:cubicBezTo>
                        <a:pt x="473" y="639"/>
                        <a:pt x="473" y="639"/>
                        <a:pt x="473" y="639"/>
                      </a:cubicBezTo>
                      <a:cubicBezTo>
                        <a:pt x="585" y="586"/>
                        <a:pt x="668" y="470"/>
                        <a:pt x="668" y="33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5725" cap="rnd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7" name="îṩ1ïḑé"/>
                <p:cNvSpPr/>
                <p:nvPr/>
              </p:nvSpPr>
              <p:spPr bwMode="auto">
                <a:xfrm>
                  <a:off x="5993772" y="5305222"/>
                  <a:ext cx="453819" cy="222310"/>
                </a:xfrm>
                <a:custGeom>
                  <a:avLst/>
                  <a:gdLst>
                    <a:gd name="T0" fmla="*/ 0 w 173"/>
                    <a:gd name="T1" fmla="*/ 0 h 85"/>
                    <a:gd name="T2" fmla="*/ 86 w 173"/>
                    <a:gd name="T3" fmla="*/ 85 h 85"/>
                    <a:gd name="T4" fmla="*/ 173 w 173"/>
                    <a:gd name="T5" fmla="*/ 0 h 85"/>
                    <a:gd name="T6" fmla="*/ 0 w 173"/>
                    <a:gd name="T7" fmla="*/ 0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3" h="85">
                      <a:moveTo>
                        <a:pt x="0" y="0"/>
                      </a:moveTo>
                      <a:cubicBezTo>
                        <a:pt x="0" y="47"/>
                        <a:pt x="39" y="85"/>
                        <a:pt x="86" y="85"/>
                      </a:cubicBezTo>
                      <a:cubicBezTo>
                        <a:pt x="133" y="85"/>
                        <a:pt x="172" y="47"/>
                        <a:pt x="173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>
                  <a:solidFill>
                    <a:schemeClr val="bg1"/>
                  </a:solidFill>
                  <a:round/>
                </a:ln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8" name="ïsḷíḓè"/>
                <p:cNvSpPr/>
                <p:nvPr/>
              </p:nvSpPr>
              <p:spPr bwMode="auto">
                <a:xfrm flipV="1">
                  <a:off x="7054725" y="3413290"/>
                  <a:ext cx="151785" cy="88924"/>
                </a:xfrm>
                <a:prstGeom prst="line">
                  <a:avLst/>
                </a:prstGeom>
                <a:noFill/>
                <a:ln w="82550" cap="rnd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9" name="ïşḻiďê"/>
                <p:cNvSpPr/>
                <p:nvPr/>
              </p:nvSpPr>
              <p:spPr bwMode="auto">
                <a:xfrm flipV="1">
                  <a:off x="7226440" y="3776651"/>
                  <a:ext cx="170182" cy="33730"/>
                </a:xfrm>
                <a:prstGeom prst="line">
                  <a:avLst/>
                </a:prstGeom>
                <a:noFill/>
                <a:ln w="82550" cap="rnd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" name="iṧḻïḑé"/>
                <p:cNvSpPr/>
                <p:nvPr/>
              </p:nvSpPr>
              <p:spPr bwMode="auto">
                <a:xfrm>
                  <a:off x="7289299" y="4159944"/>
                  <a:ext cx="173249" cy="21464"/>
                </a:xfrm>
                <a:prstGeom prst="line">
                  <a:avLst/>
                </a:prstGeom>
                <a:noFill/>
                <a:ln w="82550" cap="rnd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" name="îśḻïḍé"/>
                <p:cNvSpPr/>
                <p:nvPr/>
              </p:nvSpPr>
              <p:spPr bwMode="auto">
                <a:xfrm>
                  <a:off x="7237171" y="4507973"/>
                  <a:ext cx="157917" cy="75126"/>
                </a:xfrm>
                <a:prstGeom prst="line">
                  <a:avLst/>
                </a:prstGeom>
                <a:noFill/>
                <a:ln w="82550" cap="rnd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2" name="íṣḷíḋè"/>
                <p:cNvSpPr/>
                <p:nvPr/>
              </p:nvSpPr>
              <p:spPr bwMode="auto">
                <a:xfrm flipH="1" flipV="1">
                  <a:off x="5231785" y="3413290"/>
                  <a:ext cx="150251" cy="88924"/>
                </a:xfrm>
                <a:prstGeom prst="line">
                  <a:avLst/>
                </a:prstGeom>
                <a:noFill/>
                <a:ln w="82550" cap="rnd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3" name="îṥļîḍè"/>
                <p:cNvSpPr/>
                <p:nvPr/>
              </p:nvSpPr>
              <p:spPr bwMode="auto">
                <a:xfrm flipH="1" flipV="1">
                  <a:off x="5038606" y="3776651"/>
                  <a:ext cx="173249" cy="33730"/>
                </a:xfrm>
                <a:prstGeom prst="line">
                  <a:avLst/>
                </a:prstGeom>
                <a:noFill/>
                <a:ln w="82550" cap="rnd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4" name="ïṧḻiḍe"/>
                <p:cNvSpPr/>
                <p:nvPr/>
              </p:nvSpPr>
              <p:spPr bwMode="auto">
                <a:xfrm flipH="1">
                  <a:off x="4972680" y="4159944"/>
                  <a:ext cx="176315" cy="21464"/>
                </a:xfrm>
                <a:prstGeom prst="line">
                  <a:avLst/>
                </a:prstGeom>
                <a:noFill/>
                <a:ln w="82550" cap="rnd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5" name="îṧḷiďe"/>
                <p:cNvSpPr/>
                <p:nvPr/>
              </p:nvSpPr>
              <p:spPr bwMode="auto">
                <a:xfrm flipH="1">
                  <a:off x="5041672" y="4507973"/>
                  <a:ext cx="156383" cy="75126"/>
                </a:xfrm>
                <a:prstGeom prst="line">
                  <a:avLst/>
                </a:prstGeom>
                <a:noFill/>
                <a:ln w="82550" cap="rnd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9" name="ïṩḷíde"/>
              <p:cNvGrpSpPr/>
              <p:nvPr/>
            </p:nvGrpSpPr>
            <p:grpSpPr>
              <a:xfrm>
                <a:off x="5483225" y="3650932"/>
                <a:ext cx="1500973" cy="1053287"/>
                <a:chOff x="5483225" y="3650932"/>
                <a:chExt cx="1500973" cy="1053287"/>
              </a:xfrm>
            </p:grpSpPr>
            <p:sp>
              <p:nvSpPr>
                <p:cNvPr id="31" name="íŝḷíḋè"/>
                <p:cNvSpPr/>
                <p:nvPr/>
              </p:nvSpPr>
              <p:spPr bwMode="auto">
                <a:xfrm>
                  <a:off x="6527314" y="4043424"/>
                  <a:ext cx="438486" cy="430821"/>
                </a:xfrm>
                <a:custGeom>
                  <a:avLst/>
                  <a:gdLst>
                    <a:gd name="T0" fmla="*/ 85 w 167"/>
                    <a:gd name="T1" fmla="*/ 165 h 165"/>
                    <a:gd name="T2" fmla="*/ 63 w 167"/>
                    <a:gd name="T3" fmla="*/ 162 h 165"/>
                    <a:gd name="T4" fmla="*/ 63 w 167"/>
                    <a:gd name="T5" fmla="*/ 162 h 165"/>
                    <a:gd name="T6" fmla="*/ 56 w 167"/>
                    <a:gd name="T7" fmla="*/ 159 h 165"/>
                    <a:gd name="T8" fmla="*/ 24 w 167"/>
                    <a:gd name="T9" fmla="*/ 140 h 165"/>
                    <a:gd name="T10" fmla="*/ 0 w 167"/>
                    <a:gd name="T11" fmla="*/ 82 h 165"/>
                    <a:gd name="T12" fmla="*/ 24 w 167"/>
                    <a:gd name="T13" fmla="*/ 24 h 165"/>
                    <a:gd name="T14" fmla="*/ 24 w 167"/>
                    <a:gd name="T15" fmla="*/ 24 h 165"/>
                    <a:gd name="T16" fmla="*/ 40 w 167"/>
                    <a:gd name="T17" fmla="*/ 12 h 165"/>
                    <a:gd name="T18" fmla="*/ 40 w 167"/>
                    <a:gd name="T19" fmla="*/ 11 h 165"/>
                    <a:gd name="T20" fmla="*/ 82 w 167"/>
                    <a:gd name="T21" fmla="*/ 0 h 165"/>
                    <a:gd name="T22" fmla="*/ 82 w 167"/>
                    <a:gd name="T23" fmla="*/ 0 h 165"/>
                    <a:gd name="T24" fmla="*/ 82 w 167"/>
                    <a:gd name="T25" fmla="*/ 0 h 165"/>
                    <a:gd name="T26" fmla="*/ 124 w 167"/>
                    <a:gd name="T27" fmla="*/ 12 h 165"/>
                    <a:gd name="T28" fmla="*/ 155 w 167"/>
                    <a:gd name="T29" fmla="*/ 43 h 165"/>
                    <a:gd name="T30" fmla="*/ 163 w 167"/>
                    <a:gd name="T31" fmla="*/ 62 h 165"/>
                    <a:gd name="T32" fmla="*/ 163 w 167"/>
                    <a:gd name="T33" fmla="*/ 62 h 165"/>
                    <a:gd name="T34" fmla="*/ 163 w 167"/>
                    <a:gd name="T35" fmla="*/ 105 h 165"/>
                    <a:gd name="T36" fmla="*/ 126 w 167"/>
                    <a:gd name="T37" fmla="*/ 154 h 165"/>
                    <a:gd name="T38" fmla="*/ 85 w 167"/>
                    <a:gd name="T39" fmla="*/ 165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7" h="165">
                      <a:moveTo>
                        <a:pt x="85" y="165"/>
                      </a:moveTo>
                      <a:cubicBezTo>
                        <a:pt x="78" y="165"/>
                        <a:pt x="70" y="164"/>
                        <a:pt x="63" y="162"/>
                      </a:cubicBezTo>
                      <a:cubicBezTo>
                        <a:pt x="63" y="162"/>
                        <a:pt x="63" y="162"/>
                        <a:pt x="63" y="162"/>
                      </a:cubicBezTo>
                      <a:cubicBezTo>
                        <a:pt x="56" y="159"/>
                        <a:pt x="56" y="159"/>
                        <a:pt x="56" y="159"/>
                      </a:cubicBezTo>
                      <a:cubicBezTo>
                        <a:pt x="44" y="155"/>
                        <a:pt x="33" y="149"/>
                        <a:pt x="24" y="140"/>
                      </a:cubicBezTo>
                      <a:cubicBezTo>
                        <a:pt x="9" y="124"/>
                        <a:pt x="0" y="103"/>
                        <a:pt x="0" y="82"/>
                      </a:cubicBezTo>
                      <a:cubicBezTo>
                        <a:pt x="0" y="60"/>
                        <a:pt x="9" y="39"/>
                        <a:pt x="24" y="24"/>
                      </a:cubicBezTo>
                      <a:cubicBezTo>
                        <a:pt x="24" y="24"/>
                        <a:pt x="24" y="24"/>
                        <a:pt x="24" y="24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53" y="4"/>
                        <a:pt x="67" y="0"/>
                        <a:pt x="82" y="0"/>
                      </a:cubicBez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99" y="2"/>
                        <a:pt x="109" y="3"/>
                        <a:pt x="124" y="12"/>
                      </a:cubicBezTo>
                      <a:cubicBezTo>
                        <a:pt x="135" y="18"/>
                        <a:pt x="149" y="30"/>
                        <a:pt x="155" y="43"/>
                      </a:cubicBezTo>
                      <a:cubicBezTo>
                        <a:pt x="163" y="62"/>
                        <a:pt x="163" y="62"/>
                        <a:pt x="163" y="62"/>
                      </a:cubicBezTo>
                      <a:cubicBezTo>
                        <a:pt x="163" y="62"/>
                        <a:pt x="163" y="62"/>
                        <a:pt x="163" y="62"/>
                      </a:cubicBezTo>
                      <a:cubicBezTo>
                        <a:pt x="167" y="77"/>
                        <a:pt x="167" y="91"/>
                        <a:pt x="163" y="105"/>
                      </a:cubicBezTo>
                      <a:cubicBezTo>
                        <a:pt x="158" y="126"/>
                        <a:pt x="144" y="143"/>
                        <a:pt x="126" y="154"/>
                      </a:cubicBezTo>
                      <a:cubicBezTo>
                        <a:pt x="114" y="161"/>
                        <a:pt x="99" y="165"/>
                        <a:pt x="85" y="165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ïSḷiďe"/>
                <p:cNvSpPr/>
                <p:nvPr/>
              </p:nvSpPr>
              <p:spPr bwMode="auto">
                <a:xfrm>
                  <a:off x="6511982" y="4026558"/>
                  <a:ext cx="472216" cy="466084"/>
                </a:xfrm>
                <a:custGeom>
                  <a:avLst/>
                  <a:gdLst>
                    <a:gd name="T0" fmla="*/ 88 w 180"/>
                    <a:gd name="T1" fmla="*/ 13 h 178"/>
                    <a:gd name="T2" fmla="*/ 127 w 180"/>
                    <a:gd name="T3" fmla="*/ 23 h 178"/>
                    <a:gd name="T4" fmla="*/ 156 w 180"/>
                    <a:gd name="T5" fmla="*/ 52 h 178"/>
                    <a:gd name="T6" fmla="*/ 163 w 180"/>
                    <a:gd name="T7" fmla="*/ 70 h 178"/>
                    <a:gd name="T8" fmla="*/ 163 w 180"/>
                    <a:gd name="T9" fmla="*/ 110 h 178"/>
                    <a:gd name="T10" fmla="*/ 129 w 180"/>
                    <a:gd name="T11" fmla="*/ 155 h 178"/>
                    <a:gd name="T12" fmla="*/ 91 w 180"/>
                    <a:gd name="T13" fmla="*/ 165 h 178"/>
                    <a:gd name="T14" fmla="*/ 71 w 180"/>
                    <a:gd name="T15" fmla="*/ 162 h 178"/>
                    <a:gd name="T16" fmla="*/ 64 w 180"/>
                    <a:gd name="T17" fmla="*/ 159 h 178"/>
                    <a:gd name="T18" fmla="*/ 34 w 180"/>
                    <a:gd name="T19" fmla="*/ 141 h 178"/>
                    <a:gd name="T20" fmla="*/ 12 w 180"/>
                    <a:gd name="T21" fmla="*/ 88 h 178"/>
                    <a:gd name="T22" fmla="*/ 34 w 180"/>
                    <a:gd name="T23" fmla="*/ 35 h 178"/>
                    <a:gd name="T24" fmla="*/ 50 w 180"/>
                    <a:gd name="T25" fmla="*/ 23 h 178"/>
                    <a:gd name="T26" fmla="*/ 88 w 180"/>
                    <a:gd name="T27" fmla="*/ 13 h 178"/>
                    <a:gd name="T28" fmla="*/ 88 w 180"/>
                    <a:gd name="T29" fmla="*/ 0 h 178"/>
                    <a:gd name="T30" fmla="*/ 88 w 180"/>
                    <a:gd name="T31" fmla="*/ 0 h 178"/>
                    <a:gd name="T32" fmla="*/ 43 w 180"/>
                    <a:gd name="T33" fmla="*/ 12 h 178"/>
                    <a:gd name="T34" fmla="*/ 42 w 180"/>
                    <a:gd name="T35" fmla="*/ 12 h 178"/>
                    <a:gd name="T36" fmla="*/ 42 w 180"/>
                    <a:gd name="T37" fmla="*/ 13 h 178"/>
                    <a:gd name="T38" fmla="*/ 27 w 180"/>
                    <a:gd name="T39" fmla="*/ 24 h 178"/>
                    <a:gd name="T40" fmla="*/ 26 w 180"/>
                    <a:gd name="T41" fmla="*/ 25 h 178"/>
                    <a:gd name="T42" fmla="*/ 25 w 180"/>
                    <a:gd name="T43" fmla="*/ 26 h 178"/>
                    <a:gd name="T44" fmla="*/ 0 w 180"/>
                    <a:gd name="T45" fmla="*/ 88 h 178"/>
                    <a:gd name="T46" fmla="*/ 25 w 180"/>
                    <a:gd name="T47" fmla="*/ 150 h 178"/>
                    <a:gd name="T48" fmla="*/ 60 w 180"/>
                    <a:gd name="T49" fmla="*/ 171 h 178"/>
                    <a:gd name="T50" fmla="*/ 62 w 180"/>
                    <a:gd name="T51" fmla="*/ 172 h 178"/>
                    <a:gd name="T52" fmla="*/ 66 w 180"/>
                    <a:gd name="T53" fmla="*/ 174 h 178"/>
                    <a:gd name="T54" fmla="*/ 67 w 180"/>
                    <a:gd name="T55" fmla="*/ 174 h 178"/>
                    <a:gd name="T56" fmla="*/ 68 w 180"/>
                    <a:gd name="T57" fmla="*/ 174 h 178"/>
                    <a:gd name="T58" fmla="*/ 91 w 180"/>
                    <a:gd name="T59" fmla="*/ 178 h 178"/>
                    <a:gd name="T60" fmla="*/ 135 w 180"/>
                    <a:gd name="T61" fmla="*/ 166 h 178"/>
                    <a:gd name="T62" fmla="*/ 176 w 180"/>
                    <a:gd name="T63" fmla="*/ 113 h 178"/>
                    <a:gd name="T64" fmla="*/ 176 w 180"/>
                    <a:gd name="T65" fmla="*/ 67 h 178"/>
                    <a:gd name="T66" fmla="*/ 175 w 180"/>
                    <a:gd name="T67" fmla="*/ 66 h 178"/>
                    <a:gd name="T68" fmla="*/ 175 w 180"/>
                    <a:gd name="T69" fmla="*/ 65 h 178"/>
                    <a:gd name="T70" fmla="*/ 167 w 180"/>
                    <a:gd name="T71" fmla="*/ 47 h 178"/>
                    <a:gd name="T72" fmla="*/ 167 w 180"/>
                    <a:gd name="T73" fmla="*/ 47 h 178"/>
                    <a:gd name="T74" fmla="*/ 167 w 180"/>
                    <a:gd name="T75" fmla="*/ 47 h 178"/>
                    <a:gd name="T76" fmla="*/ 134 w 180"/>
                    <a:gd name="T77" fmla="*/ 12 h 178"/>
                    <a:gd name="T78" fmla="*/ 89 w 180"/>
                    <a:gd name="T79" fmla="*/ 0 h 178"/>
                    <a:gd name="T80" fmla="*/ 88 w 180"/>
                    <a:gd name="T81" fmla="*/ 0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0" h="178">
                      <a:moveTo>
                        <a:pt x="88" y="13"/>
                      </a:moveTo>
                      <a:cubicBezTo>
                        <a:pt x="104" y="14"/>
                        <a:pt x="113" y="15"/>
                        <a:pt x="127" y="23"/>
                      </a:cubicBezTo>
                      <a:cubicBezTo>
                        <a:pt x="137" y="29"/>
                        <a:pt x="150" y="41"/>
                        <a:pt x="156" y="52"/>
                      </a:cubicBezTo>
                      <a:cubicBezTo>
                        <a:pt x="158" y="58"/>
                        <a:pt x="161" y="64"/>
                        <a:pt x="163" y="70"/>
                      </a:cubicBezTo>
                      <a:cubicBezTo>
                        <a:pt x="167" y="83"/>
                        <a:pt x="167" y="97"/>
                        <a:pt x="163" y="110"/>
                      </a:cubicBezTo>
                      <a:cubicBezTo>
                        <a:pt x="158" y="129"/>
                        <a:pt x="145" y="145"/>
                        <a:pt x="129" y="155"/>
                      </a:cubicBezTo>
                      <a:cubicBezTo>
                        <a:pt x="117" y="161"/>
                        <a:pt x="104" y="165"/>
                        <a:pt x="91" y="165"/>
                      </a:cubicBezTo>
                      <a:cubicBezTo>
                        <a:pt x="84" y="165"/>
                        <a:pt x="78" y="164"/>
                        <a:pt x="71" y="162"/>
                      </a:cubicBezTo>
                      <a:cubicBezTo>
                        <a:pt x="69" y="161"/>
                        <a:pt x="67" y="160"/>
                        <a:pt x="64" y="159"/>
                      </a:cubicBezTo>
                      <a:cubicBezTo>
                        <a:pt x="53" y="156"/>
                        <a:pt x="43" y="149"/>
                        <a:pt x="34" y="141"/>
                      </a:cubicBezTo>
                      <a:cubicBezTo>
                        <a:pt x="20" y="127"/>
                        <a:pt x="12" y="108"/>
                        <a:pt x="12" y="88"/>
                      </a:cubicBezTo>
                      <a:cubicBezTo>
                        <a:pt x="12" y="68"/>
                        <a:pt x="20" y="49"/>
                        <a:pt x="34" y="35"/>
                      </a:cubicBezTo>
                      <a:cubicBezTo>
                        <a:pt x="50" y="23"/>
                        <a:pt x="50" y="23"/>
                        <a:pt x="50" y="23"/>
                      </a:cubicBezTo>
                      <a:cubicBezTo>
                        <a:pt x="61" y="16"/>
                        <a:pt x="74" y="13"/>
                        <a:pt x="88" y="13"/>
                      </a:cubicBezTo>
                      <a:moveTo>
                        <a:pt x="88" y="0"/>
                      </a:moveTo>
                      <a:cubicBezTo>
                        <a:pt x="88" y="0"/>
                        <a:pt x="88" y="0"/>
                        <a:pt x="88" y="0"/>
                      </a:cubicBezTo>
                      <a:cubicBezTo>
                        <a:pt x="72" y="0"/>
                        <a:pt x="57" y="4"/>
                        <a:pt x="43" y="12"/>
                      </a:cubicBezTo>
                      <a:cubicBezTo>
                        <a:pt x="42" y="12"/>
                        <a:pt x="42" y="12"/>
                        <a:pt x="42" y="12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27" y="24"/>
                        <a:pt x="27" y="24"/>
                        <a:pt x="27" y="24"/>
                      </a:cubicBezTo>
                      <a:cubicBezTo>
                        <a:pt x="26" y="25"/>
                        <a:pt x="26" y="25"/>
                        <a:pt x="26" y="25"/>
                      </a:cubicBezTo>
                      <a:cubicBezTo>
                        <a:pt x="25" y="26"/>
                        <a:pt x="25" y="26"/>
                        <a:pt x="25" y="26"/>
                      </a:cubicBezTo>
                      <a:cubicBezTo>
                        <a:pt x="9" y="42"/>
                        <a:pt x="0" y="65"/>
                        <a:pt x="0" y="88"/>
                      </a:cubicBezTo>
                      <a:cubicBezTo>
                        <a:pt x="0" y="111"/>
                        <a:pt x="9" y="134"/>
                        <a:pt x="25" y="150"/>
                      </a:cubicBezTo>
                      <a:cubicBezTo>
                        <a:pt x="35" y="160"/>
                        <a:pt x="47" y="167"/>
                        <a:pt x="60" y="171"/>
                      </a:cubicBezTo>
                      <a:cubicBezTo>
                        <a:pt x="62" y="172"/>
                        <a:pt x="62" y="172"/>
                        <a:pt x="62" y="172"/>
                      </a:cubicBezTo>
                      <a:cubicBezTo>
                        <a:pt x="66" y="174"/>
                        <a:pt x="66" y="174"/>
                        <a:pt x="66" y="174"/>
                      </a:cubicBezTo>
                      <a:cubicBezTo>
                        <a:pt x="67" y="174"/>
                        <a:pt x="67" y="174"/>
                        <a:pt x="67" y="174"/>
                      </a:cubicBezTo>
                      <a:cubicBezTo>
                        <a:pt x="68" y="174"/>
                        <a:pt x="68" y="174"/>
                        <a:pt x="68" y="174"/>
                      </a:cubicBezTo>
                      <a:cubicBezTo>
                        <a:pt x="75" y="177"/>
                        <a:pt x="83" y="178"/>
                        <a:pt x="91" y="178"/>
                      </a:cubicBezTo>
                      <a:cubicBezTo>
                        <a:pt x="106" y="178"/>
                        <a:pt x="122" y="173"/>
                        <a:pt x="135" y="166"/>
                      </a:cubicBezTo>
                      <a:cubicBezTo>
                        <a:pt x="155" y="154"/>
                        <a:pt x="170" y="135"/>
                        <a:pt x="176" y="113"/>
                      </a:cubicBezTo>
                      <a:cubicBezTo>
                        <a:pt x="180" y="98"/>
                        <a:pt x="180" y="82"/>
                        <a:pt x="176" y="67"/>
                      </a:cubicBezTo>
                      <a:cubicBezTo>
                        <a:pt x="175" y="66"/>
                        <a:pt x="175" y="66"/>
                        <a:pt x="175" y="66"/>
                      </a:cubicBezTo>
                      <a:cubicBezTo>
                        <a:pt x="175" y="65"/>
                        <a:pt x="175" y="65"/>
                        <a:pt x="175" y="65"/>
                      </a:cubicBezTo>
                      <a:cubicBezTo>
                        <a:pt x="167" y="47"/>
                        <a:pt x="167" y="47"/>
                        <a:pt x="167" y="47"/>
                      </a:cubicBezTo>
                      <a:cubicBezTo>
                        <a:pt x="167" y="47"/>
                        <a:pt x="167" y="47"/>
                        <a:pt x="167" y="47"/>
                      </a:cubicBezTo>
                      <a:cubicBezTo>
                        <a:pt x="167" y="47"/>
                        <a:pt x="167" y="47"/>
                        <a:pt x="167" y="47"/>
                      </a:cubicBezTo>
                      <a:cubicBezTo>
                        <a:pt x="160" y="32"/>
                        <a:pt x="145" y="19"/>
                        <a:pt x="134" y="12"/>
                      </a:cubicBezTo>
                      <a:cubicBezTo>
                        <a:pt x="117" y="3"/>
                        <a:pt x="106" y="1"/>
                        <a:pt x="89" y="0"/>
                      </a:cubicBezTo>
                      <a:cubicBezTo>
                        <a:pt x="88" y="0"/>
                        <a:pt x="88" y="0"/>
                        <a:pt x="8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" name="îṡḷíḍè"/>
                <p:cNvSpPr/>
                <p:nvPr/>
              </p:nvSpPr>
              <p:spPr bwMode="auto">
                <a:xfrm>
                  <a:off x="5973840" y="3980563"/>
                  <a:ext cx="436954" cy="430821"/>
                </a:xfrm>
                <a:custGeom>
                  <a:avLst/>
                  <a:gdLst>
                    <a:gd name="T0" fmla="*/ 85 w 167"/>
                    <a:gd name="T1" fmla="*/ 165 h 165"/>
                    <a:gd name="T2" fmla="*/ 64 w 167"/>
                    <a:gd name="T3" fmla="*/ 162 h 165"/>
                    <a:gd name="T4" fmla="*/ 63 w 167"/>
                    <a:gd name="T5" fmla="*/ 162 h 165"/>
                    <a:gd name="T6" fmla="*/ 56 w 167"/>
                    <a:gd name="T7" fmla="*/ 159 h 165"/>
                    <a:gd name="T8" fmla="*/ 24 w 167"/>
                    <a:gd name="T9" fmla="*/ 140 h 165"/>
                    <a:gd name="T10" fmla="*/ 0 w 167"/>
                    <a:gd name="T11" fmla="*/ 82 h 165"/>
                    <a:gd name="T12" fmla="*/ 24 w 167"/>
                    <a:gd name="T13" fmla="*/ 24 h 165"/>
                    <a:gd name="T14" fmla="*/ 24 w 167"/>
                    <a:gd name="T15" fmla="*/ 24 h 165"/>
                    <a:gd name="T16" fmla="*/ 40 w 167"/>
                    <a:gd name="T17" fmla="*/ 12 h 165"/>
                    <a:gd name="T18" fmla="*/ 41 w 167"/>
                    <a:gd name="T19" fmla="*/ 11 h 165"/>
                    <a:gd name="T20" fmla="*/ 82 w 167"/>
                    <a:gd name="T21" fmla="*/ 0 h 165"/>
                    <a:gd name="T22" fmla="*/ 82 w 167"/>
                    <a:gd name="T23" fmla="*/ 0 h 165"/>
                    <a:gd name="T24" fmla="*/ 82 w 167"/>
                    <a:gd name="T25" fmla="*/ 0 h 165"/>
                    <a:gd name="T26" fmla="*/ 125 w 167"/>
                    <a:gd name="T27" fmla="*/ 12 h 165"/>
                    <a:gd name="T28" fmla="*/ 156 w 167"/>
                    <a:gd name="T29" fmla="*/ 43 h 165"/>
                    <a:gd name="T30" fmla="*/ 163 w 167"/>
                    <a:gd name="T31" fmla="*/ 62 h 165"/>
                    <a:gd name="T32" fmla="*/ 164 w 167"/>
                    <a:gd name="T33" fmla="*/ 62 h 165"/>
                    <a:gd name="T34" fmla="*/ 164 w 167"/>
                    <a:gd name="T35" fmla="*/ 106 h 165"/>
                    <a:gd name="T36" fmla="*/ 126 w 167"/>
                    <a:gd name="T37" fmla="*/ 154 h 165"/>
                    <a:gd name="T38" fmla="*/ 85 w 167"/>
                    <a:gd name="T39" fmla="*/ 165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7" h="165">
                      <a:moveTo>
                        <a:pt x="85" y="165"/>
                      </a:moveTo>
                      <a:cubicBezTo>
                        <a:pt x="78" y="165"/>
                        <a:pt x="71" y="164"/>
                        <a:pt x="64" y="162"/>
                      </a:cubicBezTo>
                      <a:cubicBezTo>
                        <a:pt x="63" y="162"/>
                        <a:pt x="63" y="162"/>
                        <a:pt x="63" y="162"/>
                      </a:cubicBezTo>
                      <a:cubicBezTo>
                        <a:pt x="56" y="159"/>
                        <a:pt x="56" y="159"/>
                        <a:pt x="56" y="159"/>
                      </a:cubicBezTo>
                      <a:cubicBezTo>
                        <a:pt x="44" y="155"/>
                        <a:pt x="33" y="149"/>
                        <a:pt x="24" y="140"/>
                      </a:cubicBezTo>
                      <a:cubicBezTo>
                        <a:pt x="9" y="124"/>
                        <a:pt x="0" y="103"/>
                        <a:pt x="0" y="82"/>
                      </a:cubicBezTo>
                      <a:cubicBezTo>
                        <a:pt x="0" y="60"/>
                        <a:pt x="9" y="39"/>
                        <a:pt x="24" y="24"/>
                      </a:cubicBezTo>
                      <a:cubicBezTo>
                        <a:pt x="24" y="24"/>
                        <a:pt x="24" y="24"/>
                        <a:pt x="24" y="24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41" y="11"/>
                        <a:pt x="41" y="11"/>
                        <a:pt x="41" y="11"/>
                      </a:cubicBezTo>
                      <a:cubicBezTo>
                        <a:pt x="53" y="4"/>
                        <a:pt x="67" y="0"/>
                        <a:pt x="82" y="0"/>
                      </a:cubicBez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99" y="2"/>
                        <a:pt x="109" y="3"/>
                        <a:pt x="125" y="12"/>
                      </a:cubicBezTo>
                      <a:cubicBezTo>
                        <a:pt x="135" y="18"/>
                        <a:pt x="149" y="30"/>
                        <a:pt x="156" y="43"/>
                      </a:cubicBezTo>
                      <a:cubicBezTo>
                        <a:pt x="163" y="62"/>
                        <a:pt x="163" y="62"/>
                        <a:pt x="163" y="62"/>
                      </a:cubicBezTo>
                      <a:cubicBezTo>
                        <a:pt x="164" y="62"/>
                        <a:pt x="164" y="62"/>
                        <a:pt x="164" y="62"/>
                      </a:cubicBezTo>
                      <a:cubicBezTo>
                        <a:pt x="167" y="77"/>
                        <a:pt x="167" y="91"/>
                        <a:pt x="164" y="106"/>
                      </a:cubicBezTo>
                      <a:cubicBezTo>
                        <a:pt x="158" y="126"/>
                        <a:pt x="144" y="144"/>
                        <a:pt x="126" y="154"/>
                      </a:cubicBezTo>
                      <a:cubicBezTo>
                        <a:pt x="114" y="161"/>
                        <a:pt x="100" y="165"/>
                        <a:pt x="85" y="165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" name="iṣľîḋê"/>
                <p:cNvSpPr/>
                <p:nvPr/>
              </p:nvSpPr>
              <p:spPr bwMode="auto">
                <a:xfrm>
                  <a:off x="5956975" y="3965231"/>
                  <a:ext cx="472216" cy="464551"/>
                </a:xfrm>
                <a:custGeom>
                  <a:avLst/>
                  <a:gdLst>
                    <a:gd name="T0" fmla="*/ 88 w 180"/>
                    <a:gd name="T1" fmla="*/ 13 h 178"/>
                    <a:gd name="T2" fmla="*/ 127 w 180"/>
                    <a:gd name="T3" fmla="*/ 23 h 178"/>
                    <a:gd name="T4" fmla="*/ 156 w 180"/>
                    <a:gd name="T5" fmla="*/ 52 h 178"/>
                    <a:gd name="T6" fmla="*/ 163 w 180"/>
                    <a:gd name="T7" fmla="*/ 70 h 178"/>
                    <a:gd name="T8" fmla="*/ 163 w 180"/>
                    <a:gd name="T9" fmla="*/ 110 h 178"/>
                    <a:gd name="T10" fmla="*/ 129 w 180"/>
                    <a:gd name="T11" fmla="*/ 155 h 178"/>
                    <a:gd name="T12" fmla="*/ 91 w 180"/>
                    <a:gd name="T13" fmla="*/ 165 h 178"/>
                    <a:gd name="T14" fmla="*/ 71 w 180"/>
                    <a:gd name="T15" fmla="*/ 162 h 178"/>
                    <a:gd name="T16" fmla="*/ 65 w 180"/>
                    <a:gd name="T17" fmla="*/ 159 h 178"/>
                    <a:gd name="T18" fmla="*/ 35 w 180"/>
                    <a:gd name="T19" fmla="*/ 141 h 178"/>
                    <a:gd name="T20" fmla="*/ 13 w 180"/>
                    <a:gd name="T21" fmla="*/ 88 h 178"/>
                    <a:gd name="T22" fmla="*/ 35 w 180"/>
                    <a:gd name="T23" fmla="*/ 35 h 178"/>
                    <a:gd name="T24" fmla="*/ 50 w 180"/>
                    <a:gd name="T25" fmla="*/ 23 h 178"/>
                    <a:gd name="T26" fmla="*/ 88 w 180"/>
                    <a:gd name="T27" fmla="*/ 13 h 178"/>
                    <a:gd name="T28" fmla="*/ 88 w 180"/>
                    <a:gd name="T29" fmla="*/ 0 h 178"/>
                    <a:gd name="T30" fmla="*/ 88 w 180"/>
                    <a:gd name="T31" fmla="*/ 0 h 178"/>
                    <a:gd name="T32" fmla="*/ 43 w 180"/>
                    <a:gd name="T33" fmla="*/ 12 h 178"/>
                    <a:gd name="T34" fmla="*/ 43 w 180"/>
                    <a:gd name="T35" fmla="*/ 12 h 178"/>
                    <a:gd name="T36" fmla="*/ 42 w 180"/>
                    <a:gd name="T37" fmla="*/ 13 h 178"/>
                    <a:gd name="T38" fmla="*/ 27 w 180"/>
                    <a:gd name="T39" fmla="*/ 24 h 178"/>
                    <a:gd name="T40" fmla="*/ 26 w 180"/>
                    <a:gd name="T41" fmla="*/ 25 h 178"/>
                    <a:gd name="T42" fmla="*/ 26 w 180"/>
                    <a:gd name="T43" fmla="*/ 26 h 178"/>
                    <a:gd name="T44" fmla="*/ 0 w 180"/>
                    <a:gd name="T45" fmla="*/ 88 h 178"/>
                    <a:gd name="T46" fmla="*/ 26 w 180"/>
                    <a:gd name="T47" fmla="*/ 150 h 178"/>
                    <a:gd name="T48" fmla="*/ 60 w 180"/>
                    <a:gd name="T49" fmla="*/ 171 h 178"/>
                    <a:gd name="T50" fmla="*/ 66 w 180"/>
                    <a:gd name="T51" fmla="*/ 174 h 178"/>
                    <a:gd name="T52" fmla="*/ 67 w 180"/>
                    <a:gd name="T53" fmla="*/ 174 h 178"/>
                    <a:gd name="T54" fmla="*/ 68 w 180"/>
                    <a:gd name="T55" fmla="*/ 175 h 178"/>
                    <a:gd name="T56" fmla="*/ 91 w 180"/>
                    <a:gd name="T57" fmla="*/ 178 h 178"/>
                    <a:gd name="T58" fmla="*/ 135 w 180"/>
                    <a:gd name="T59" fmla="*/ 166 h 178"/>
                    <a:gd name="T60" fmla="*/ 176 w 180"/>
                    <a:gd name="T61" fmla="*/ 113 h 178"/>
                    <a:gd name="T62" fmla="*/ 176 w 180"/>
                    <a:gd name="T63" fmla="*/ 67 h 178"/>
                    <a:gd name="T64" fmla="*/ 176 w 180"/>
                    <a:gd name="T65" fmla="*/ 66 h 178"/>
                    <a:gd name="T66" fmla="*/ 175 w 180"/>
                    <a:gd name="T67" fmla="*/ 65 h 178"/>
                    <a:gd name="T68" fmla="*/ 173 w 180"/>
                    <a:gd name="T69" fmla="*/ 60 h 178"/>
                    <a:gd name="T70" fmla="*/ 168 w 180"/>
                    <a:gd name="T71" fmla="*/ 47 h 178"/>
                    <a:gd name="T72" fmla="*/ 168 w 180"/>
                    <a:gd name="T73" fmla="*/ 47 h 178"/>
                    <a:gd name="T74" fmla="*/ 167 w 180"/>
                    <a:gd name="T75" fmla="*/ 47 h 178"/>
                    <a:gd name="T76" fmla="*/ 134 w 180"/>
                    <a:gd name="T77" fmla="*/ 12 h 178"/>
                    <a:gd name="T78" fmla="*/ 89 w 180"/>
                    <a:gd name="T79" fmla="*/ 0 h 178"/>
                    <a:gd name="T80" fmla="*/ 88 w 180"/>
                    <a:gd name="T81" fmla="*/ 0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0" h="178">
                      <a:moveTo>
                        <a:pt x="88" y="13"/>
                      </a:moveTo>
                      <a:cubicBezTo>
                        <a:pt x="104" y="14"/>
                        <a:pt x="113" y="15"/>
                        <a:pt x="127" y="23"/>
                      </a:cubicBezTo>
                      <a:cubicBezTo>
                        <a:pt x="138" y="29"/>
                        <a:pt x="150" y="41"/>
                        <a:pt x="156" y="52"/>
                      </a:cubicBezTo>
                      <a:cubicBezTo>
                        <a:pt x="158" y="58"/>
                        <a:pt x="161" y="64"/>
                        <a:pt x="163" y="70"/>
                      </a:cubicBezTo>
                      <a:cubicBezTo>
                        <a:pt x="167" y="83"/>
                        <a:pt x="167" y="97"/>
                        <a:pt x="163" y="110"/>
                      </a:cubicBezTo>
                      <a:cubicBezTo>
                        <a:pt x="158" y="129"/>
                        <a:pt x="146" y="145"/>
                        <a:pt x="129" y="155"/>
                      </a:cubicBezTo>
                      <a:cubicBezTo>
                        <a:pt x="117" y="161"/>
                        <a:pt x="104" y="165"/>
                        <a:pt x="91" y="165"/>
                      </a:cubicBezTo>
                      <a:cubicBezTo>
                        <a:pt x="84" y="165"/>
                        <a:pt x="78" y="164"/>
                        <a:pt x="71" y="162"/>
                      </a:cubicBezTo>
                      <a:cubicBezTo>
                        <a:pt x="69" y="161"/>
                        <a:pt x="67" y="160"/>
                        <a:pt x="65" y="159"/>
                      </a:cubicBezTo>
                      <a:cubicBezTo>
                        <a:pt x="53" y="156"/>
                        <a:pt x="43" y="150"/>
                        <a:pt x="35" y="141"/>
                      </a:cubicBezTo>
                      <a:cubicBezTo>
                        <a:pt x="21" y="127"/>
                        <a:pt x="13" y="108"/>
                        <a:pt x="13" y="88"/>
                      </a:cubicBezTo>
                      <a:cubicBezTo>
                        <a:pt x="13" y="68"/>
                        <a:pt x="21" y="49"/>
                        <a:pt x="35" y="35"/>
                      </a:cubicBezTo>
                      <a:cubicBezTo>
                        <a:pt x="50" y="23"/>
                        <a:pt x="50" y="23"/>
                        <a:pt x="50" y="23"/>
                      </a:cubicBezTo>
                      <a:cubicBezTo>
                        <a:pt x="62" y="16"/>
                        <a:pt x="74" y="13"/>
                        <a:pt x="88" y="13"/>
                      </a:cubicBezTo>
                      <a:moveTo>
                        <a:pt x="88" y="0"/>
                      </a:moveTo>
                      <a:cubicBezTo>
                        <a:pt x="88" y="0"/>
                        <a:pt x="88" y="0"/>
                        <a:pt x="88" y="0"/>
                      </a:cubicBezTo>
                      <a:cubicBezTo>
                        <a:pt x="72" y="0"/>
                        <a:pt x="57" y="4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27" y="24"/>
                        <a:pt x="27" y="24"/>
                        <a:pt x="27" y="24"/>
                      </a:cubicBezTo>
                      <a:cubicBezTo>
                        <a:pt x="26" y="25"/>
                        <a:pt x="26" y="25"/>
                        <a:pt x="26" y="25"/>
                      </a:cubicBezTo>
                      <a:cubicBezTo>
                        <a:pt x="26" y="26"/>
                        <a:pt x="26" y="26"/>
                        <a:pt x="26" y="26"/>
                      </a:cubicBezTo>
                      <a:cubicBezTo>
                        <a:pt x="9" y="42"/>
                        <a:pt x="0" y="65"/>
                        <a:pt x="0" y="88"/>
                      </a:cubicBezTo>
                      <a:cubicBezTo>
                        <a:pt x="0" y="111"/>
                        <a:pt x="9" y="134"/>
                        <a:pt x="26" y="150"/>
                      </a:cubicBezTo>
                      <a:cubicBezTo>
                        <a:pt x="35" y="160"/>
                        <a:pt x="47" y="167"/>
                        <a:pt x="60" y="171"/>
                      </a:cubicBezTo>
                      <a:cubicBezTo>
                        <a:pt x="62" y="172"/>
                        <a:pt x="64" y="173"/>
                        <a:pt x="66" y="174"/>
                      </a:cubicBezTo>
                      <a:cubicBezTo>
                        <a:pt x="67" y="174"/>
                        <a:pt x="67" y="174"/>
                        <a:pt x="67" y="174"/>
                      </a:cubicBezTo>
                      <a:cubicBezTo>
                        <a:pt x="68" y="175"/>
                        <a:pt x="68" y="175"/>
                        <a:pt x="68" y="175"/>
                      </a:cubicBezTo>
                      <a:cubicBezTo>
                        <a:pt x="75" y="177"/>
                        <a:pt x="83" y="178"/>
                        <a:pt x="91" y="178"/>
                      </a:cubicBezTo>
                      <a:cubicBezTo>
                        <a:pt x="107" y="178"/>
                        <a:pt x="122" y="174"/>
                        <a:pt x="135" y="166"/>
                      </a:cubicBezTo>
                      <a:cubicBezTo>
                        <a:pt x="155" y="154"/>
                        <a:pt x="170" y="135"/>
                        <a:pt x="176" y="113"/>
                      </a:cubicBezTo>
                      <a:cubicBezTo>
                        <a:pt x="180" y="98"/>
                        <a:pt x="180" y="82"/>
                        <a:pt x="176" y="67"/>
                      </a:cubicBezTo>
                      <a:cubicBezTo>
                        <a:pt x="176" y="66"/>
                        <a:pt x="176" y="66"/>
                        <a:pt x="176" y="66"/>
                      </a:cubicBezTo>
                      <a:cubicBezTo>
                        <a:pt x="175" y="65"/>
                        <a:pt x="175" y="65"/>
                        <a:pt x="175" y="65"/>
                      </a:cubicBezTo>
                      <a:cubicBezTo>
                        <a:pt x="173" y="60"/>
                        <a:pt x="173" y="60"/>
                        <a:pt x="173" y="60"/>
                      </a:cubicBezTo>
                      <a:cubicBezTo>
                        <a:pt x="168" y="47"/>
                        <a:pt x="168" y="47"/>
                        <a:pt x="168" y="47"/>
                      </a:cubicBezTo>
                      <a:cubicBezTo>
                        <a:pt x="168" y="47"/>
                        <a:pt x="168" y="47"/>
                        <a:pt x="168" y="47"/>
                      </a:cubicBezTo>
                      <a:cubicBezTo>
                        <a:pt x="167" y="47"/>
                        <a:pt x="167" y="47"/>
                        <a:pt x="167" y="47"/>
                      </a:cubicBezTo>
                      <a:cubicBezTo>
                        <a:pt x="160" y="32"/>
                        <a:pt x="145" y="19"/>
                        <a:pt x="134" y="12"/>
                      </a:cubicBezTo>
                      <a:cubicBezTo>
                        <a:pt x="117" y="3"/>
                        <a:pt x="106" y="1"/>
                        <a:pt x="89" y="0"/>
                      </a:cubicBezTo>
                      <a:cubicBezTo>
                        <a:pt x="88" y="0"/>
                        <a:pt x="88" y="0"/>
                        <a:pt x="8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îṩḻîḋé"/>
                <p:cNvSpPr/>
                <p:nvPr/>
              </p:nvSpPr>
              <p:spPr bwMode="auto">
                <a:xfrm>
                  <a:off x="5501623" y="4058755"/>
                  <a:ext cx="668462" cy="620934"/>
                </a:xfrm>
                <a:custGeom>
                  <a:avLst/>
                  <a:gdLst>
                    <a:gd name="T0" fmla="*/ 185 w 255"/>
                    <a:gd name="T1" fmla="*/ 238 h 238"/>
                    <a:gd name="T2" fmla="*/ 135 w 255"/>
                    <a:gd name="T3" fmla="*/ 218 h 238"/>
                    <a:gd name="T4" fmla="*/ 125 w 255"/>
                    <a:gd name="T5" fmla="*/ 206 h 238"/>
                    <a:gd name="T6" fmla="*/ 91 w 255"/>
                    <a:gd name="T7" fmla="*/ 219 h 238"/>
                    <a:gd name="T8" fmla="*/ 36 w 255"/>
                    <a:gd name="T9" fmla="*/ 164 h 238"/>
                    <a:gd name="T10" fmla="*/ 41 w 255"/>
                    <a:gd name="T11" fmla="*/ 143 h 238"/>
                    <a:gd name="T12" fmla="*/ 24 w 255"/>
                    <a:gd name="T13" fmla="*/ 130 h 238"/>
                    <a:gd name="T14" fmla="*/ 6 w 255"/>
                    <a:gd name="T15" fmla="*/ 59 h 238"/>
                    <a:gd name="T16" fmla="*/ 56 w 255"/>
                    <a:gd name="T17" fmla="*/ 9 h 238"/>
                    <a:gd name="T18" fmla="*/ 72 w 255"/>
                    <a:gd name="T19" fmla="*/ 3 h 238"/>
                    <a:gd name="T20" fmla="*/ 98 w 255"/>
                    <a:gd name="T21" fmla="*/ 0 h 238"/>
                    <a:gd name="T22" fmla="*/ 133 w 255"/>
                    <a:gd name="T23" fmla="*/ 6 h 238"/>
                    <a:gd name="T24" fmla="*/ 142 w 255"/>
                    <a:gd name="T25" fmla="*/ 10 h 238"/>
                    <a:gd name="T26" fmla="*/ 156 w 255"/>
                    <a:gd name="T27" fmla="*/ 16 h 238"/>
                    <a:gd name="T28" fmla="*/ 177 w 255"/>
                    <a:gd name="T29" fmla="*/ 30 h 238"/>
                    <a:gd name="T30" fmla="*/ 180 w 255"/>
                    <a:gd name="T31" fmla="*/ 32 h 238"/>
                    <a:gd name="T32" fmla="*/ 208 w 255"/>
                    <a:gd name="T33" fmla="*/ 75 h 238"/>
                    <a:gd name="T34" fmla="*/ 217 w 255"/>
                    <a:gd name="T35" fmla="*/ 105 h 238"/>
                    <a:gd name="T36" fmla="*/ 234 w 255"/>
                    <a:gd name="T37" fmla="*/ 118 h 238"/>
                    <a:gd name="T38" fmla="*/ 255 w 255"/>
                    <a:gd name="T39" fmla="*/ 168 h 238"/>
                    <a:gd name="T40" fmla="*/ 234 w 255"/>
                    <a:gd name="T41" fmla="*/ 218 h 238"/>
                    <a:gd name="T42" fmla="*/ 185 w 255"/>
                    <a:gd name="T43" fmla="*/ 238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55" h="238">
                      <a:moveTo>
                        <a:pt x="185" y="238"/>
                      </a:moveTo>
                      <a:cubicBezTo>
                        <a:pt x="166" y="238"/>
                        <a:pt x="148" y="231"/>
                        <a:pt x="135" y="218"/>
                      </a:cubicBezTo>
                      <a:cubicBezTo>
                        <a:pt x="131" y="214"/>
                        <a:pt x="128" y="210"/>
                        <a:pt x="125" y="206"/>
                      </a:cubicBezTo>
                      <a:cubicBezTo>
                        <a:pt x="116" y="214"/>
                        <a:pt x="103" y="219"/>
                        <a:pt x="91" y="219"/>
                      </a:cubicBezTo>
                      <a:cubicBezTo>
                        <a:pt x="61" y="219"/>
                        <a:pt x="36" y="194"/>
                        <a:pt x="36" y="164"/>
                      </a:cubicBezTo>
                      <a:cubicBezTo>
                        <a:pt x="36" y="157"/>
                        <a:pt x="38" y="149"/>
                        <a:pt x="41" y="143"/>
                      </a:cubicBezTo>
                      <a:cubicBezTo>
                        <a:pt x="34" y="139"/>
                        <a:pt x="29" y="135"/>
                        <a:pt x="24" y="130"/>
                      </a:cubicBezTo>
                      <a:cubicBezTo>
                        <a:pt x="6" y="112"/>
                        <a:pt x="0" y="89"/>
                        <a:pt x="6" y="59"/>
                      </a:cubicBezTo>
                      <a:cubicBezTo>
                        <a:pt x="10" y="33"/>
                        <a:pt x="34" y="15"/>
                        <a:pt x="56" y="9"/>
                      </a:cubicBezTo>
                      <a:cubicBezTo>
                        <a:pt x="61" y="7"/>
                        <a:pt x="66" y="5"/>
                        <a:pt x="72" y="3"/>
                      </a:cubicBezTo>
                      <a:cubicBezTo>
                        <a:pt x="80" y="1"/>
                        <a:pt x="89" y="0"/>
                        <a:pt x="98" y="0"/>
                      </a:cubicBezTo>
                      <a:cubicBezTo>
                        <a:pt x="111" y="0"/>
                        <a:pt x="123" y="2"/>
                        <a:pt x="133" y="6"/>
                      </a:cubicBezTo>
                      <a:cubicBezTo>
                        <a:pt x="136" y="8"/>
                        <a:pt x="139" y="9"/>
                        <a:pt x="142" y="10"/>
                      </a:cubicBezTo>
                      <a:cubicBezTo>
                        <a:pt x="146" y="12"/>
                        <a:pt x="151" y="13"/>
                        <a:pt x="156" y="16"/>
                      </a:cubicBezTo>
                      <a:cubicBezTo>
                        <a:pt x="164" y="20"/>
                        <a:pt x="171" y="25"/>
                        <a:pt x="177" y="30"/>
                      </a:cubicBezTo>
                      <a:cubicBezTo>
                        <a:pt x="180" y="32"/>
                        <a:pt x="180" y="32"/>
                        <a:pt x="180" y="32"/>
                      </a:cubicBezTo>
                      <a:cubicBezTo>
                        <a:pt x="192" y="42"/>
                        <a:pt x="201" y="56"/>
                        <a:pt x="208" y="75"/>
                      </a:cubicBezTo>
                      <a:cubicBezTo>
                        <a:pt x="213" y="86"/>
                        <a:pt x="216" y="96"/>
                        <a:pt x="217" y="105"/>
                      </a:cubicBezTo>
                      <a:cubicBezTo>
                        <a:pt x="223" y="109"/>
                        <a:pt x="229" y="113"/>
                        <a:pt x="234" y="118"/>
                      </a:cubicBezTo>
                      <a:cubicBezTo>
                        <a:pt x="247" y="131"/>
                        <a:pt x="255" y="149"/>
                        <a:pt x="255" y="168"/>
                      </a:cubicBezTo>
                      <a:cubicBezTo>
                        <a:pt x="255" y="186"/>
                        <a:pt x="247" y="205"/>
                        <a:pt x="234" y="218"/>
                      </a:cubicBezTo>
                      <a:cubicBezTo>
                        <a:pt x="221" y="231"/>
                        <a:pt x="203" y="238"/>
                        <a:pt x="185" y="238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ïśḷîdé"/>
                <p:cNvSpPr/>
                <p:nvPr/>
              </p:nvSpPr>
              <p:spPr bwMode="auto">
                <a:xfrm>
                  <a:off x="5483225" y="4043424"/>
                  <a:ext cx="702192" cy="654664"/>
                </a:xfrm>
                <a:custGeom>
                  <a:avLst/>
                  <a:gdLst>
                    <a:gd name="T0" fmla="*/ 105 w 268"/>
                    <a:gd name="T1" fmla="*/ 13 h 251"/>
                    <a:gd name="T2" fmla="*/ 137 w 268"/>
                    <a:gd name="T3" fmla="*/ 18 h 251"/>
                    <a:gd name="T4" fmla="*/ 160 w 268"/>
                    <a:gd name="T5" fmla="*/ 28 h 251"/>
                    <a:gd name="T6" fmla="*/ 183 w 268"/>
                    <a:gd name="T7" fmla="*/ 43 h 251"/>
                    <a:gd name="T8" fmla="*/ 209 w 268"/>
                    <a:gd name="T9" fmla="*/ 83 h 251"/>
                    <a:gd name="T10" fmla="*/ 218 w 268"/>
                    <a:gd name="T11" fmla="*/ 116 h 251"/>
                    <a:gd name="T12" fmla="*/ 237 w 268"/>
                    <a:gd name="T13" fmla="*/ 129 h 251"/>
                    <a:gd name="T14" fmla="*/ 256 w 268"/>
                    <a:gd name="T15" fmla="*/ 174 h 251"/>
                    <a:gd name="T16" fmla="*/ 237 w 268"/>
                    <a:gd name="T17" fmla="*/ 219 h 251"/>
                    <a:gd name="T18" fmla="*/ 192 w 268"/>
                    <a:gd name="T19" fmla="*/ 238 h 251"/>
                    <a:gd name="T20" fmla="*/ 146 w 268"/>
                    <a:gd name="T21" fmla="*/ 219 h 251"/>
                    <a:gd name="T22" fmla="*/ 134 w 268"/>
                    <a:gd name="T23" fmla="*/ 202 h 251"/>
                    <a:gd name="T24" fmla="*/ 98 w 268"/>
                    <a:gd name="T25" fmla="*/ 218 h 251"/>
                    <a:gd name="T26" fmla="*/ 50 w 268"/>
                    <a:gd name="T27" fmla="*/ 170 h 251"/>
                    <a:gd name="T28" fmla="*/ 56 w 268"/>
                    <a:gd name="T29" fmla="*/ 146 h 251"/>
                    <a:gd name="T30" fmla="*/ 35 w 268"/>
                    <a:gd name="T31" fmla="*/ 131 h 251"/>
                    <a:gd name="T32" fmla="*/ 19 w 268"/>
                    <a:gd name="T33" fmla="*/ 66 h 251"/>
                    <a:gd name="T34" fmla="*/ 65 w 268"/>
                    <a:gd name="T35" fmla="*/ 21 h 251"/>
                    <a:gd name="T36" fmla="*/ 81 w 268"/>
                    <a:gd name="T37" fmla="*/ 16 h 251"/>
                    <a:gd name="T38" fmla="*/ 105 w 268"/>
                    <a:gd name="T39" fmla="*/ 13 h 251"/>
                    <a:gd name="T40" fmla="*/ 105 w 268"/>
                    <a:gd name="T41" fmla="*/ 0 h 251"/>
                    <a:gd name="T42" fmla="*/ 105 w 268"/>
                    <a:gd name="T43" fmla="*/ 0 h 251"/>
                    <a:gd name="T44" fmla="*/ 77 w 268"/>
                    <a:gd name="T45" fmla="*/ 3 h 251"/>
                    <a:gd name="T46" fmla="*/ 60 w 268"/>
                    <a:gd name="T47" fmla="*/ 9 h 251"/>
                    <a:gd name="T48" fmla="*/ 6 w 268"/>
                    <a:gd name="T49" fmla="*/ 64 h 251"/>
                    <a:gd name="T50" fmla="*/ 26 w 268"/>
                    <a:gd name="T51" fmla="*/ 141 h 251"/>
                    <a:gd name="T52" fmla="*/ 40 w 268"/>
                    <a:gd name="T53" fmla="*/ 151 h 251"/>
                    <a:gd name="T54" fmla="*/ 37 w 268"/>
                    <a:gd name="T55" fmla="*/ 170 h 251"/>
                    <a:gd name="T56" fmla="*/ 98 w 268"/>
                    <a:gd name="T57" fmla="*/ 231 h 251"/>
                    <a:gd name="T58" fmla="*/ 131 w 268"/>
                    <a:gd name="T59" fmla="*/ 221 h 251"/>
                    <a:gd name="T60" fmla="*/ 137 w 268"/>
                    <a:gd name="T61" fmla="*/ 228 h 251"/>
                    <a:gd name="T62" fmla="*/ 192 w 268"/>
                    <a:gd name="T63" fmla="*/ 251 h 251"/>
                    <a:gd name="T64" fmla="*/ 246 w 268"/>
                    <a:gd name="T65" fmla="*/ 228 h 251"/>
                    <a:gd name="T66" fmla="*/ 268 w 268"/>
                    <a:gd name="T67" fmla="*/ 174 h 251"/>
                    <a:gd name="T68" fmla="*/ 246 w 268"/>
                    <a:gd name="T69" fmla="*/ 120 h 251"/>
                    <a:gd name="T70" fmla="*/ 230 w 268"/>
                    <a:gd name="T71" fmla="*/ 107 h 251"/>
                    <a:gd name="T72" fmla="*/ 221 w 268"/>
                    <a:gd name="T73" fmla="*/ 78 h 251"/>
                    <a:gd name="T74" fmla="*/ 191 w 268"/>
                    <a:gd name="T75" fmla="*/ 33 h 251"/>
                    <a:gd name="T76" fmla="*/ 188 w 268"/>
                    <a:gd name="T77" fmla="*/ 31 h 251"/>
                    <a:gd name="T78" fmla="*/ 166 w 268"/>
                    <a:gd name="T79" fmla="*/ 16 h 251"/>
                    <a:gd name="T80" fmla="*/ 151 w 268"/>
                    <a:gd name="T81" fmla="*/ 10 h 251"/>
                    <a:gd name="T82" fmla="*/ 142 w 268"/>
                    <a:gd name="T83" fmla="*/ 6 h 251"/>
                    <a:gd name="T84" fmla="*/ 105 w 268"/>
                    <a:gd name="T85" fmla="*/ 0 h 2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68" h="251">
                      <a:moveTo>
                        <a:pt x="105" y="13"/>
                      </a:moveTo>
                      <a:cubicBezTo>
                        <a:pt x="116" y="13"/>
                        <a:pt x="128" y="14"/>
                        <a:pt x="137" y="18"/>
                      </a:cubicBezTo>
                      <a:cubicBezTo>
                        <a:pt x="145" y="22"/>
                        <a:pt x="152" y="24"/>
                        <a:pt x="160" y="28"/>
                      </a:cubicBezTo>
                      <a:cubicBezTo>
                        <a:pt x="169" y="32"/>
                        <a:pt x="175" y="37"/>
                        <a:pt x="183" y="43"/>
                      </a:cubicBezTo>
                      <a:cubicBezTo>
                        <a:pt x="195" y="53"/>
                        <a:pt x="203" y="68"/>
                        <a:pt x="209" y="83"/>
                      </a:cubicBezTo>
                      <a:cubicBezTo>
                        <a:pt x="214" y="94"/>
                        <a:pt x="217" y="105"/>
                        <a:pt x="218" y="116"/>
                      </a:cubicBezTo>
                      <a:cubicBezTo>
                        <a:pt x="225" y="119"/>
                        <a:pt x="231" y="123"/>
                        <a:pt x="237" y="129"/>
                      </a:cubicBezTo>
                      <a:cubicBezTo>
                        <a:pt x="249" y="141"/>
                        <a:pt x="256" y="157"/>
                        <a:pt x="256" y="174"/>
                      </a:cubicBezTo>
                      <a:cubicBezTo>
                        <a:pt x="256" y="191"/>
                        <a:pt x="249" y="207"/>
                        <a:pt x="237" y="219"/>
                      </a:cubicBezTo>
                      <a:cubicBezTo>
                        <a:pt x="225" y="231"/>
                        <a:pt x="208" y="238"/>
                        <a:pt x="192" y="238"/>
                      </a:cubicBezTo>
                      <a:cubicBezTo>
                        <a:pt x="175" y="238"/>
                        <a:pt x="158" y="231"/>
                        <a:pt x="146" y="219"/>
                      </a:cubicBezTo>
                      <a:cubicBezTo>
                        <a:pt x="141" y="214"/>
                        <a:pt x="137" y="208"/>
                        <a:pt x="134" y="202"/>
                      </a:cubicBezTo>
                      <a:cubicBezTo>
                        <a:pt x="125" y="212"/>
                        <a:pt x="112" y="218"/>
                        <a:pt x="98" y="218"/>
                      </a:cubicBezTo>
                      <a:cubicBezTo>
                        <a:pt x="71" y="218"/>
                        <a:pt x="50" y="196"/>
                        <a:pt x="50" y="170"/>
                      </a:cubicBezTo>
                      <a:cubicBezTo>
                        <a:pt x="50" y="161"/>
                        <a:pt x="52" y="153"/>
                        <a:pt x="56" y="146"/>
                      </a:cubicBezTo>
                      <a:cubicBezTo>
                        <a:pt x="48" y="142"/>
                        <a:pt x="41" y="137"/>
                        <a:pt x="35" y="131"/>
                      </a:cubicBezTo>
                      <a:cubicBezTo>
                        <a:pt x="17" y="113"/>
                        <a:pt x="15" y="91"/>
                        <a:pt x="19" y="66"/>
                      </a:cubicBezTo>
                      <a:cubicBezTo>
                        <a:pt x="23" y="44"/>
                        <a:pt x="43" y="27"/>
                        <a:pt x="65" y="21"/>
                      </a:cubicBezTo>
                      <a:cubicBezTo>
                        <a:pt x="70" y="19"/>
                        <a:pt x="75" y="17"/>
                        <a:pt x="81" y="16"/>
                      </a:cubicBezTo>
                      <a:cubicBezTo>
                        <a:pt x="88" y="14"/>
                        <a:pt x="97" y="13"/>
                        <a:pt x="105" y="13"/>
                      </a:cubicBezTo>
                      <a:moveTo>
                        <a:pt x="105" y="0"/>
                      </a:move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96" y="0"/>
                        <a:pt x="86" y="1"/>
                        <a:pt x="77" y="3"/>
                      </a:cubicBezTo>
                      <a:cubicBezTo>
                        <a:pt x="71" y="5"/>
                        <a:pt x="66" y="7"/>
                        <a:pt x="60" y="9"/>
                      </a:cubicBezTo>
                      <a:cubicBezTo>
                        <a:pt x="37" y="16"/>
                        <a:pt x="11" y="35"/>
                        <a:pt x="6" y="64"/>
                      </a:cubicBezTo>
                      <a:cubicBezTo>
                        <a:pt x="0" y="96"/>
                        <a:pt x="7" y="121"/>
                        <a:pt x="26" y="141"/>
                      </a:cubicBezTo>
                      <a:cubicBezTo>
                        <a:pt x="30" y="145"/>
                        <a:pt x="35" y="148"/>
                        <a:pt x="40" y="151"/>
                      </a:cubicBezTo>
                      <a:cubicBezTo>
                        <a:pt x="38" y="157"/>
                        <a:pt x="37" y="164"/>
                        <a:pt x="37" y="170"/>
                      </a:cubicBezTo>
                      <a:cubicBezTo>
                        <a:pt x="37" y="203"/>
                        <a:pt x="65" y="231"/>
                        <a:pt x="98" y="231"/>
                      </a:cubicBezTo>
                      <a:cubicBezTo>
                        <a:pt x="110" y="231"/>
                        <a:pt x="121" y="228"/>
                        <a:pt x="131" y="221"/>
                      </a:cubicBezTo>
                      <a:cubicBezTo>
                        <a:pt x="133" y="224"/>
                        <a:pt x="135" y="226"/>
                        <a:pt x="137" y="228"/>
                      </a:cubicBezTo>
                      <a:cubicBezTo>
                        <a:pt x="152" y="242"/>
                        <a:pt x="171" y="251"/>
                        <a:pt x="192" y="251"/>
                      </a:cubicBezTo>
                      <a:cubicBezTo>
                        <a:pt x="212" y="251"/>
                        <a:pt x="232" y="242"/>
                        <a:pt x="246" y="228"/>
                      </a:cubicBezTo>
                      <a:cubicBezTo>
                        <a:pt x="260" y="214"/>
                        <a:pt x="268" y="194"/>
                        <a:pt x="268" y="174"/>
                      </a:cubicBezTo>
                      <a:cubicBezTo>
                        <a:pt x="268" y="154"/>
                        <a:pt x="260" y="134"/>
                        <a:pt x="246" y="120"/>
                      </a:cubicBezTo>
                      <a:cubicBezTo>
                        <a:pt x="241" y="115"/>
                        <a:pt x="236" y="111"/>
                        <a:pt x="230" y="107"/>
                      </a:cubicBezTo>
                      <a:cubicBezTo>
                        <a:pt x="228" y="98"/>
                        <a:pt x="226" y="89"/>
                        <a:pt x="221" y="78"/>
                      </a:cubicBezTo>
                      <a:cubicBezTo>
                        <a:pt x="214" y="58"/>
                        <a:pt x="204" y="43"/>
                        <a:pt x="191" y="33"/>
                      </a:cubicBezTo>
                      <a:cubicBezTo>
                        <a:pt x="188" y="31"/>
                        <a:pt x="188" y="31"/>
                        <a:pt x="188" y="31"/>
                      </a:cubicBezTo>
                      <a:cubicBezTo>
                        <a:pt x="182" y="26"/>
                        <a:pt x="175" y="20"/>
                        <a:pt x="166" y="16"/>
                      </a:cubicBezTo>
                      <a:cubicBezTo>
                        <a:pt x="161" y="14"/>
                        <a:pt x="156" y="12"/>
                        <a:pt x="151" y="10"/>
                      </a:cubicBezTo>
                      <a:cubicBezTo>
                        <a:pt x="148" y="9"/>
                        <a:pt x="145" y="8"/>
                        <a:pt x="142" y="6"/>
                      </a:cubicBezTo>
                      <a:cubicBezTo>
                        <a:pt x="132" y="2"/>
                        <a:pt x="119" y="0"/>
                        <a:pt x="10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" name="îsľiďè"/>
                <p:cNvSpPr/>
                <p:nvPr/>
              </p:nvSpPr>
              <p:spPr bwMode="auto">
                <a:xfrm>
                  <a:off x="6352533" y="3755187"/>
                  <a:ext cx="502880" cy="386359"/>
                </a:xfrm>
                <a:custGeom>
                  <a:avLst/>
                  <a:gdLst>
                    <a:gd name="T0" fmla="*/ 132 w 192"/>
                    <a:gd name="T1" fmla="*/ 148 h 148"/>
                    <a:gd name="T2" fmla="*/ 90 w 192"/>
                    <a:gd name="T3" fmla="*/ 131 h 148"/>
                    <a:gd name="T4" fmla="*/ 80 w 192"/>
                    <a:gd name="T5" fmla="*/ 116 h 148"/>
                    <a:gd name="T6" fmla="*/ 76 w 192"/>
                    <a:gd name="T7" fmla="*/ 117 h 148"/>
                    <a:gd name="T8" fmla="*/ 60 w 192"/>
                    <a:gd name="T9" fmla="*/ 120 h 148"/>
                    <a:gd name="T10" fmla="*/ 44 w 192"/>
                    <a:gd name="T11" fmla="*/ 118 h 148"/>
                    <a:gd name="T12" fmla="*/ 18 w 192"/>
                    <a:gd name="T13" fmla="*/ 102 h 148"/>
                    <a:gd name="T14" fmla="*/ 3 w 192"/>
                    <a:gd name="T15" fmla="*/ 76 h 148"/>
                    <a:gd name="T16" fmla="*/ 2 w 192"/>
                    <a:gd name="T17" fmla="*/ 76 h 148"/>
                    <a:gd name="T18" fmla="*/ 2 w 192"/>
                    <a:gd name="T19" fmla="*/ 75 h 148"/>
                    <a:gd name="T20" fmla="*/ 2 w 192"/>
                    <a:gd name="T21" fmla="*/ 44 h 148"/>
                    <a:gd name="T22" fmla="*/ 18 w 192"/>
                    <a:gd name="T23" fmla="*/ 17 h 148"/>
                    <a:gd name="T24" fmla="*/ 60 w 192"/>
                    <a:gd name="T25" fmla="*/ 0 h 148"/>
                    <a:gd name="T26" fmla="*/ 76 w 192"/>
                    <a:gd name="T27" fmla="*/ 2 h 148"/>
                    <a:gd name="T28" fmla="*/ 114 w 192"/>
                    <a:gd name="T29" fmla="*/ 32 h 148"/>
                    <a:gd name="T30" fmla="*/ 132 w 192"/>
                    <a:gd name="T31" fmla="*/ 29 h 148"/>
                    <a:gd name="T32" fmla="*/ 174 w 192"/>
                    <a:gd name="T33" fmla="*/ 47 h 148"/>
                    <a:gd name="T34" fmla="*/ 192 w 192"/>
                    <a:gd name="T35" fmla="*/ 89 h 148"/>
                    <a:gd name="T36" fmla="*/ 174 w 192"/>
                    <a:gd name="T37" fmla="*/ 131 h 148"/>
                    <a:gd name="T38" fmla="*/ 132 w 192"/>
                    <a:gd name="T39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92" h="148">
                      <a:moveTo>
                        <a:pt x="132" y="148"/>
                      </a:moveTo>
                      <a:cubicBezTo>
                        <a:pt x="116" y="148"/>
                        <a:pt x="101" y="142"/>
                        <a:pt x="90" y="131"/>
                      </a:cubicBezTo>
                      <a:cubicBezTo>
                        <a:pt x="86" y="126"/>
                        <a:pt x="82" y="122"/>
                        <a:pt x="80" y="116"/>
                      </a:cubicBezTo>
                      <a:cubicBezTo>
                        <a:pt x="78" y="117"/>
                        <a:pt x="77" y="117"/>
                        <a:pt x="76" y="117"/>
                      </a:cubicBezTo>
                      <a:cubicBezTo>
                        <a:pt x="71" y="119"/>
                        <a:pt x="65" y="120"/>
                        <a:pt x="60" y="120"/>
                      </a:cubicBezTo>
                      <a:cubicBezTo>
                        <a:pt x="55" y="120"/>
                        <a:pt x="50" y="119"/>
                        <a:pt x="44" y="118"/>
                      </a:cubicBezTo>
                      <a:cubicBezTo>
                        <a:pt x="34" y="115"/>
                        <a:pt x="25" y="109"/>
                        <a:pt x="18" y="102"/>
                      </a:cubicBezTo>
                      <a:cubicBezTo>
                        <a:pt x="11" y="95"/>
                        <a:pt x="5" y="86"/>
                        <a:pt x="3" y="76"/>
                      </a:cubicBezTo>
                      <a:cubicBezTo>
                        <a:pt x="2" y="76"/>
                        <a:pt x="2" y="76"/>
                        <a:pt x="2" y="76"/>
                      </a:cubicBezTo>
                      <a:cubicBezTo>
                        <a:pt x="2" y="75"/>
                        <a:pt x="2" y="75"/>
                        <a:pt x="2" y="75"/>
                      </a:cubicBezTo>
                      <a:cubicBezTo>
                        <a:pt x="0" y="65"/>
                        <a:pt x="0" y="54"/>
                        <a:pt x="2" y="44"/>
                      </a:cubicBezTo>
                      <a:cubicBezTo>
                        <a:pt x="5" y="34"/>
                        <a:pt x="10" y="25"/>
                        <a:pt x="18" y="17"/>
                      </a:cubicBezTo>
                      <a:cubicBezTo>
                        <a:pt x="29" y="6"/>
                        <a:pt x="45" y="0"/>
                        <a:pt x="60" y="0"/>
                      </a:cubicBezTo>
                      <a:cubicBezTo>
                        <a:pt x="66" y="0"/>
                        <a:pt x="71" y="0"/>
                        <a:pt x="76" y="2"/>
                      </a:cubicBezTo>
                      <a:cubicBezTo>
                        <a:pt x="92" y="6"/>
                        <a:pt x="106" y="17"/>
                        <a:pt x="114" y="32"/>
                      </a:cubicBezTo>
                      <a:cubicBezTo>
                        <a:pt x="120" y="30"/>
                        <a:pt x="126" y="29"/>
                        <a:pt x="132" y="29"/>
                      </a:cubicBezTo>
                      <a:cubicBezTo>
                        <a:pt x="148" y="29"/>
                        <a:pt x="163" y="36"/>
                        <a:pt x="174" y="47"/>
                      </a:cubicBezTo>
                      <a:cubicBezTo>
                        <a:pt x="185" y="58"/>
                        <a:pt x="192" y="73"/>
                        <a:pt x="192" y="89"/>
                      </a:cubicBezTo>
                      <a:cubicBezTo>
                        <a:pt x="192" y="104"/>
                        <a:pt x="185" y="120"/>
                        <a:pt x="174" y="131"/>
                      </a:cubicBezTo>
                      <a:cubicBezTo>
                        <a:pt x="163" y="142"/>
                        <a:pt x="148" y="148"/>
                        <a:pt x="132" y="148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" name="îṣḷïḍe"/>
                <p:cNvSpPr/>
                <p:nvPr/>
              </p:nvSpPr>
              <p:spPr bwMode="auto">
                <a:xfrm>
                  <a:off x="6334135" y="3736789"/>
                  <a:ext cx="536610" cy="423155"/>
                </a:xfrm>
                <a:custGeom>
                  <a:avLst/>
                  <a:gdLst>
                    <a:gd name="T0" fmla="*/ 67 w 205"/>
                    <a:gd name="T1" fmla="*/ 13 h 162"/>
                    <a:gd name="T2" fmla="*/ 81 w 205"/>
                    <a:gd name="T3" fmla="*/ 15 h 162"/>
                    <a:gd name="T4" fmla="*/ 117 w 205"/>
                    <a:gd name="T5" fmla="*/ 47 h 162"/>
                    <a:gd name="T6" fmla="*/ 139 w 205"/>
                    <a:gd name="T7" fmla="*/ 43 h 162"/>
                    <a:gd name="T8" fmla="*/ 177 w 205"/>
                    <a:gd name="T9" fmla="*/ 58 h 162"/>
                    <a:gd name="T10" fmla="*/ 192 w 205"/>
                    <a:gd name="T11" fmla="*/ 96 h 162"/>
                    <a:gd name="T12" fmla="*/ 177 w 205"/>
                    <a:gd name="T13" fmla="*/ 133 h 162"/>
                    <a:gd name="T14" fmla="*/ 139 w 205"/>
                    <a:gd name="T15" fmla="*/ 149 h 162"/>
                    <a:gd name="T16" fmla="*/ 102 w 205"/>
                    <a:gd name="T17" fmla="*/ 133 h 162"/>
                    <a:gd name="T18" fmla="*/ 90 w 205"/>
                    <a:gd name="T19" fmla="*/ 115 h 162"/>
                    <a:gd name="T20" fmla="*/ 81 w 205"/>
                    <a:gd name="T21" fmla="*/ 118 h 162"/>
                    <a:gd name="T22" fmla="*/ 67 w 205"/>
                    <a:gd name="T23" fmla="*/ 120 h 162"/>
                    <a:gd name="T24" fmla="*/ 53 w 205"/>
                    <a:gd name="T25" fmla="*/ 118 h 162"/>
                    <a:gd name="T26" fmla="*/ 29 w 205"/>
                    <a:gd name="T27" fmla="*/ 105 h 162"/>
                    <a:gd name="T28" fmla="*/ 16 w 205"/>
                    <a:gd name="T29" fmla="*/ 81 h 162"/>
                    <a:gd name="T30" fmla="*/ 16 w 205"/>
                    <a:gd name="T31" fmla="*/ 81 h 162"/>
                    <a:gd name="T32" fmla="*/ 16 w 205"/>
                    <a:gd name="T33" fmla="*/ 52 h 162"/>
                    <a:gd name="T34" fmla="*/ 29 w 205"/>
                    <a:gd name="T35" fmla="*/ 29 h 162"/>
                    <a:gd name="T36" fmla="*/ 67 w 205"/>
                    <a:gd name="T37" fmla="*/ 13 h 162"/>
                    <a:gd name="T38" fmla="*/ 67 w 205"/>
                    <a:gd name="T39" fmla="*/ 0 h 162"/>
                    <a:gd name="T40" fmla="*/ 67 w 205"/>
                    <a:gd name="T41" fmla="*/ 0 h 162"/>
                    <a:gd name="T42" fmla="*/ 20 w 205"/>
                    <a:gd name="T43" fmla="*/ 20 h 162"/>
                    <a:gd name="T44" fmla="*/ 3 w 205"/>
                    <a:gd name="T45" fmla="*/ 49 h 162"/>
                    <a:gd name="T46" fmla="*/ 3 w 205"/>
                    <a:gd name="T47" fmla="*/ 84 h 162"/>
                    <a:gd name="T48" fmla="*/ 3 w 205"/>
                    <a:gd name="T49" fmla="*/ 85 h 162"/>
                    <a:gd name="T50" fmla="*/ 3 w 205"/>
                    <a:gd name="T51" fmla="*/ 85 h 162"/>
                    <a:gd name="T52" fmla="*/ 20 w 205"/>
                    <a:gd name="T53" fmla="*/ 114 h 162"/>
                    <a:gd name="T54" fmla="*/ 50 w 205"/>
                    <a:gd name="T55" fmla="*/ 131 h 162"/>
                    <a:gd name="T56" fmla="*/ 67 w 205"/>
                    <a:gd name="T57" fmla="*/ 133 h 162"/>
                    <a:gd name="T58" fmla="*/ 83 w 205"/>
                    <a:gd name="T59" fmla="*/ 131 h 162"/>
                    <a:gd name="T60" fmla="*/ 92 w 205"/>
                    <a:gd name="T61" fmla="*/ 142 h 162"/>
                    <a:gd name="T62" fmla="*/ 139 w 205"/>
                    <a:gd name="T63" fmla="*/ 162 h 162"/>
                    <a:gd name="T64" fmla="*/ 186 w 205"/>
                    <a:gd name="T65" fmla="*/ 142 h 162"/>
                    <a:gd name="T66" fmla="*/ 205 w 205"/>
                    <a:gd name="T67" fmla="*/ 96 h 162"/>
                    <a:gd name="T68" fmla="*/ 186 w 205"/>
                    <a:gd name="T69" fmla="*/ 49 h 162"/>
                    <a:gd name="T70" fmla="*/ 139 w 205"/>
                    <a:gd name="T71" fmla="*/ 30 h 162"/>
                    <a:gd name="T72" fmla="*/ 124 w 205"/>
                    <a:gd name="T73" fmla="*/ 32 h 162"/>
                    <a:gd name="T74" fmla="*/ 85 w 205"/>
                    <a:gd name="T75" fmla="*/ 3 h 162"/>
                    <a:gd name="T76" fmla="*/ 67 w 205"/>
                    <a:gd name="T77" fmla="*/ 0 h 1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05" h="162">
                      <a:moveTo>
                        <a:pt x="67" y="13"/>
                      </a:moveTo>
                      <a:cubicBezTo>
                        <a:pt x="72" y="13"/>
                        <a:pt x="77" y="14"/>
                        <a:pt x="81" y="15"/>
                      </a:cubicBezTo>
                      <a:cubicBezTo>
                        <a:pt x="98" y="19"/>
                        <a:pt x="111" y="32"/>
                        <a:pt x="117" y="47"/>
                      </a:cubicBezTo>
                      <a:cubicBezTo>
                        <a:pt x="124" y="44"/>
                        <a:pt x="131" y="43"/>
                        <a:pt x="139" y="43"/>
                      </a:cubicBezTo>
                      <a:cubicBezTo>
                        <a:pt x="153" y="43"/>
                        <a:pt x="167" y="48"/>
                        <a:pt x="177" y="58"/>
                      </a:cubicBezTo>
                      <a:cubicBezTo>
                        <a:pt x="186" y="68"/>
                        <a:pt x="192" y="82"/>
                        <a:pt x="192" y="96"/>
                      </a:cubicBezTo>
                      <a:cubicBezTo>
                        <a:pt x="192" y="110"/>
                        <a:pt x="186" y="123"/>
                        <a:pt x="177" y="133"/>
                      </a:cubicBezTo>
                      <a:cubicBezTo>
                        <a:pt x="167" y="143"/>
                        <a:pt x="153" y="149"/>
                        <a:pt x="139" y="149"/>
                      </a:cubicBezTo>
                      <a:cubicBezTo>
                        <a:pt x="125" y="149"/>
                        <a:pt x="112" y="143"/>
                        <a:pt x="102" y="133"/>
                      </a:cubicBezTo>
                      <a:cubicBezTo>
                        <a:pt x="96" y="128"/>
                        <a:pt x="92" y="122"/>
                        <a:pt x="90" y="115"/>
                      </a:cubicBezTo>
                      <a:cubicBezTo>
                        <a:pt x="87" y="116"/>
                        <a:pt x="84" y="117"/>
                        <a:pt x="81" y="118"/>
                      </a:cubicBezTo>
                      <a:cubicBezTo>
                        <a:pt x="77" y="120"/>
                        <a:pt x="72" y="120"/>
                        <a:pt x="67" y="120"/>
                      </a:cubicBezTo>
                      <a:cubicBezTo>
                        <a:pt x="62" y="120"/>
                        <a:pt x="58" y="120"/>
                        <a:pt x="53" y="118"/>
                      </a:cubicBezTo>
                      <a:cubicBezTo>
                        <a:pt x="44" y="116"/>
                        <a:pt x="36" y="111"/>
                        <a:pt x="29" y="105"/>
                      </a:cubicBezTo>
                      <a:cubicBezTo>
                        <a:pt x="23" y="98"/>
                        <a:pt x="18" y="90"/>
                        <a:pt x="16" y="81"/>
                      </a:cubicBezTo>
                      <a:cubicBezTo>
                        <a:pt x="16" y="81"/>
                        <a:pt x="16" y="81"/>
                        <a:pt x="16" y="81"/>
                      </a:cubicBezTo>
                      <a:cubicBezTo>
                        <a:pt x="13" y="71"/>
                        <a:pt x="13" y="62"/>
                        <a:pt x="16" y="52"/>
                      </a:cubicBezTo>
                      <a:cubicBezTo>
                        <a:pt x="18" y="43"/>
                        <a:pt x="23" y="35"/>
                        <a:pt x="29" y="29"/>
                      </a:cubicBezTo>
                      <a:cubicBezTo>
                        <a:pt x="40" y="19"/>
                        <a:pt x="53" y="13"/>
                        <a:pt x="67" y="13"/>
                      </a:cubicBezTo>
                      <a:moveTo>
                        <a:pt x="67" y="0"/>
                      </a:move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50" y="0"/>
                        <a:pt x="33" y="7"/>
                        <a:pt x="20" y="20"/>
                      </a:cubicBezTo>
                      <a:cubicBezTo>
                        <a:pt x="12" y="28"/>
                        <a:pt x="6" y="38"/>
                        <a:pt x="3" y="49"/>
                      </a:cubicBezTo>
                      <a:cubicBezTo>
                        <a:pt x="0" y="61"/>
                        <a:pt x="0" y="72"/>
                        <a:pt x="3" y="84"/>
                      </a:cubicBezTo>
                      <a:cubicBezTo>
                        <a:pt x="3" y="85"/>
                        <a:pt x="3" y="85"/>
                        <a:pt x="3" y="85"/>
                      </a:cubicBezTo>
                      <a:cubicBezTo>
                        <a:pt x="3" y="85"/>
                        <a:pt x="3" y="85"/>
                        <a:pt x="3" y="85"/>
                      </a:cubicBezTo>
                      <a:cubicBezTo>
                        <a:pt x="7" y="96"/>
                        <a:pt x="12" y="106"/>
                        <a:pt x="20" y="114"/>
                      </a:cubicBezTo>
                      <a:cubicBezTo>
                        <a:pt x="29" y="122"/>
                        <a:pt x="38" y="128"/>
                        <a:pt x="50" y="131"/>
                      </a:cubicBezTo>
                      <a:cubicBezTo>
                        <a:pt x="55" y="132"/>
                        <a:pt x="61" y="133"/>
                        <a:pt x="67" y="133"/>
                      </a:cubicBezTo>
                      <a:cubicBezTo>
                        <a:pt x="73" y="133"/>
                        <a:pt x="78" y="132"/>
                        <a:pt x="83" y="131"/>
                      </a:cubicBezTo>
                      <a:cubicBezTo>
                        <a:pt x="86" y="135"/>
                        <a:pt x="89" y="139"/>
                        <a:pt x="92" y="142"/>
                      </a:cubicBezTo>
                      <a:cubicBezTo>
                        <a:pt x="105" y="155"/>
                        <a:pt x="122" y="162"/>
                        <a:pt x="139" y="162"/>
                      </a:cubicBezTo>
                      <a:cubicBezTo>
                        <a:pt x="156" y="162"/>
                        <a:pt x="173" y="155"/>
                        <a:pt x="186" y="142"/>
                      </a:cubicBezTo>
                      <a:cubicBezTo>
                        <a:pt x="198" y="130"/>
                        <a:pt x="205" y="113"/>
                        <a:pt x="205" y="96"/>
                      </a:cubicBezTo>
                      <a:cubicBezTo>
                        <a:pt x="205" y="78"/>
                        <a:pt x="198" y="61"/>
                        <a:pt x="186" y="49"/>
                      </a:cubicBezTo>
                      <a:cubicBezTo>
                        <a:pt x="173" y="37"/>
                        <a:pt x="156" y="30"/>
                        <a:pt x="139" y="30"/>
                      </a:cubicBezTo>
                      <a:cubicBezTo>
                        <a:pt x="134" y="30"/>
                        <a:pt x="129" y="30"/>
                        <a:pt x="124" y="32"/>
                      </a:cubicBezTo>
                      <a:cubicBezTo>
                        <a:pt x="115" y="18"/>
                        <a:pt x="101" y="7"/>
                        <a:pt x="85" y="3"/>
                      </a:cubicBezTo>
                      <a:cubicBezTo>
                        <a:pt x="79" y="1"/>
                        <a:pt x="73" y="0"/>
                        <a:pt x="6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íSlíďè"/>
                <p:cNvSpPr/>
                <p:nvPr/>
              </p:nvSpPr>
              <p:spPr bwMode="auto">
                <a:xfrm>
                  <a:off x="6001437" y="3669330"/>
                  <a:ext cx="436954" cy="430821"/>
                </a:xfrm>
                <a:custGeom>
                  <a:avLst/>
                  <a:gdLst>
                    <a:gd name="T0" fmla="*/ 85 w 167"/>
                    <a:gd name="T1" fmla="*/ 165 h 165"/>
                    <a:gd name="T2" fmla="*/ 64 w 167"/>
                    <a:gd name="T3" fmla="*/ 162 h 165"/>
                    <a:gd name="T4" fmla="*/ 63 w 167"/>
                    <a:gd name="T5" fmla="*/ 162 h 165"/>
                    <a:gd name="T6" fmla="*/ 56 w 167"/>
                    <a:gd name="T7" fmla="*/ 159 h 165"/>
                    <a:gd name="T8" fmla="*/ 24 w 167"/>
                    <a:gd name="T9" fmla="*/ 139 h 165"/>
                    <a:gd name="T10" fmla="*/ 0 w 167"/>
                    <a:gd name="T11" fmla="*/ 81 h 165"/>
                    <a:gd name="T12" fmla="*/ 24 w 167"/>
                    <a:gd name="T13" fmla="*/ 23 h 165"/>
                    <a:gd name="T14" fmla="*/ 24 w 167"/>
                    <a:gd name="T15" fmla="*/ 23 h 165"/>
                    <a:gd name="T16" fmla="*/ 40 w 167"/>
                    <a:gd name="T17" fmla="*/ 11 h 165"/>
                    <a:gd name="T18" fmla="*/ 41 w 167"/>
                    <a:gd name="T19" fmla="*/ 11 h 165"/>
                    <a:gd name="T20" fmla="*/ 82 w 167"/>
                    <a:gd name="T21" fmla="*/ 0 h 165"/>
                    <a:gd name="T22" fmla="*/ 82 w 167"/>
                    <a:gd name="T23" fmla="*/ 0 h 165"/>
                    <a:gd name="T24" fmla="*/ 82 w 167"/>
                    <a:gd name="T25" fmla="*/ 0 h 165"/>
                    <a:gd name="T26" fmla="*/ 125 w 167"/>
                    <a:gd name="T27" fmla="*/ 11 h 165"/>
                    <a:gd name="T28" fmla="*/ 156 w 167"/>
                    <a:gd name="T29" fmla="*/ 43 h 165"/>
                    <a:gd name="T30" fmla="*/ 163 w 167"/>
                    <a:gd name="T31" fmla="*/ 61 h 165"/>
                    <a:gd name="T32" fmla="*/ 164 w 167"/>
                    <a:gd name="T33" fmla="*/ 62 h 165"/>
                    <a:gd name="T34" fmla="*/ 164 w 167"/>
                    <a:gd name="T35" fmla="*/ 105 h 165"/>
                    <a:gd name="T36" fmla="*/ 126 w 167"/>
                    <a:gd name="T37" fmla="*/ 153 h 165"/>
                    <a:gd name="T38" fmla="*/ 85 w 167"/>
                    <a:gd name="T39" fmla="*/ 165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7" h="165">
                      <a:moveTo>
                        <a:pt x="85" y="165"/>
                      </a:moveTo>
                      <a:cubicBezTo>
                        <a:pt x="78" y="165"/>
                        <a:pt x="71" y="164"/>
                        <a:pt x="64" y="162"/>
                      </a:cubicBezTo>
                      <a:cubicBezTo>
                        <a:pt x="63" y="162"/>
                        <a:pt x="63" y="162"/>
                        <a:pt x="63" y="162"/>
                      </a:cubicBezTo>
                      <a:cubicBezTo>
                        <a:pt x="56" y="159"/>
                        <a:pt x="56" y="159"/>
                        <a:pt x="56" y="159"/>
                      </a:cubicBezTo>
                      <a:cubicBezTo>
                        <a:pt x="44" y="155"/>
                        <a:pt x="33" y="148"/>
                        <a:pt x="24" y="139"/>
                      </a:cubicBezTo>
                      <a:cubicBezTo>
                        <a:pt x="9" y="124"/>
                        <a:pt x="0" y="103"/>
                        <a:pt x="0" y="81"/>
                      </a:cubicBezTo>
                      <a:cubicBezTo>
                        <a:pt x="0" y="60"/>
                        <a:pt x="9" y="39"/>
                        <a:pt x="24" y="23"/>
                      </a:cubicBezTo>
                      <a:cubicBezTo>
                        <a:pt x="24" y="23"/>
                        <a:pt x="24" y="23"/>
                        <a:pt x="24" y="23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1" y="11"/>
                        <a:pt x="41" y="11"/>
                        <a:pt x="41" y="11"/>
                      </a:cubicBezTo>
                      <a:cubicBezTo>
                        <a:pt x="53" y="3"/>
                        <a:pt x="67" y="0"/>
                        <a:pt x="82" y="0"/>
                      </a:cubicBez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100" y="1"/>
                        <a:pt x="109" y="2"/>
                        <a:pt x="125" y="11"/>
                      </a:cubicBezTo>
                      <a:cubicBezTo>
                        <a:pt x="135" y="17"/>
                        <a:pt x="149" y="30"/>
                        <a:pt x="156" y="43"/>
                      </a:cubicBezTo>
                      <a:cubicBezTo>
                        <a:pt x="163" y="61"/>
                        <a:pt x="163" y="61"/>
                        <a:pt x="163" y="61"/>
                      </a:cubicBezTo>
                      <a:cubicBezTo>
                        <a:pt x="164" y="62"/>
                        <a:pt x="164" y="62"/>
                        <a:pt x="164" y="62"/>
                      </a:cubicBezTo>
                      <a:cubicBezTo>
                        <a:pt x="167" y="76"/>
                        <a:pt x="167" y="91"/>
                        <a:pt x="164" y="105"/>
                      </a:cubicBezTo>
                      <a:cubicBezTo>
                        <a:pt x="158" y="125"/>
                        <a:pt x="144" y="143"/>
                        <a:pt x="126" y="153"/>
                      </a:cubicBezTo>
                      <a:cubicBezTo>
                        <a:pt x="114" y="161"/>
                        <a:pt x="100" y="165"/>
                        <a:pt x="85" y="165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" name="îŝļïḓé"/>
                <p:cNvSpPr/>
                <p:nvPr/>
              </p:nvSpPr>
              <p:spPr bwMode="auto">
                <a:xfrm>
                  <a:off x="5986105" y="3650932"/>
                  <a:ext cx="470683" cy="464551"/>
                </a:xfrm>
                <a:custGeom>
                  <a:avLst/>
                  <a:gdLst>
                    <a:gd name="T0" fmla="*/ 88 w 180"/>
                    <a:gd name="T1" fmla="*/ 13 h 178"/>
                    <a:gd name="T2" fmla="*/ 127 w 180"/>
                    <a:gd name="T3" fmla="*/ 24 h 178"/>
                    <a:gd name="T4" fmla="*/ 156 w 180"/>
                    <a:gd name="T5" fmla="*/ 53 h 178"/>
                    <a:gd name="T6" fmla="*/ 163 w 180"/>
                    <a:gd name="T7" fmla="*/ 70 h 178"/>
                    <a:gd name="T8" fmla="*/ 163 w 180"/>
                    <a:gd name="T9" fmla="*/ 110 h 178"/>
                    <a:gd name="T10" fmla="*/ 129 w 180"/>
                    <a:gd name="T11" fmla="*/ 155 h 178"/>
                    <a:gd name="T12" fmla="*/ 91 w 180"/>
                    <a:gd name="T13" fmla="*/ 165 h 178"/>
                    <a:gd name="T14" fmla="*/ 71 w 180"/>
                    <a:gd name="T15" fmla="*/ 162 h 178"/>
                    <a:gd name="T16" fmla="*/ 65 w 180"/>
                    <a:gd name="T17" fmla="*/ 160 h 178"/>
                    <a:gd name="T18" fmla="*/ 35 w 180"/>
                    <a:gd name="T19" fmla="*/ 141 h 178"/>
                    <a:gd name="T20" fmla="*/ 13 w 180"/>
                    <a:gd name="T21" fmla="*/ 88 h 178"/>
                    <a:gd name="T22" fmla="*/ 35 w 180"/>
                    <a:gd name="T23" fmla="*/ 35 h 178"/>
                    <a:gd name="T24" fmla="*/ 50 w 180"/>
                    <a:gd name="T25" fmla="*/ 23 h 178"/>
                    <a:gd name="T26" fmla="*/ 88 w 180"/>
                    <a:gd name="T27" fmla="*/ 13 h 178"/>
                    <a:gd name="T28" fmla="*/ 88 w 180"/>
                    <a:gd name="T29" fmla="*/ 0 h 178"/>
                    <a:gd name="T30" fmla="*/ 88 w 180"/>
                    <a:gd name="T31" fmla="*/ 0 h 178"/>
                    <a:gd name="T32" fmla="*/ 43 w 180"/>
                    <a:gd name="T33" fmla="*/ 12 h 178"/>
                    <a:gd name="T34" fmla="*/ 43 w 180"/>
                    <a:gd name="T35" fmla="*/ 13 h 178"/>
                    <a:gd name="T36" fmla="*/ 42 w 180"/>
                    <a:gd name="T37" fmla="*/ 13 h 178"/>
                    <a:gd name="T38" fmla="*/ 27 w 180"/>
                    <a:gd name="T39" fmla="*/ 25 h 178"/>
                    <a:gd name="T40" fmla="*/ 26 w 180"/>
                    <a:gd name="T41" fmla="*/ 25 h 178"/>
                    <a:gd name="T42" fmla="*/ 26 w 180"/>
                    <a:gd name="T43" fmla="*/ 26 h 178"/>
                    <a:gd name="T44" fmla="*/ 0 w 180"/>
                    <a:gd name="T45" fmla="*/ 88 h 178"/>
                    <a:gd name="T46" fmla="*/ 26 w 180"/>
                    <a:gd name="T47" fmla="*/ 150 h 178"/>
                    <a:gd name="T48" fmla="*/ 60 w 180"/>
                    <a:gd name="T49" fmla="*/ 172 h 178"/>
                    <a:gd name="T50" fmla="*/ 66 w 180"/>
                    <a:gd name="T51" fmla="*/ 174 h 178"/>
                    <a:gd name="T52" fmla="*/ 66 w 180"/>
                    <a:gd name="T53" fmla="*/ 174 h 178"/>
                    <a:gd name="T54" fmla="*/ 67 w 180"/>
                    <a:gd name="T55" fmla="*/ 175 h 178"/>
                    <a:gd name="T56" fmla="*/ 68 w 180"/>
                    <a:gd name="T57" fmla="*/ 175 h 178"/>
                    <a:gd name="T58" fmla="*/ 91 w 180"/>
                    <a:gd name="T59" fmla="*/ 178 h 178"/>
                    <a:gd name="T60" fmla="*/ 136 w 180"/>
                    <a:gd name="T61" fmla="*/ 166 h 178"/>
                    <a:gd name="T62" fmla="*/ 176 w 180"/>
                    <a:gd name="T63" fmla="*/ 114 h 178"/>
                    <a:gd name="T64" fmla="*/ 176 w 180"/>
                    <a:gd name="T65" fmla="*/ 67 h 178"/>
                    <a:gd name="T66" fmla="*/ 176 w 180"/>
                    <a:gd name="T67" fmla="*/ 66 h 178"/>
                    <a:gd name="T68" fmla="*/ 175 w 180"/>
                    <a:gd name="T69" fmla="*/ 65 h 178"/>
                    <a:gd name="T70" fmla="*/ 168 w 180"/>
                    <a:gd name="T71" fmla="*/ 48 h 178"/>
                    <a:gd name="T72" fmla="*/ 168 w 180"/>
                    <a:gd name="T73" fmla="*/ 47 h 178"/>
                    <a:gd name="T74" fmla="*/ 167 w 180"/>
                    <a:gd name="T75" fmla="*/ 47 h 178"/>
                    <a:gd name="T76" fmla="*/ 134 w 180"/>
                    <a:gd name="T77" fmla="*/ 13 h 178"/>
                    <a:gd name="T78" fmla="*/ 89 w 180"/>
                    <a:gd name="T79" fmla="*/ 0 h 178"/>
                    <a:gd name="T80" fmla="*/ 88 w 180"/>
                    <a:gd name="T81" fmla="*/ 0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80" h="178">
                      <a:moveTo>
                        <a:pt x="88" y="13"/>
                      </a:moveTo>
                      <a:cubicBezTo>
                        <a:pt x="104" y="14"/>
                        <a:pt x="113" y="15"/>
                        <a:pt x="127" y="24"/>
                      </a:cubicBezTo>
                      <a:cubicBezTo>
                        <a:pt x="138" y="30"/>
                        <a:pt x="150" y="42"/>
                        <a:pt x="156" y="53"/>
                      </a:cubicBezTo>
                      <a:cubicBezTo>
                        <a:pt x="158" y="59"/>
                        <a:pt x="161" y="64"/>
                        <a:pt x="163" y="70"/>
                      </a:cubicBezTo>
                      <a:cubicBezTo>
                        <a:pt x="167" y="84"/>
                        <a:pt x="167" y="97"/>
                        <a:pt x="163" y="110"/>
                      </a:cubicBezTo>
                      <a:cubicBezTo>
                        <a:pt x="158" y="129"/>
                        <a:pt x="146" y="145"/>
                        <a:pt x="129" y="155"/>
                      </a:cubicBezTo>
                      <a:cubicBezTo>
                        <a:pt x="117" y="162"/>
                        <a:pt x="104" y="165"/>
                        <a:pt x="91" y="165"/>
                      </a:cubicBezTo>
                      <a:cubicBezTo>
                        <a:pt x="84" y="165"/>
                        <a:pt x="78" y="164"/>
                        <a:pt x="71" y="162"/>
                      </a:cubicBezTo>
                      <a:cubicBezTo>
                        <a:pt x="69" y="162"/>
                        <a:pt x="67" y="161"/>
                        <a:pt x="65" y="160"/>
                      </a:cubicBezTo>
                      <a:cubicBezTo>
                        <a:pt x="53" y="156"/>
                        <a:pt x="43" y="150"/>
                        <a:pt x="35" y="141"/>
                      </a:cubicBezTo>
                      <a:cubicBezTo>
                        <a:pt x="21" y="127"/>
                        <a:pt x="13" y="108"/>
                        <a:pt x="13" y="88"/>
                      </a:cubicBezTo>
                      <a:cubicBezTo>
                        <a:pt x="13" y="68"/>
                        <a:pt x="21" y="49"/>
                        <a:pt x="35" y="35"/>
                      </a:cubicBezTo>
                      <a:cubicBezTo>
                        <a:pt x="50" y="23"/>
                        <a:pt x="50" y="23"/>
                        <a:pt x="50" y="23"/>
                      </a:cubicBezTo>
                      <a:cubicBezTo>
                        <a:pt x="62" y="16"/>
                        <a:pt x="74" y="13"/>
                        <a:pt x="88" y="13"/>
                      </a:cubicBezTo>
                      <a:moveTo>
                        <a:pt x="88" y="0"/>
                      </a:moveTo>
                      <a:cubicBezTo>
                        <a:pt x="88" y="0"/>
                        <a:pt x="88" y="0"/>
                        <a:pt x="88" y="0"/>
                      </a:cubicBezTo>
                      <a:cubicBezTo>
                        <a:pt x="72" y="0"/>
                        <a:pt x="57" y="4"/>
                        <a:pt x="43" y="12"/>
                      </a:cubicBezTo>
                      <a:cubicBezTo>
                        <a:pt x="43" y="13"/>
                        <a:pt x="43" y="13"/>
                        <a:pt x="43" y="1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27" y="25"/>
                        <a:pt x="27" y="25"/>
                        <a:pt x="27" y="25"/>
                      </a:cubicBezTo>
                      <a:cubicBezTo>
                        <a:pt x="26" y="25"/>
                        <a:pt x="26" y="25"/>
                        <a:pt x="26" y="25"/>
                      </a:cubicBezTo>
                      <a:cubicBezTo>
                        <a:pt x="26" y="26"/>
                        <a:pt x="26" y="26"/>
                        <a:pt x="26" y="26"/>
                      </a:cubicBezTo>
                      <a:cubicBezTo>
                        <a:pt x="9" y="42"/>
                        <a:pt x="0" y="65"/>
                        <a:pt x="0" y="88"/>
                      </a:cubicBezTo>
                      <a:cubicBezTo>
                        <a:pt x="0" y="111"/>
                        <a:pt x="9" y="134"/>
                        <a:pt x="26" y="150"/>
                      </a:cubicBezTo>
                      <a:cubicBezTo>
                        <a:pt x="35" y="160"/>
                        <a:pt x="47" y="167"/>
                        <a:pt x="60" y="172"/>
                      </a:cubicBezTo>
                      <a:cubicBezTo>
                        <a:pt x="66" y="174"/>
                        <a:pt x="66" y="174"/>
                        <a:pt x="66" y="174"/>
                      </a:cubicBezTo>
                      <a:cubicBezTo>
                        <a:pt x="66" y="174"/>
                        <a:pt x="66" y="174"/>
                        <a:pt x="66" y="174"/>
                      </a:cubicBezTo>
                      <a:cubicBezTo>
                        <a:pt x="67" y="175"/>
                        <a:pt x="67" y="175"/>
                        <a:pt x="67" y="175"/>
                      </a:cubicBezTo>
                      <a:cubicBezTo>
                        <a:pt x="68" y="175"/>
                        <a:pt x="68" y="175"/>
                        <a:pt x="68" y="175"/>
                      </a:cubicBezTo>
                      <a:cubicBezTo>
                        <a:pt x="75" y="177"/>
                        <a:pt x="83" y="178"/>
                        <a:pt x="91" y="178"/>
                      </a:cubicBezTo>
                      <a:cubicBezTo>
                        <a:pt x="107" y="178"/>
                        <a:pt x="122" y="174"/>
                        <a:pt x="136" y="166"/>
                      </a:cubicBezTo>
                      <a:cubicBezTo>
                        <a:pt x="155" y="155"/>
                        <a:pt x="170" y="135"/>
                        <a:pt x="176" y="114"/>
                      </a:cubicBezTo>
                      <a:cubicBezTo>
                        <a:pt x="180" y="98"/>
                        <a:pt x="180" y="82"/>
                        <a:pt x="176" y="67"/>
                      </a:cubicBezTo>
                      <a:cubicBezTo>
                        <a:pt x="176" y="66"/>
                        <a:pt x="176" y="66"/>
                        <a:pt x="176" y="66"/>
                      </a:cubicBezTo>
                      <a:cubicBezTo>
                        <a:pt x="175" y="65"/>
                        <a:pt x="175" y="65"/>
                        <a:pt x="175" y="65"/>
                      </a:cubicBezTo>
                      <a:cubicBezTo>
                        <a:pt x="173" y="59"/>
                        <a:pt x="170" y="53"/>
                        <a:pt x="168" y="48"/>
                      </a:cubicBezTo>
                      <a:cubicBezTo>
                        <a:pt x="168" y="47"/>
                        <a:pt x="168" y="47"/>
                        <a:pt x="168" y="47"/>
                      </a:cubicBezTo>
                      <a:cubicBezTo>
                        <a:pt x="167" y="47"/>
                        <a:pt x="167" y="47"/>
                        <a:pt x="167" y="47"/>
                      </a:cubicBezTo>
                      <a:cubicBezTo>
                        <a:pt x="160" y="33"/>
                        <a:pt x="145" y="19"/>
                        <a:pt x="134" y="13"/>
                      </a:cubicBezTo>
                      <a:cubicBezTo>
                        <a:pt x="117" y="3"/>
                        <a:pt x="107" y="2"/>
                        <a:pt x="89" y="0"/>
                      </a:cubicBezTo>
                      <a:cubicBezTo>
                        <a:pt x="88" y="0"/>
                        <a:pt x="88" y="0"/>
                        <a:pt x="8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" name="íSḷïḋé"/>
                <p:cNvSpPr/>
                <p:nvPr/>
              </p:nvSpPr>
              <p:spPr bwMode="auto">
                <a:xfrm>
                  <a:off x="5674872" y="4167610"/>
                  <a:ext cx="544276" cy="387893"/>
                </a:xfrm>
                <a:custGeom>
                  <a:avLst/>
                  <a:gdLst>
                    <a:gd name="T0" fmla="*/ 56 w 208"/>
                    <a:gd name="T1" fmla="*/ 148 h 148"/>
                    <a:gd name="T2" fmla="*/ 16 w 208"/>
                    <a:gd name="T3" fmla="*/ 130 h 148"/>
                    <a:gd name="T4" fmla="*/ 0 w 208"/>
                    <a:gd name="T5" fmla="*/ 89 h 148"/>
                    <a:gd name="T6" fmla="*/ 18 w 208"/>
                    <a:gd name="T7" fmla="*/ 49 h 148"/>
                    <a:gd name="T8" fmla="*/ 57 w 208"/>
                    <a:gd name="T9" fmla="*/ 34 h 148"/>
                    <a:gd name="T10" fmla="*/ 59 w 208"/>
                    <a:gd name="T11" fmla="*/ 34 h 148"/>
                    <a:gd name="T12" fmla="*/ 78 w 208"/>
                    <a:gd name="T13" fmla="*/ 38 h 148"/>
                    <a:gd name="T14" fmla="*/ 139 w 208"/>
                    <a:gd name="T15" fmla="*/ 0 h 148"/>
                    <a:gd name="T16" fmla="*/ 141 w 208"/>
                    <a:gd name="T17" fmla="*/ 0 h 148"/>
                    <a:gd name="T18" fmla="*/ 189 w 208"/>
                    <a:gd name="T19" fmla="*/ 21 h 148"/>
                    <a:gd name="T20" fmla="*/ 207 w 208"/>
                    <a:gd name="T21" fmla="*/ 70 h 148"/>
                    <a:gd name="T22" fmla="*/ 139 w 208"/>
                    <a:gd name="T23" fmla="*/ 136 h 148"/>
                    <a:gd name="T24" fmla="*/ 137 w 208"/>
                    <a:gd name="T25" fmla="*/ 136 h 148"/>
                    <a:gd name="T26" fmla="*/ 103 w 208"/>
                    <a:gd name="T27" fmla="*/ 126 h 148"/>
                    <a:gd name="T28" fmla="*/ 97 w 208"/>
                    <a:gd name="T29" fmla="*/ 133 h 148"/>
                    <a:gd name="T30" fmla="*/ 57 w 208"/>
                    <a:gd name="T31" fmla="*/ 148 h 148"/>
                    <a:gd name="T32" fmla="*/ 56 w 208"/>
                    <a:gd name="T33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08" h="148">
                      <a:moveTo>
                        <a:pt x="56" y="148"/>
                      </a:moveTo>
                      <a:cubicBezTo>
                        <a:pt x="41" y="148"/>
                        <a:pt x="26" y="141"/>
                        <a:pt x="16" y="130"/>
                      </a:cubicBezTo>
                      <a:cubicBezTo>
                        <a:pt x="5" y="119"/>
                        <a:pt x="0" y="105"/>
                        <a:pt x="0" y="89"/>
                      </a:cubicBezTo>
                      <a:cubicBezTo>
                        <a:pt x="1" y="74"/>
                        <a:pt x="7" y="60"/>
                        <a:pt x="18" y="49"/>
                      </a:cubicBezTo>
                      <a:cubicBezTo>
                        <a:pt x="29" y="40"/>
                        <a:pt x="43" y="34"/>
                        <a:pt x="57" y="34"/>
                      </a:cubicBezTo>
                      <a:cubicBezTo>
                        <a:pt x="58" y="34"/>
                        <a:pt x="59" y="34"/>
                        <a:pt x="59" y="34"/>
                      </a:cubicBezTo>
                      <a:cubicBezTo>
                        <a:pt x="66" y="34"/>
                        <a:pt x="72" y="35"/>
                        <a:pt x="78" y="38"/>
                      </a:cubicBezTo>
                      <a:cubicBezTo>
                        <a:pt x="90" y="15"/>
                        <a:pt x="113" y="0"/>
                        <a:pt x="139" y="0"/>
                      </a:cubicBezTo>
                      <a:cubicBezTo>
                        <a:pt x="140" y="0"/>
                        <a:pt x="141" y="0"/>
                        <a:pt x="141" y="0"/>
                      </a:cubicBezTo>
                      <a:cubicBezTo>
                        <a:pt x="159" y="0"/>
                        <a:pt x="176" y="8"/>
                        <a:pt x="189" y="21"/>
                      </a:cubicBezTo>
                      <a:cubicBezTo>
                        <a:pt x="201" y="35"/>
                        <a:pt x="208" y="52"/>
                        <a:pt x="207" y="70"/>
                      </a:cubicBezTo>
                      <a:cubicBezTo>
                        <a:pt x="206" y="106"/>
                        <a:pt x="176" y="136"/>
                        <a:pt x="139" y="136"/>
                      </a:cubicBezTo>
                      <a:cubicBezTo>
                        <a:pt x="138" y="136"/>
                        <a:pt x="138" y="136"/>
                        <a:pt x="137" y="136"/>
                      </a:cubicBezTo>
                      <a:cubicBezTo>
                        <a:pt x="125" y="136"/>
                        <a:pt x="113" y="132"/>
                        <a:pt x="103" y="126"/>
                      </a:cubicBezTo>
                      <a:cubicBezTo>
                        <a:pt x="101" y="128"/>
                        <a:pt x="99" y="131"/>
                        <a:pt x="97" y="133"/>
                      </a:cubicBezTo>
                      <a:cubicBezTo>
                        <a:pt x="86" y="143"/>
                        <a:pt x="72" y="148"/>
                        <a:pt x="57" y="148"/>
                      </a:cubicBezTo>
                      <a:cubicBezTo>
                        <a:pt x="57" y="148"/>
                        <a:pt x="56" y="148"/>
                        <a:pt x="56" y="148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" name="íSliḓè"/>
                <p:cNvSpPr/>
                <p:nvPr/>
              </p:nvSpPr>
              <p:spPr bwMode="auto">
                <a:xfrm>
                  <a:off x="5656474" y="4150745"/>
                  <a:ext cx="581072" cy="423155"/>
                </a:xfrm>
                <a:custGeom>
                  <a:avLst/>
                  <a:gdLst>
                    <a:gd name="T0" fmla="*/ 146 w 222"/>
                    <a:gd name="T1" fmla="*/ 13 h 162"/>
                    <a:gd name="T2" fmla="*/ 148 w 222"/>
                    <a:gd name="T3" fmla="*/ 13 h 162"/>
                    <a:gd name="T4" fmla="*/ 208 w 222"/>
                    <a:gd name="T5" fmla="*/ 77 h 162"/>
                    <a:gd name="T6" fmla="*/ 146 w 222"/>
                    <a:gd name="T7" fmla="*/ 137 h 162"/>
                    <a:gd name="T8" fmla="*/ 144 w 222"/>
                    <a:gd name="T9" fmla="*/ 137 h 162"/>
                    <a:gd name="T10" fmla="*/ 108 w 222"/>
                    <a:gd name="T11" fmla="*/ 124 h 162"/>
                    <a:gd name="T12" fmla="*/ 99 w 222"/>
                    <a:gd name="T13" fmla="*/ 135 h 162"/>
                    <a:gd name="T14" fmla="*/ 64 w 222"/>
                    <a:gd name="T15" fmla="*/ 149 h 162"/>
                    <a:gd name="T16" fmla="*/ 63 w 222"/>
                    <a:gd name="T17" fmla="*/ 149 h 162"/>
                    <a:gd name="T18" fmla="*/ 27 w 222"/>
                    <a:gd name="T19" fmla="*/ 133 h 162"/>
                    <a:gd name="T20" fmla="*/ 14 w 222"/>
                    <a:gd name="T21" fmla="*/ 97 h 162"/>
                    <a:gd name="T22" fmla="*/ 30 w 222"/>
                    <a:gd name="T23" fmla="*/ 61 h 162"/>
                    <a:gd name="T24" fmla="*/ 64 w 222"/>
                    <a:gd name="T25" fmla="*/ 47 h 162"/>
                    <a:gd name="T26" fmla="*/ 66 w 222"/>
                    <a:gd name="T27" fmla="*/ 47 h 162"/>
                    <a:gd name="T28" fmla="*/ 88 w 222"/>
                    <a:gd name="T29" fmla="*/ 53 h 162"/>
                    <a:gd name="T30" fmla="*/ 146 w 222"/>
                    <a:gd name="T31" fmla="*/ 13 h 162"/>
                    <a:gd name="T32" fmla="*/ 146 w 222"/>
                    <a:gd name="T33" fmla="*/ 0 h 162"/>
                    <a:gd name="T34" fmla="*/ 146 w 222"/>
                    <a:gd name="T35" fmla="*/ 0 h 162"/>
                    <a:gd name="T36" fmla="*/ 82 w 222"/>
                    <a:gd name="T37" fmla="*/ 37 h 162"/>
                    <a:gd name="T38" fmla="*/ 66 w 222"/>
                    <a:gd name="T39" fmla="*/ 34 h 162"/>
                    <a:gd name="T40" fmla="*/ 64 w 222"/>
                    <a:gd name="T41" fmla="*/ 34 h 162"/>
                    <a:gd name="T42" fmla="*/ 21 w 222"/>
                    <a:gd name="T43" fmla="*/ 52 h 162"/>
                    <a:gd name="T44" fmla="*/ 1 w 222"/>
                    <a:gd name="T45" fmla="*/ 96 h 162"/>
                    <a:gd name="T46" fmla="*/ 18 w 222"/>
                    <a:gd name="T47" fmla="*/ 142 h 162"/>
                    <a:gd name="T48" fmla="*/ 62 w 222"/>
                    <a:gd name="T49" fmla="*/ 162 h 162"/>
                    <a:gd name="T50" fmla="*/ 64 w 222"/>
                    <a:gd name="T51" fmla="*/ 162 h 162"/>
                    <a:gd name="T52" fmla="*/ 108 w 222"/>
                    <a:gd name="T53" fmla="*/ 145 h 162"/>
                    <a:gd name="T54" fmla="*/ 112 w 222"/>
                    <a:gd name="T55" fmla="*/ 141 h 162"/>
                    <a:gd name="T56" fmla="*/ 144 w 222"/>
                    <a:gd name="T57" fmla="*/ 150 h 162"/>
                    <a:gd name="T58" fmla="*/ 146 w 222"/>
                    <a:gd name="T59" fmla="*/ 150 h 162"/>
                    <a:gd name="T60" fmla="*/ 221 w 222"/>
                    <a:gd name="T61" fmla="*/ 77 h 162"/>
                    <a:gd name="T62" fmla="*/ 148 w 222"/>
                    <a:gd name="T63" fmla="*/ 0 h 162"/>
                    <a:gd name="T64" fmla="*/ 146 w 222"/>
                    <a:gd name="T65" fmla="*/ 0 h 1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22" h="162">
                      <a:moveTo>
                        <a:pt x="146" y="13"/>
                      </a:moveTo>
                      <a:cubicBezTo>
                        <a:pt x="147" y="13"/>
                        <a:pt x="147" y="13"/>
                        <a:pt x="148" y="13"/>
                      </a:cubicBezTo>
                      <a:cubicBezTo>
                        <a:pt x="182" y="14"/>
                        <a:pt x="209" y="43"/>
                        <a:pt x="208" y="77"/>
                      </a:cubicBezTo>
                      <a:cubicBezTo>
                        <a:pt x="207" y="110"/>
                        <a:pt x="179" y="137"/>
                        <a:pt x="146" y="137"/>
                      </a:cubicBezTo>
                      <a:cubicBezTo>
                        <a:pt x="146" y="137"/>
                        <a:pt x="145" y="137"/>
                        <a:pt x="144" y="137"/>
                      </a:cubicBezTo>
                      <a:cubicBezTo>
                        <a:pt x="131" y="136"/>
                        <a:pt x="118" y="131"/>
                        <a:pt x="108" y="124"/>
                      </a:cubicBezTo>
                      <a:cubicBezTo>
                        <a:pt x="106" y="128"/>
                        <a:pt x="103" y="132"/>
                        <a:pt x="99" y="135"/>
                      </a:cubicBezTo>
                      <a:cubicBezTo>
                        <a:pt x="90" y="144"/>
                        <a:pt x="77" y="149"/>
                        <a:pt x="64" y="149"/>
                      </a:cubicBezTo>
                      <a:cubicBezTo>
                        <a:pt x="64" y="149"/>
                        <a:pt x="63" y="149"/>
                        <a:pt x="63" y="149"/>
                      </a:cubicBezTo>
                      <a:cubicBezTo>
                        <a:pt x="49" y="149"/>
                        <a:pt x="37" y="143"/>
                        <a:pt x="27" y="133"/>
                      </a:cubicBezTo>
                      <a:cubicBezTo>
                        <a:pt x="18" y="123"/>
                        <a:pt x="13" y="110"/>
                        <a:pt x="14" y="97"/>
                      </a:cubicBezTo>
                      <a:cubicBezTo>
                        <a:pt x="14" y="83"/>
                        <a:pt x="20" y="70"/>
                        <a:pt x="30" y="61"/>
                      </a:cubicBezTo>
                      <a:cubicBezTo>
                        <a:pt x="39" y="52"/>
                        <a:pt x="52" y="47"/>
                        <a:pt x="64" y="47"/>
                      </a:cubicBezTo>
                      <a:cubicBezTo>
                        <a:pt x="65" y="47"/>
                        <a:pt x="65" y="47"/>
                        <a:pt x="66" y="47"/>
                      </a:cubicBezTo>
                      <a:cubicBezTo>
                        <a:pt x="74" y="48"/>
                        <a:pt x="81" y="50"/>
                        <a:pt x="88" y="53"/>
                      </a:cubicBezTo>
                      <a:cubicBezTo>
                        <a:pt x="97" y="30"/>
                        <a:pt x="120" y="13"/>
                        <a:pt x="146" y="13"/>
                      </a:cubicBezTo>
                      <a:moveTo>
                        <a:pt x="146" y="0"/>
                      </a:moveTo>
                      <a:cubicBezTo>
                        <a:pt x="146" y="0"/>
                        <a:pt x="146" y="0"/>
                        <a:pt x="146" y="0"/>
                      </a:cubicBezTo>
                      <a:cubicBezTo>
                        <a:pt x="120" y="0"/>
                        <a:pt x="95" y="15"/>
                        <a:pt x="82" y="37"/>
                      </a:cubicBezTo>
                      <a:cubicBezTo>
                        <a:pt x="77" y="35"/>
                        <a:pt x="72" y="35"/>
                        <a:pt x="66" y="34"/>
                      </a:cubicBezTo>
                      <a:cubicBezTo>
                        <a:pt x="66" y="34"/>
                        <a:pt x="65" y="34"/>
                        <a:pt x="64" y="34"/>
                      </a:cubicBezTo>
                      <a:cubicBezTo>
                        <a:pt x="48" y="34"/>
                        <a:pt x="33" y="41"/>
                        <a:pt x="21" y="52"/>
                      </a:cubicBezTo>
                      <a:cubicBezTo>
                        <a:pt x="8" y="63"/>
                        <a:pt x="1" y="79"/>
                        <a:pt x="1" y="96"/>
                      </a:cubicBezTo>
                      <a:cubicBezTo>
                        <a:pt x="0" y="113"/>
                        <a:pt x="6" y="130"/>
                        <a:pt x="18" y="142"/>
                      </a:cubicBezTo>
                      <a:cubicBezTo>
                        <a:pt x="29" y="154"/>
                        <a:pt x="46" y="161"/>
                        <a:pt x="62" y="162"/>
                      </a:cubicBezTo>
                      <a:cubicBezTo>
                        <a:pt x="63" y="162"/>
                        <a:pt x="64" y="162"/>
                        <a:pt x="64" y="162"/>
                      </a:cubicBezTo>
                      <a:cubicBezTo>
                        <a:pt x="81" y="162"/>
                        <a:pt x="96" y="156"/>
                        <a:pt x="108" y="145"/>
                      </a:cubicBezTo>
                      <a:cubicBezTo>
                        <a:pt x="109" y="143"/>
                        <a:pt x="111" y="142"/>
                        <a:pt x="112" y="141"/>
                      </a:cubicBezTo>
                      <a:cubicBezTo>
                        <a:pt x="122" y="146"/>
                        <a:pt x="133" y="149"/>
                        <a:pt x="144" y="150"/>
                      </a:cubicBezTo>
                      <a:cubicBezTo>
                        <a:pt x="145" y="150"/>
                        <a:pt x="145" y="150"/>
                        <a:pt x="146" y="150"/>
                      </a:cubicBezTo>
                      <a:cubicBezTo>
                        <a:pt x="186" y="150"/>
                        <a:pt x="220" y="117"/>
                        <a:pt x="221" y="77"/>
                      </a:cubicBezTo>
                      <a:cubicBezTo>
                        <a:pt x="222" y="37"/>
                        <a:pt x="189" y="1"/>
                        <a:pt x="148" y="0"/>
                      </a:cubicBezTo>
                      <a:cubicBezTo>
                        <a:pt x="148" y="0"/>
                        <a:pt x="147" y="0"/>
                        <a:pt x="14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" name="išḷiďé"/>
                <p:cNvSpPr/>
                <p:nvPr/>
              </p:nvSpPr>
              <p:spPr bwMode="auto">
                <a:xfrm>
                  <a:off x="5549152" y="3779718"/>
                  <a:ext cx="518211" cy="406291"/>
                </a:xfrm>
                <a:custGeom>
                  <a:avLst/>
                  <a:gdLst>
                    <a:gd name="T0" fmla="*/ 64 w 198"/>
                    <a:gd name="T1" fmla="*/ 156 h 156"/>
                    <a:gd name="T2" fmla="*/ 44 w 198"/>
                    <a:gd name="T3" fmla="*/ 153 h 156"/>
                    <a:gd name="T4" fmla="*/ 8 w 198"/>
                    <a:gd name="T5" fmla="*/ 121 h 156"/>
                    <a:gd name="T6" fmla="*/ 5 w 198"/>
                    <a:gd name="T7" fmla="*/ 74 h 156"/>
                    <a:gd name="T8" fmla="*/ 37 w 198"/>
                    <a:gd name="T9" fmla="*/ 39 h 156"/>
                    <a:gd name="T10" fmla="*/ 64 w 198"/>
                    <a:gd name="T11" fmla="*/ 32 h 156"/>
                    <a:gd name="T12" fmla="*/ 84 w 198"/>
                    <a:gd name="T13" fmla="*/ 36 h 156"/>
                    <a:gd name="T14" fmla="*/ 84 w 198"/>
                    <a:gd name="T15" fmla="*/ 36 h 156"/>
                    <a:gd name="T16" fmla="*/ 113 w 198"/>
                    <a:gd name="T17" fmla="*/ 6 h 156"/>
                    <a:gd name="T18" fmla="*/ 138 w 198"/>
                    <a:gd name="T19" fmla="*/ 0 h 156"/>
                    <a:gd name="T20" fmla="*/ 157 w 198"/>
                    <a:gd name="T21" fmla="*/ 3 h 156"/>
                    <a:gd name="T22" fmla="*/ 191 w 198"/>
                    <a:gd name="T23" fmla="*/ 33 h 156"/>
                    <a:gd name="T24" fmla="*/ 193 w 198"/>
                    <a:gd name="T25" fmla="*/ 77 h 156"/>
                    <a:gd name="T26" fmla="*/ 164 w 198"/>
                    <a:gd name="T27" fmla="*/ 111 h 156"/>
                    <a:gd name="T28" fmla="*/ 138 w 198"/>
                    <a:gd name="T29" fmla="*/ 116 h 156"/>
                    <a:gd name="T30" fmla="*/ 122 w 198"/>
                    <a:gd name="T31" fmla="*/ 114 h 156"/>
                    <a:gd name="T32" fmla="*/ 122 w 198"/>
                    <a:gd name="T33" fmla="*/ 114 h 156"/>
                    <a:gd name="T34" fmla="*/ 91 w 198"/>
                    <a:gd name="T35" fmla="*/ 150 h 156"/>
                    <a:gd name="T36" fmla="*/ 64 w 198"/>
                    <a:gd name="T37" fmla="*/ 156 h 1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98" h="156">
                      <a:moveTo>
                        <a:pt x="64" y="156"/>
                      </a:moveTo>
                      <a:cubicBezTo>
                        <a:pt x="57" y="156"/>
                        <a:pt x="50" y="155"/>
                        <a:pt x="44" y="153"/>
                      </a:cubicBezTo>
                      <a:cubicBezTo>
                        <a:pt x="28" y="147"/>
                        <a:pt x="15" y="136"/>
                        <a:pt x="8" y="121"/>
                      </a:cubicBezTo>
                      <a:cubicBezTo>
                        <a:pt x="1" y="107"/>
                        <a:pt x="0" y="89"/>
                        <a:pt x="5" y="74"/>
                      </a:cubicBezTo>
                      <a:cubicBezTo>
                        <a:pt x="11" y="59"/>
                        <a:pt x="22" y="46"/>
                        <a:pt x="37" y="39"/>
                      </a:cubicBezTo>
                      <a:cubicBezTo>
                        <a:pt x="45" y="34"/>
                        <a:pt x="54" y="32"/>
                        <a:pt x="64" y="32"/>
                      </a:cubicBezTo>
                      <a:cubicBezTo>
                        <a:pt x="71" y="32"/>
                        <a:pt x="78" y="33"/>
                        <a:pt x="84" y="36"/>
                      </a:cubicBezTo>
                      <a:cubicBezTo>
                        <a:pt x="84" y="36"/>
                        <a:pt x="84" y="36"/>
                        <a:pt x="84" y="36"/>
                      </a:cubicBezTo>
                      <a:cubicBezTo>
                        <a:pt x="90" y="23"/>
                        <a:pt x="100" y="12"/>
                        <a:pt x="113" y="6"/>
                      </a:cubicBezTo>
                      <a:cubicBezTo>
                        <a:pt x="120" y="2"/>
                        <a:pt x="129" y="0"/>
                        <a:pt x="138" y="0"/>
                      </a:cubicBezTo>
                      <a:cubicBezTo>
                        <a:pt x="145" y="0"/>
                        <a:pt x="151" y="1"/>
                        <a:pt x="157" y="3"/>
                      </a:cubicBezTo>
                      <a:cubicBezTo>
                        <a:pt x="172" y="8"/>
                        <a:pt x="184" y="19"/>
                        <a:pt x="191" y="33"/>
                      </a:cubicBezTo>
                      <a:cubicBezTo>
                        <a:pt x="197" y="46"/>
                        <a:pt x="198" y="63"/>
                        <a:pt x="193" y="77"/>
                      </a:cubicBezTo>
                      <a:cubicBezTo>
                        <a:pt x="188" y="92"/>
                        <a:pt x="177" y="104"/>
                        <a:pt x="164" y="111"/>
                      </a:cubicBezTo>
                      <a:cubicBezTo>
                        <a:pt x="156" y="114"/>
                        <a:pt x="147" y="116"/>
                        <a:pt x="138" y="116"/>
                      </a:cubicBezTo>
                      <a:cubicBezTo>
                        <a:pt x="133" y="116"/>
                        <a:pt x="127" y="116"/>
                        <a:pt x="122" y="114"/>
                      </a:cubicBezTo>
                      <a:cubicBezTo>
                        <a:pt x="122" y="114"/>
                        <a:pt x="122" y="114"/>
                        <a:pt x="122" y="114"/>
                      </a:cubicBezTo>
                      <a:cubicBezTo>
                        <a:pt x="117" y="130"/>
                        <a:pt x="105" y="143"/>
                        <a:pt x="91" y="150"/>
                      </a:cubicBezTo>
                      <a:cubicBezTo>
                        <a:pt x="82" y="154"/>
                        <a:pt x="73" y="156"/>
                        <a:pt x="64" y="156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iṧ1ïḍe"/>
                <p:cNvSpPr/>
                <p:nvPr/>
              </p:nvSpPr>
              <p:spPr bwMode="auto">
                <a:xfrm>
                  <a:off x="5530754" y="3761320"/>
                  <a:ext cx="555007" cy="441553"/>
                </a:xfrm>
                <a:custGeom>
                  <a:avLst/>
                  <a:gdLst>
                    <a:gd name="T0" fmla="*/ 145 w 212"/>
                    <a:gd name="T1" fmla="*/ 13 h 169"/>
                    <a:gd name="T2" fmla="*/ 162 w 212"/>
                    <a:gd name="T3" fmla="*/ 16 h 169"/>
                    <a:gd name="T4" fmla="*/ 192 w 212"/>
                    <a:gd name="T5" fmla="*/ 42 h 169"/>
                    <a:gd name="T6" fmla="*/ 194 w 212"/>
                    <a:gd name="T7" fmla="*/ 82 h 169"/>
                    <a:gd name="T8" fmla="*/ 168 w 212"/>
                    <a:gd name="T9" fmla="*/ 112 h 169"/>
                    <a:gd name="T10" fmla="*/ 145 w 212"/>
                    <a:gd name="T11" fmla="*/ 117 h 169"/>
                    <a:gd name="T12" fmla="*/ 128 w 212"/>
                    <a:gd name="T13" fmla="*/ 114 h 169"/>
                    <a:gd name="T14" fmla="*/ 125 w 212"/>
                    <a:gd name="T15" fmla="*/ 113 h 169"/>
                    <a:gd name="T16" fmla="*/ 123 w 212"/>
                    <a:gd name="T17" fmla="*/ 119 h 169"/>
                    <a:gd name="T18" fmla="*/ 95 w 212"/>
                    <a:gd name="T19" fmla="*/ 151 h 169"/>
                    <a:gd name="T20" fmla="*/ 71 w 212"/>
                    <a:gd name="T21" fmla="*/ 157 h 169"/>
                    <a:gd name="T22" fmla="*/ 53 w 212"/>
                    <a:gd name="T23" fmla="*/ 154 h 169"/>
                    <a:gd name="T24" fmla="*/ 21 w 212"/>
                    <a:gd name="T25" fmla="*/ 125 h 169"/>
                    <a:gd name="T26" fmla="*/ 18 w 212"/>
                    <a:gd name="T27" fmla="*/ 83 h 169"/>
                    <a:gd name="T28" fmla="*/ 47 w 212"/>
                    <a:gd name="T29" fmla="*/ 51 h 169"/>
                    <a:gd name="T30" fmla="*/ 71 w 212"/>
                    <a:gd name="T31" fmla="*/ 46 h 169"/>
                    <a:gd name="T32" fmla="*/ 89 w 212"/>
                    <a:gd name="T33" fmla="*/ 49 h 169"/>
                    <a:gd name="T34" fmla="*/ 95 w 212"/>
                    <a:gd name="T35" fmla="*/ 51 h 169"/>
                    <a:gd name="T36" fmla="*/ 96 w 212"/>
                    <a:gd name="T37" fmla="*/ 48 h 169"/>
                    <a:gd name="T38" fmla="*/ 122 w 212"/>
                    <a:gd name="T39" fmla="*/ 18 h 169"/>
                    <a:gd name="T40" fmla="*/ 145 w 212"/>
                    <a:gd name="T41" fmla="*/ 13 h 169"/>
                    <a:gd name="T42" fmla="*/ 145 w 212"/>
                    <a:gd name="T43" fmla="*/ 0 h 169"/>
                    <a:gd name="T44" fmla="*/ 117 w 212"/>
                    <a:gd name="T45" fmla="*/ 7 h 169"/>
                    <a:gd name="T46" fmla="*/ 88 w 212"/>
                    <a:gd name="T47" fmla="*/ 35 h 169"/>
                    <a:gd name="T48" fmla="*/ 71 w 212"/>
                    <a:gd name="T49" fmla="*/ 33 h 169"/>
                    <a:gd name="T50" fmla="*/ 41 w 212"/>
                    <a:gd name="T51" fmla="*/ 40 h 169"/>
                    <a:gd name="T52" fmla="*/ 6 w 212"/>
                    <a:gd name="T53" fmla="*/ 79 h 169"/>
                    <a:gd name="T54" fmla="*/ 9 w 212"/>
                    <a:gd name="T55" fmla="*/ 131 h 169"/>
                    <a:gd name="T56" fmla="*/ 48 w 212"/>
                    <a:gd name="T57" fmla="*/ 166 h 169"/>
                    <a:gd name="T58" fmla="*/ 71 w 212"/>
                    <a:gd name="T59" fmla="*/ 169 h 169"/>
                    <a:gd name="T60" fmla="*/ 101 w 212"/>
                    <a:gd name="T61" fmla="*/ 163 h 169"/>
                    <a:gd name="T62" fmla="*/ 133 w 212"/>
                    <a:gd name="T63" fmla="*/ 129 h 169"/>
                    <a:gd name="T64" fmla="*/ 145 w 212"/>
                    <a:gd name="T65" fmla="*/ 130 h 169"/>
                    <a:gd name="T66" fmla="*/ 173 w 212"/>
                    <a:gd name="T67" fmla="*/ 123 h 169"/>
                    <a:gd name="T68" fmla="*/ 206 w 212"/>
                    <a:gd name="T69" fmla="*/ 86 h 169"/>
                    <a:gd name="T70" fmla="*/ 203 w 212"/>
                    <a:gd name="T71" fmla="*/ 37 h 169"/>
                    <a:gd name="T72" fmla="*/ 166 w 212"/>
                    <a:gd name="T73" fmla="*/ 4 h 169"/>
                    <a:gd name="T74" fmla="*/ 145 w 212"/>
                    <a:gd name="T75" fmla="*/ 0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12" h="169">
                      <a:moveTo>
                        <a:pt x="145" y="13"/>
                      </a:moveTo>
                      <a:cubicBezTo>
                        <a:pt x="151" y="13"/>
                        <a:pt x="157" y="14"/>
                        <a:pt x="162" y="16"/>
                      </a:cubicBezTo>
                      <a:cubicBezTo>
                        <a:pt x="175" y="21"/>
                        <a:pt x="186" y="30"/>
                        <a:pt x="192" y="42"/>
                      </a:cubicBezTo>
                      <a:cubicBezTo>
                        <a:pt x="198" y="55"/>
                        <a:pt x="199" y="69"/>
                        <a:pt x="194" y="82"/>
                      </a:cubicBezTo>
                      <a:cubicBezTo>
                        <a:pt x="190" y="95"/>
                        <a:pt x="180" y="106"/>
                        <a:pt x="168" y="112"/>
                      </a:cubicBezTo>
                      <a:cubicBezTo>
                        <a:pt x="161" y="115"/>
                        <a:pt x="153" y="117"/>
                        <a:pt x="145" y="117"/>
                      </a:cubicBezTo>
                      <a:cubicBezTo>
                        <a:pt x="139" y="117"/>
                        <a:pt x="134" y="116"/>
                        <a:pt x="128" y="114"/>
                      </a:cubicBezTo>
                      <a:cubicBezTo>
                        <a:pt x="127" y="114"/>
                        <a:pt x="126" y="113"/>
                        <a:pt x="125" y="113"/>
                      </a:cubicBezTo>
                      <a:cubicBezTo>
                        <a:pt x="124" y="115"/>
                        <a:pt x="124" y="117"/>
                        <a:pt x="123" y="119"/>
                      </a:cubicBezTo>
                      <a:cubicBezTo>
                        <a:pt x="118" y="133"/>
                        <a:pt x="108" y="145"/>
                        <a:pt x="95" y="151"/>
                      </a:cubicBezTo>
                      <a:cubicBezTo>
                        <a:pt x="87" y="155"/>
                        <a:pt x="79" y="157"/>
                        <a:pt x="71" y="157"/>
                      </a:cubicBezTo>
                      <a:cubicBezTo>
                        <a:pt x="65" y="157"/>
                        <a:pt x="58" y="156"/>
                        <a:pt x="53" y="154"/>
                      </a:cubicBezTo>
                      <a:cubicBezTo>
                        <a:pt x="39" y="149"/>
                        <a:pt x="27" y="139"/>
                        <a:pt x="21" y="125"/>
                      </a:cubicBezTo>
                      <a:cubicBezTo>
                        <a:pt x="15" y="112"/>
                        <a:pt x="14" y="97"/>
                        <a:pt x="18" y="83"/>
                      </a:cubicBezTo>
                      <a:cubicBezTo>
                        <a:pt x="23" y="69"/>
                        <a:pt x="33" y="58"/>
                        <a:pt x="47" y="51"/>
                      </a:cubicBezTo>
                      <a:cubicBezTo>
                        <a:pt x="54" y="48"/>
                        <a:pt x="62" y="46"/>
                        <a:pt x="71" y="46"/>
                      </a:cubicBezTo>
                      <a:cubicBezTo>
                        <a:pt x="77" y="46"/>
                        <a:pt x="83" y="47"/>
                        <a:pt x="89" y="49"/>
                      </a:cubicBezTo>
                      <a:cubicBezTo>
                        <a:pt x="91" y="50"/>
                        <a:pt x="93" y="50"/>
                        <a:pt x="95" y="51"/>
                      </a:cubicBezTo>
                      <a:cubicBezTo>
                        <a:pt x="95" y="50"/>
                        <a:pt x="96" y="49"/>
                        <a:pt x="96" y="48"/>
                      </a:cubicBezTo>
                      <a:cubicBezTo>
                        <a:pt x="101" y="35"/>
                        <a:pt x="110" y="24"/>
                        <a:pt x="122" y="18"/>
                      </a:cubicBezTo>
                      <a:cubicBezTo>
                        <a:pt x="130" y="15"/>
                        <a:pt x="137" y="13"/>
                        <a:pt x="145" y="13"/>
                      </a:cubicBezTo>
                      <a:moveTo>
                        <a:pt x="145" y="0"/>
                      </a:moveTo>
                      <a:cubicBezTo>
                        <a:pt x="135" y="0"/>
                        <a:pt x="126" y="3"/>
                        <a:pt x="117" y="7"/>
                      </a:cubicBezTo>
                      <a:cubicBezTo>
                        <a:pt x="104" y="13"/>
                        <a:pt x="94" y="23"/>
                        <a:pt x="88" y="35"/>
                      </a:cubicBezTo>
                      <a:cubicBezTo>
                        <a:pt x="82" y="34"/>
                        <a:pt x="77" y="33"/>
                        <a:pt x="71" y="33"/>
                      </a:cubicBezTo>
                      <a:cubicBezTo>
                        <a:pt x="60" y="33"/>
                        <a:pt x="50" y="35"/>
                        <a:pt x="41" y="40"/>
                      </a:cubicBezTo>
                      <a:cubicBezTo>
                        <a:pt x="25" y="48"/>
                        <a:pt x="12" y="62"/>
                        <a:pt x="6" y="79"/>
                      </a:cubicBezTo>
                      <a:cubicBezTo>
                        <a:pt x="0" y="96"/>
                        <a:pt x="1" y="115"/>
                        <a:pt x="9" y="131"/>
                      </a:cubicBezTo>
                      <a:cubicBezTo>
                        <a:pt x="17" y="147"/>
                        <a:pt x="31" y="160"/>
                        <a:pt x="48" y="166"/>
                      </a:cubicBezTo>
                      <a:cubicBezTo>
                        <a:pt x="56" y="168"/>
                        <a:pt x="63" y="169"/>
                        <a:pt x="71" y="169"/>
                      </a:cubicBezTo>
                      <a:cubicBezTo>
                        <a:pt x="81" y="169"/>
                        <a:pt x="91" y="167"/>
                        <a:pt x="101" y="163"/>
                      </a:cubicBezTo>
                      <a:cubicBezTo>
                        <a:pt x="115" y="156"/>
                        <a:pt x="127" y="143"/>
                        <a:pt x="133" y="129"/>
                      </a:cubicBezTo>
                      <a:cubicBezTo>
                        <a:pt x="137" y="129"/>
                        <a:pt x="141" y="130"/>
                        <a:pt x="145" y="130"/>
                      </a:cubicBezTo>
                      <a:cubicBezTo>
                        <a:pt x="155" y="130"/>
                        <a:pt x="165" y="128"/>
                        <a:pt x="173" y="123"/>
                      </a:cubicBezTo>
                      <a:cubicBezTo>
                        <a:pt x="189" y="116"/>
                        <a:pt x="201" y="102"/>
                        <a:pt x="206" y="86"/>
                      </a:cubicBezTo>
                      <a:cubicBezTo>
                        <a:pt x="212" y="70"/>
                        <a:pt x="211" y="52"/>
                        <a:pt x="203" y="37"/>
                      </a:cubicBezTo>
                      <a:cubicBezTo>
                        <a:pt x="196" y="21"/>
                        <a:pt x="182" y="9"/>
                        <a:pt x="166" y="4"/>
                      </a:cubicBezTo>
                      <a:cubicBezTo>
                        <a:pt x="159" y="2"/>
                        <a:pt x="152" y="0"/>
                        <a:pt x="1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" name="íṣľíďè"/>
                <p:cNvSpPr/>
                <p:nvPr/>
              </p:nvSpPr>
              <p:spPr bwMode="auto">
                <a:xfrm>
                  <a:off x="6075029" y="4256534"/>
                  <a:ext cx="780384" cy="432354"/>
                </a:xfrm>
                <a:custGeom>
                  <a:avLst/>
                  <a:gdLst>
                    <a:gd name="T0" fmla="*/ 175 w 298"/>
                    <a:gd name="T1" fmla="*/ 165 h 165"/>
                    <a:gd name="T2" fmla="*/ 141 w 298"/>
                    <a:gd name="T3" fmla="*/ 152 h 165"/>
                    <a:gd name="T4" fmla="*/ 127 w 298"/>
                    <a:gd name="T5" fmla="*/ 142 h 165"/>
                    <a:gd name="T6" fmla="*/ 117 w 298"/>
                    <a:gd name="T7" fmla="*/ 148 h 165"/>
                    <a:gd name="T8" fmla="*/ 93 w 298"/>
                    <a:gd name="T9" fmla="*/ 157 h 165"/>
                    <a:gd name="T10" fmla="*/ 92 w 298"/>
                    <a:gd name="T11" fmla="*/ 157 h 165"/>
                    <a:gd name="T12" fmla="*/ 78 w 298"/>
                    <a:gd name="T13" fmla="*/ 159 h 165"/>
                    <a:gd name="T14" fmla="*/ 52 w 298"/>
                    <a:gd name="T15" fmla="*/ 154 h 165"/>
                    <a:gd name="T16" fmla="*/ 51 w 298"/>
                    <a:gd name="T17" fmla="*/ 154 h 165"/>
                    <a:gd name="T18" fmla="*/ 35 w 298"/>
                    <a:gd name="T19" fmla="*/ 145 h 165"/>
                    <a:gd name="T20" fmla="*/ 34 w 298"/>
                    <a:gd name="T21" fmla="*/ 145 h 165"/>
                    <a:gd name="T22" fmla="*/ 9 w 298"/>
                    <a:gd name="T23" fmla="*/ 116 h 165"/>
                    <a:gd name="T24" fmla="*/ 9 w 298"/>
                    <a:gd name="T25" fmla="*/ 115 h 165"/>
                    <a:gd name="T26" fmla="*/ 2 w 298"/>
                    <a:gd name="T27" fmla="*/ 75 h 165"/>
                    <a:gd name="T28" fmla="*/ 2 w 298"/>
                    <a:gd name="T29" fmla="*/ 75 h 165"/>
                    <a:gd name="T30" fmla="*/ 7 w 298"/>
                    <a:gd name="T31" fmla="*/ 55 h 165"/>
                    <a:gd name="T32" fmla="*/ 15 w 298"/>
                    <a:gd name="T33" fmla="*/ 40 h 165"/>
                    <a:gd name="T34" fmla="*/ 17 w 298"/>
                    <a:gd name="T35" fmla="*/ 36 h 165"/>
                    <a:gd name="T36" fmla="*/ 30 w 298"/>
                    <a:gd name="T37" fmla="*/ 22 h 165"/>
                    <a:gd name="T38" fmla="*/ 30 w 298"/>
                    <a:gd name="T39" fmla="*/ 22 h 165"/>
                    <a:gd name="T40" fmla="*/ 65 w 298"/>
                    <a:gd name="T41" fmla="*/ 5 h 165"/>
                    <a:gd name="T42" fmla="*/ 66 w 298"/>
                    <a:gd name="T43" fmla="*/ 5 h 165"/>
                    <a:gd name="T44" fmla="*/ 86 w 298"/>
                    <a:gd name="T45" fmla="*/ 4 h 165"/>
                    <a:gd name="T46" fmla="*/ 86 w 298"/>
                    <a:gd name="T47" fmla="*/ 4 h 165"/>
                    <a:gd name="T48" fmla="*/ 124 w 298"/>
                    <a:gd name="T49" fmla="*/ 18 h 165"/>
                    <a:gd name="T50" fmla="*/ 125 w 298"/>
                    <a:gd name="T51" fmla="*/ 18 h 165"/>
                    <a:gd name="T52" fmla="*/ 125 w 298"/>
                    <a:gd name="T53" fmla="*/ 19 h 165"/>
                    <a:gd name="T54" fmla="*/ 129 w 298"/>
                    <a:gd name="T55" fmla="*/ 22 h 165"/>
                    <a:gd name="T56" fmla="*/ 158 w 298"/>
                    <a:gd name="T57" fmla="*/ 10 h 165"/>
                    <a:gd name="T58" fmla="*/ 161 w 298"/>
                    <a:gd name="T59" fmla="*/ 10 h 165"/>
                    <a:gd name="T60" fmla="*/ 187 w 298"/>
                    <a:gd name="T61" fmla="*/ 22 h 165"/>
                    <a:gd name="T62" fmla="*/ 195 w 298"/>
                    <a:gd name="T63" fmla="*/ 15 h 165"/>
                    <a:gd name="T64" fmla="*/ 235 w 298"/>
                    <a:gd name="T65" fmla="*/ 0 h 165"/>
                    <a:gd name="T66" fmla="*/ 240 w 298"/>
                    <a:gd name="T67" fmla="*/ 0 h 165"/>
                    <a:gd name="T68" fmla="*/ 282 w 298"/>
                    <a:gd name="T69" fmla="*/ 22 h 165"/>
                    <a:gd name="T70" fmla="*/ 282 w 298"/>
                    <a:gd name="T71" fmla="*/ 22 h 165"/>
                    <a:gd name="T72" fmla="*/ 291 w 298"/>
                    <a:gd name="T73" fmla="*/ 35 h 165"/>
                    <a:gd name="T74" fmla="*/ 291 w 298"/>
                    <a:gd name="T75" fmla="*/ 35 h 165"/>
                    <a:gd name="T76" fmla="*/ 297 w 298"/>
                    <a:gd name="T77" fmla="*/ 67 h 165"/>
                    <a:gd name="T78" fmla="*/ 297 w 298"/>
                    <a:gd name="T79" fmla="*/ 67 h 165"/>
                    <a:gd name="T80" fmla="*/ 296 w 298"/>
                    <a:gd name="T81" fmla="*/ 69 h 165"/>
                    <a:gd name="T82" fmla="*/ 293 w 298"/>
                    <a:gd name="T83" fmla="*/ 84 h 165"/>
                    <a:gd name="T84" fmla="*/ 293 w 298"/>
                    <a:gd name="T85" fmla="*/ 85 h 165"/>
                    <a:gd name="T86" fmla="*/ 275 w 298"/>
                    <a:gd name="T87" fmla="*/ 111 h 165"/>
                    <a:gd name="T88" fmla="*/ 235 w 298"/>
                    <a:gd name="T89" fmla="*/ 125 h 165"/>
                    <a:gd name="T90" fmla="*/ 232 w 298"/>
                    <a:gd name="T91" fmla="*/ 125 h 165"/>
                    <a:gd name="T92" fmla="*/ 199 w 298"/>
                    <a:gd name="T93" fmla="*/ 160 h 165"/>
                    <a:gd name="T94" fmla="*/ 175 w 298"/>
                    <a:gd name="T95" fmla="*/ 165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98" h="165">
                      <a:moveTo>
                        <a:pt x="175" y="165"/>
                      </a:moveTo>
                      <a:cubicBezTo>
                        <a:pt x="163" y="165"/>
                        <a:pt x="151" y="160"/>
                        <a:pt x="141" y="152"/>
                      </a:cubicBezTo>
                      <a:cubicBezTo>
                        <a:pt x="136" y="149"/>
                        <a:pt x="131" y="146"/>
                        <a:pt x="127" y="142"/>
                      </a:cubicBezTo>
                      <a:cubicBezTo>
                        <a:pt x="124" y="144"/>
                        <a:pt x="121" y="146"/>
                        <a:pt x="117" y="148"/>
                      </a:cubicBezTo>
                      <a:cubicBezTo>
                        <a:pt x="110" y="152"/>
                        <a:pt x="104" y="154"/>
                        <a:pt x="93" y="157"/>
                      </a:cubicBezTo>
                      <a:cubicBezTo>
                        <a:pt x="92" y="157"/>
                        <a:pt x="92" y="157"/>
                        <a:pt x="92" y="157"/>
                      </a:cubicBezTo>
                      <a:cubicBezTo>
                        <a:pt x="87" y="158"/>
                        <a:pt x="83" y="159"/>
                        <a:pt x="78" y="159"/>
                      </a:cubicBezTo>
                      <a:cubicBezTo>
                        <a:pt x="69" y="159"/>
                        <a:pt x="60" y="157"/>
                        <a:pt x="52" y="154"/>
                      </a:cubicBezTo>
                      <a:cubicBezTo>
                        <a:pt x="51" y="154"/>
                        <a:pt x="51" y="154"/>
                        <a:pt x="51" y="154"/>
                      </a:cubicBezTo>
                      <a:cubicBezTo>
                        <a:pt x="35" y="145"/>
                        <a:pt x="35" y="145"/>
                        <a:pt x="35" y="145"/>
                      </a:cubicBezTo>
                      <a:cubicBezTo>
                        <a:pt x="34" y="145"/>
                        <a:pt x="34" y="145"/>
                        <a:pt x="34" y="145"/>
                      </a:cubicBezTo>
                      <a:cubicBezTo>
                        <a:pt x="24" y="137"/>
                        <a:pt x="15" y="127"/>
                        <a:pt x="9" y="116"/>
                      </a:cubicBezTo>
                      <a:cubicBezTo>
                        <a:pt x="9" y="115"/>
                        <a:pt x="9" y="115"/>
                        <a:pt x="9" y="115"/>
                      </a:cubicBezTo>
                      <a:cubicBezTo>
                        <a:pt x="4" y="103"/>
                        <a:pt x="0" y="89"/>
                        <a:pt x="2" y="75"/>
                      </a:cubicBezTo>
                      <a:cubicBezTo>
                        <a:pt x="2" y="75"/>
                        <a:pt x="2" y="75"/>
                        <a:pt x="2" y="75"/>
                      </a:cubicBezTo>
                      <a:cubicBezTo>
                        <a:pt x="3" y="67"/>
                        <a:pt x="7" y="55"/>
                        <a:pt x="7" y="55"/>
                      </a:cubicBezTo>
                      <a:cubicBezTo>
                        <a:pt x="9" y="49"/>
                        <a:pt x="12" y="45"/>
                        <a:pt x="15" y="40"/>
                      </a:cubicBezTo>
                      <a:cubicBezTo>
                        <a:pt x="17" y="36"/>
                        <a:pt x="17" y="36"/>
                        <a:pt x="17" y="36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40" y="13"/>
                        <a:pt x="52" y="8"/>
                        <a:pt x="65" y="5"/>
                      </a:cubicBezTo>
                      <a:cubicBezTo>
                        <a:pt x="66" y="5"/>
                        <a:pt x="66" y="5"/>
                        <a:pt x="66" y="5"/>
                      </a:cubicBezTo>
                      <a:cubicBezTo>
                        <a:pt x="86" y="4"/>
                        <a:pt x="86" y="4"/>
                        <a:pt x="86" y="4"/>
                      </a:cubicBezTo>
                      <a:cubicBezTo>
                        <a:pt x="86" y="4"/>
                        <a:pt x="86" y="4"/>
                        <a:pt x="86" y="4"/>
                      </a:cubicBezTo>
                      <a:cubicBezTo>
                        <a:pt x="100" y="5"/>
                        <a:pt x="112" y="10"/>
                        <a:pt x="124" y="18"/>
                      </a:cubicBezTo>
                      <a:cubicBezTo>
                        <a:pt x="125" y="18"/>
                        <a:pt x="125" y="18"/>
                        <a:pt x="125" y="18"/>
                      </a:cubicBezTo>
                      <a:cubicBezTo>
                        <a:pt x="125" y="19"/>
                        <a:pt x="125" y="19"/>
                        <a:pt x="125" y="19"/>
                      </a:cubicBezTo>
                      <a:cubicBezTo>
                        <a:pt x="129" y="22"/>
                        <a:pt x="129" y="22"/>
                        <a:pt x="129" y="22"/>
                      </a:cubicBezTo>
                      <a:cubicBezTo>
                        <a:pt x="137" y="14"/>
                        <a:pt x="147" y="10"/>
                        <a:pt x="158" y="10"/>
                      </a:cubicBezTo>
                      <a:cubicBezTo>
                        <a:pt x="159" y="10"/>
                        <a:pt x="160" y="10"/>
                        <a:pt x="161" y="10"/>
                      </a:cubicBezTo>
                      <a:cubicBezTo>
                        <a:pt x="171" y="10"/>
                        <a:pt x="180" y="15"/>
                        <a:pt x="187" y="22"/>
                      </a:cubicBezTo>
                      <a:cubicBezTo>
                        <a:pt x="189" y="19"/>
                        <a:pt x="192" y="17"/>
                        <a:pt x="195" y="15"/>
                      </a:cubicBezTo>
                      <a:cubicBezTo>
                        <a:pt x="206" y="5"/>
                        <a:pt x="220" y="0"/>
                        <a:pt x="235" y="0"/>
                      </a:cubicBezTo>
                      <a:cubicBezTo>
                        <a:pt x="236" y="0"/>
                        <a:pt x="238" y="0"/>
                        <a:pt x="240" y="0"/>
                      </a:cubicBezTo>
                      <a:cubicBezTo>
                        <a:pt x="256" y="1"/>
                        <a:pt x="272" y="9"/>
                        <a:pt x="282" y="22"/>
                      </a:cubicBezTo>
                      <a:cubicBezTo>
                        <a:pt x="282" y="22"/>
                        <a:pt x="282" y="22"/>
                        <a:pt x="282" y="22"/>
                      </a:cubicBezTo>
                      <a:cubicBezTo>
                        <a:pt x="291" y="35"/>
                        <a:pt x="291" y="35"/>
                        <a:pt x="291" y="35"/>
                      </a:cubicBezTo>
                      <a:cubicBezTo>
                        <a:pt x="291" y="35"/>
                        <a:pt x="291" y="35"/>
                        <a:pt x="291" y="35"/>
                      </a:cubicBezTo>
                      <a:cubicBezTo>
                        <a:pt x="296" y="45"/>
                        <a:pt x="298" y="56"/>
                        <a:pt x="297" y="67"/>
                      </a:cubicBezTo>
                      <a:cubicBezTo>
                        <a:pt x="297" y="67"/>
                        <a:pt x="297" y="67"/>
                        <a:pt x="297" y="67"/>
                      </a:cubicBezTo>
                      <a:cubicBezTo>
                        <a:pt x="296" y="69"/>
                        <a:pt x="296" y="69"/>
                        <a:pt x="296" y="69"/>
                      </a:cubicBezTo>
                      <a:cubicBezTo>
                        <a:pt x="293" y="84"/>
                        <a:pt x="293" y="84"/>
                        <a:pt x="293" y="84"/>
                      </a:cubicBezTo>
                      <a:cubicBezTo>
                        <a:pt x="293" y="85"/>
                        <a:pt x="293" y="85"/>
                        <a:pt x="293" y="85"/>
                      </a:cubicBezTo>
                      <a:cubicBezTo>
                        <a:pt x="289" y="95"/>
                        <a:pt x="283" y="104"/>
                        <a:pt x="275" y="111"/>
                      </a:cubicBezTo>
                      <a:cubicBezTo>
                        <a:pt x="263" y="120"/>
                        <a:pt x="249" y="125"/>
                        <a:pt x="235" y="125"/>
                      </a:cubicBezTo>
                      <a:cubicBezTo>
                        <a:pt x="234" y="125"/>
                        <a:pt x="233" y="125"/>
                        <a:pt x="232" y="125"/>
                      </a:cubicBezTo>
                      <a:cubicBezTo>
                        <a:pt x="226" y="141"/>
                        <a:pt x="214" y="153"/>
                        <a:pt x="199" y="160"/>
                      </a:cubicBezTo>
                      <a:cubicBezTo>
                        <a:pt x="191" y="163"/>
                        <a:pt x="183" y="165"/>
                        <a:pt x="175" y="165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" name="ïŝlîḓê"/>
                <p:cNvSpPr/>
                <p:nvPr/>
              </p:nvSpPr>
              <p:spPr bwMode="auto">
                <a:xfrm>
                  <a:off x="6056631" y="4238135"/>
                  <a:ext cx="814114" cy="466084"/>
                </a:xfrm>
                <a:custGeom>
                  <a:avLst/>
                  <a:gdLst>
                    <a:gd name="T0" fmla="*/ 246 w 311"/>
                    <a:gd name="T1" fmla="*/ 13 h 178"/>
                    <a:gd name="T2" fmla="*/ 292 w 311"/>
                    <a:gd name="T3" fmla="*/ 45 h 178"/>
                    <a:gd name="T4" fmla="*/ 297 w 311"/>
                    <a:gd name="T5" fmla="*/ 75 h 178"/>
                    <a:gd name="T6" fmla="*/ 277 w 311"/>
                    <a:gd name="T7" fmla="*/ 113 h 178"/>
                    <a:gd name="T8" fmla="*/ 237 w 311"/>
                    <a:gd name="T9" fmla="*/ 126 h 178"/>
                    <a:gd name="T10" fmla="*/ 203 w 311"/>
                    <a:gd name="T11" fmla="*/ 161 h 178"/>
                    <a:gd name="T12" fmla="*/ 152 w 311"/>
                    <a:gd name="T13" fmla="*/ 154 h 178"/>
                    <a:gd name="T14" fmla="*/ 132 w 311"/>
                    <a:gd name="T15" fmla="*/ 142 h 178"/>
                    <a:gd name="T16" fmla="*/ 98 w 311"/>
                    <a:gd name="T17" fmla="*/ 158 h 178"/>
                    <a:gd name="T18" fmla="*/ 61 w 311"/>
                    <a:gd name="T19" fmla="*/ 155 h 178"/>
                    <a:gd name="T20" fmla="*/ 22 w 311"/>
                    <a:gd name="T21" fmla="*/ 120 h 178"/>
                    <a:gd name="T22" fmla="*/ 16 w 311"/>
                    <a:gd name="T23" fmla="*/ 84 h 178"/>
                    <a:gd name="T24" fmla="*/ 29 w 311"/>
                    <a:gd name="T25" fmla="*/ 47 h 178"/>
                    <a:gd name="T26" fmla="*/ 74 w 311"/>
                    <a:gd name="T27" fmla="*/ 18 h 178"/>
                    <a:gd name="T28" fmla="*/ 127 w 311"/>
                    <a:gd name="T29" fmla="*/ 30 h 178"/>
                    <a:gd name="T30" fmla="*/ 137 w 311"/>
                    <a:gd name="T31" fmla="*/ 39 h 178"/>
                    <a:gd name="T32" fmla="*/ 168 w 311"/>
                    <a:gd name="T33" fmla="*/ 23 h 178"/>
                    <a:gd name="T34" fmla="*/ 206 w 311"/>
                    <a:gd name="T35" fmla="*/ 26 h 178"/>
                    <a:gd name="T36" fmla="*/ 242 w 311"/>
                    <a:gd name="T37" fmla="*/ 0 h 178"/>
                    <a:gd name="T38" fmla="*/ 197 w 311"/>
                    <a:gd name="T39" fmla="*/ 17 h 178"/>
                    <a:gd name="T40" fmla="*/ 169 w 311"/>
                    <a:gd name="T41" fmla="*/ 10 h 178"/>
                    <a:gd name="T42" fmla="*/ 136 w 311"/>
                    <a:gd name="T43" fmla="*/ 21 h 178"/>
                    <a:gd name="T44" fmla="*/ 135 w 311"/>
                    <a:gd name="T45" fmla="*/ 20 h 178"/>
                    <a:gd name="T46" fmla="*/ 94 w 311"/>
                    <a:gd name="T47" fmla="*/ 5 h 178"/>
                    <a:gd name="T48" fmla="*/ 92 w 311"/>
                    <a:gd name="T49" fmla="*/ 5 h 178"/>
                    <a:gd name="T50" fmla="*/ 73 w 311"/>
                    <a:gd name="T51" fmla="*/ 5 h 178"/>
                    <a:gd name="T52" fmla="*/ 71 w 311"/>
                    <a:gd name="T53" fmla="*/ 6 h 178"/>
                    <a:gd name="T54" fmla="*/ 32 w 311"/>
                    <a:gd name="T55" fmla="*/ 25 h 178"/>
                    <a:gd name="T56" fmla="*/ 25 w 311"/>
                    <a:gd name="T57" fmla="*/ 32 h 178"/>
                    <a:gd name="T58" fmla="*/ 18 w 311"/>
                    <a:gd name="T59" fmla="*/ 40 h 178"/>
                    <a:gd name="T60" fmla="*/ 16 w 311"/>
                    <a:gd name="T61" fmla="*/ 43 h 178"/>
                    <a:gd name="T62" fmla="*/ 4 w 311"/>
                    <a:gd name="T63" fmla="*/ 74 h 178"/>
                    <a:gd name="T64" fmla="*/ 10 w 311"/>
                    <a:gd name="T65" fmla="*/ 125 h 178"/>
                    <a:gd name="T66" fmla="*/ 11 w 311"/>
                    <a:gd name="T67" fmla="*/ 125 h 178"/>
                    <a:gd name="T68" fmla="*/ 38 w 311"/>
                    <a:gd name="T69" fmla="*/ 158 h 178"/>
                    <a:gd name="T70" fmla="*/ 55 w 311"/>
                    <a:gd name="T71" fmla="*/ 166 h 178"/>
                    <a:gd name="T72" fmla="*/ 56 w 311"/>
                    <a:gd name="T73" fmla="*/ 167 h 178"/>
                    <a:gd name="T74" fmla="*/ 85 w 311"/>
                    <a:gd name="T75" fmla="*/ 172 h 178"/>
                    <a:gd name="T76" fmla="*/ 101 w 311"/>
                    <a:gd name="T77" fmla="*/ 171 h 178"/>
                    <a:gd name="T78" fmla="*/ 128 w 311"/>
                    <a:gd name="T79" fmla="*/ 160 h 178"/>
                    <a:gd name="T80" fmla="*/ 145 w 311"/>
                    <a:gd name="T81" fmla="*/ 165 h 178"/>
                    <a:gd name="T82" fmla="*/ 208 w 311"/>
                    <a:gd name="T83" fmla="*/ 173 h 178"/>
                    <a:gd name="T84" fmla="*/ 286 w 311"/>
                    <a:gd name="T85" fmla="*/ 123 h 178"/>
                    <a:gd name="T86" fmla="*/ 306 w 311"/>
                    <a:gd name="T87" fmla="*/ 93 h 178"/>
                    <a:gd name="T88" fmla="*/ 307 w 311"/>
                    <a:gd name="T89" fmla="*/ 91 h 178"/>
                    <a:gd name="T90" fmla="*/ 310 w 311"/>
                    <a:gd name="T91" fmla="*/ 77 h 178"/>
                    <a:gd name="T92" fmla="*/ 310 w 311"/>
                    <a:gd name="T93" fmla="*/ 75 h 178"/>
                    <a:gd name="T94" fmla="*/ 304 w 311"/>
                    <a:gd name="T95" fmla="*/ 39 h 178"/>
                    <a:gd name="T96" fmla="*/ 303 w 311"/>
                    <a:gd name="T97" fmla="*/ 38 h 178"/>
                    <a:gd name="T98" fmla="*/ 295 w 311"/>
                    <a:gd name="T99" fmla="*/ 26 h 178"/>
                    <a:gd name="T100" fmla="*/ 294 w 311"/>
                    <a:gd name="T101" fmla="*/ 25 h 178"/>
                    <a:gd name="T102" fmla="*/ 242 w 311"/>
                    <a:gd name="T103" fmla="*/ 0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311" h="178">
                      <a:moveTo>
                        <a:pt x="242" y="13"/>
                      </a:moveTo>
                      <a:cubicBezTo>
                        <a:pt x="243" y="13"/>
                        <a:pt x="245" y="13"/>
                        <a:pt x="246" y="13"/>
                      </a:cubicBezTo>
                      <a:cubicBezTo>
                        <a:pt x="261" y="15"/>
                        <a:pt x="275" y="22"/>
                        <a:pt x="284" y="33"/>
                      </a:cubicBezTo>
                      <a:cubicBezTo>
                        <a:pt x="287" y="37"/>
                        <a:pt x="289" y="41"/>
                        <a:pt x="292" y="45"/>
                      </a:cubicBezTo>
                      <a:cubicBezTo>
                        <a:pt x="296" y="54"/>
                        <a:pt x="298" y="64"/>
                        <a:pt x="297" y="74"/>
                      </a:cubicBezTo>
                      <a:cubicBezTo>
                        <a:pt x="297" y="74"/>
                        <a:pt x="297" y="75"/>
                        <a:pt x="297" y="75"/>
                      </a:cubicBezTo>
                      <a:cubicBezTo>
                        <a:pt x="296" y="80"/>
                        <a:pt x="295" y="85"/>
                        <a:pt x="294" y="90"/>
                      </a:cubicBezTo>
                      <a:cubicBezTo>
                        <a:pt x="290" y="99"/>
                        <a:pt x="285" y="107"/>
                        <a:pt x="277" y="113"/>
                      </a:cubicBezTo>
                      <a:cubicBezTo>
                        <a:pt x="267" y="121"/>
                        <a:pt x="255" y="126"/>
                        <a:pt x="242" y="126"/>
                      </a:cubicBezTo>
                      <a:cubicBezTo>
                        <a:pt x="240" y="126"/>
                        <a:pt x="239" y="126"/>
                        <a:pt x="237" y="126"/>
                      </a:cubicBezTo>
                      <a:cubicBezTo>
                        <a:pt x="236" y="126"/>
                        <a:pt x="235" y="126"/>
                        <a:pt x="234" y="125"/>
                      </a:cubicBezTo>
                      <a:cubicBezTo>
                        <a:pt x="230" y="141"/>
                        <a:pt x="219" y="154"/>
                        <a:pt x="203" y="161"/>
                      </a:cubicBezTo>
                      <a:cubicBezTo>
                        <a:pt x="196" y="164"/>
                        <a:pt x="189" y="165"/>
                        <a:pt x="182" y="165"/>
                      </a:cubicBezTo>
                      <a:cubicBezTo>
                        <a:pt x="171" y="165"/>
                        <a:pt x="160" y="161"/>
                        <a:pt x="152" y="154"/>
                      </a:cubicBezTo>
                      <a:cubicBezTo>
                        <a:pt x="145" y="150"/>
                        <a:pt x="139" y="145"/>
                        <a:pt x="134" y="140"/>
                      </a:cubicBezTo>
                      <a:cubicBezTo>
                        <a:pt x="133" y="141"/>
                        <a:pt x="133" y="141"/>
                        <a:pt x="132" y="142"/>
                      </a:cubicBezTo>
                      <a:cubicBezTo>
                        <a:pt x="129" y="145"/>
                        <a:pt x="125" y="147"/>
                        <a:pt x="121" y="149"/>
                      </a:cubicBezTo>
                      <a:cubicBezTo>
                        <a:pt x="114" y="154"/>
                        <a:pt x="109" y="155"/>
                        <a:pt x="98" y="158"/>
                      </a:cubicBezTo>
                      <a:cubicBezTo>
                        <a:pt x="94" y="159"/>
                        <a:pt x="89" y="159"/>
                        <a:pt x="85" y="159"/>
                      </a:cubicBezTo>
                      <a:cubicBezTo>
                        <a:pt x="77" y="159"/>
                        <a:pt x="69" y="158"/>
                        <a:pt x="61" y="155"/>
                      </a:cubicBezTo>
                      <a:cubicBezTo>
                        <a:pt x="56" y="152"/>
                        <a:pt x="50" y="149"/>
                        <a:pt x="45" y="147"/>
                      </a:cubicBezTo>
                      <a:cubicBezTo>
                        <a:pt x="35" y="140"/>
                        <a:pt x="28" y="131"/>
                        <a:pt x="22" y="120"/>
                      </a:cubicBezTo>
                      <a:cubicBezTo>
                        <a:pt x="18" y="109"/>
                        <a:pt x="13" y="95"/>
                        <a:pt x="16" y="83"/>
                      </a:cubicBezTo>
                      <a:cubicBezTo>
                        <a:pt x="16" y="84"/>
                        <a:pt x="16" y="84"/>
                        <a:pt x="16" y="84"/>
                      </a:cubicBezTo>
                      <a:cubicBezTo>
                        <a:pt x="15" y="84"/>
                        <a:pt x="18" y="69"/>
                        <a:pt x="20" y="64"/>
                      </a:cubicBezTo>
                      <a:cubicBezTo>
                        <a:pt x="22" y="58"/>
                        <a:pt x="26" y="53"/>
                        <a:pt x="29" y="47"/>
                      </a:cubicBezTo>
                      <a:cubicBezTo>
                        <a:pt x="33" y="43"/>
                        <a:pt x="37" y="38"/>
                        <a:pt x="41" y="34"/>
                      </a:cubicBezTo>
                      <a:cubicBezTo>
                        <a:pt x="50" y="26"/>
                        <a:pt x="61" y="21"/>
                        <a:pt x="74" y="18"/>
                      </a:cubicBezTo>
                      <a:cubicBezTo>
                        <a:pt x="80" y="18"/>
                        <a:pt x="86" y="18"/>
                        <a:pt x="92" y="17"/>
                      </a:cubicBezTo>
                      <a:cubicBezTo>
                        <a:pt x="105" y="18"/>
                        <a:pt x="117" y="23"/>
                        <a:pt x="127" y="30"/>
                      </a:cubicBezTo>
                      <a:cubicBezTo>
                        <a:pt x="127" y="30"/>
                        <a:pt x="127" y="30"/>
                        <a:pt x="127" y="30"/>
                      </a:cubicBezTo>
                      <a:cubicBezTo>
                        <a:pt x="130" y="33"/>
                        <a:pt x="134" y="36"/>
                        <a:pt x="137" y="39"/>
                      </a:cubicBezTo>
                      <a:cubicBezTo>
                        <a:pt x="143" y="29"/>
                        <a:pt x="154" y="23"/>
                        <a:pt x="165" y="23"/>
                      </a:cubicBezTo>
                      <a:cubicBezTo>
                        <a:pt x="166" y="23"/>
                        <a:pt x="167" y="23"/>
                        <a:pt x="168" y="23"/>
                      </a:cubicBezTo>
                      <a:cubicBezTo>
                        <a:pt x="179" y="24"/>
                        <a:pt x="189" y="31"/>
                        <a:pt x="194" y="40"/>
                      </a:cubicBezTo>
                      <a:cubicBezTo>
                        <a:pt x="197" y="35"/>
                        <a:pt x="201" y="30"/>
                        <a:pt x="206" y="26"/>
                      </a:cubicBezTo>
                      <a:cubicBezTo>
                        <a:pt x="216" y="18"/>
                        <a:pt x="229" y="13"/>
                        <a:pt x="242" y="13"/>
                      </a:cubicBezTo>
                      <a:moveTo>
                        <a:pt x="242" y="0"/>
                      </a:moveTo>
                      <a:cubicBezTo>
                        <a:pt x="242" y="0"/>
                        <a:pt x="242" y="0"/>
                        <a:pt x="242" y="0"/>
                      </a:cubicBezTo>
                      <a:cubicBezTo>
                        <a:pt x="226" y="0"/>
                        <a:pt x="210" y="6"/>
                        <a:pt x="197" y="17"/>
                      </a:cubicBezTo>
                      <a:cubicBezTo>
                        <a:pt x="196" y="18"/>
                        <a:pt x="195" y="19"/>
                        <a:pt x="194" y="20"/>
                      </a:cubicBezTo>
                      <a:cubicBezTo>
                        <a:pt x="187" y="14"/>
                        <a:pt x="178" y="11"/>
                        <a:pt x="169" y="10"/>
                      </a:cubicBezTo>
                      <a:cubicBezTo>
                        <a:pt x="168" y="10"/>
                        <a:pt x="167" y="10"/>
                        <a:pt x="165" y="10"/>
                      </a:cubicBezTo>
                      <a:cubicBezTo>
                        <a:pt x="155" y="10"/>
                        <a:pt x="144" y="14"/>
                        <a:pt x="136" y="21"/>
                      </a:cubicBezTo>
                      <a:cubicBezTo>
                        <a:pt x="135" y="20"/>
                        <a:pt x="135" y="20"/>
                        <a:pt x="135" y="20"/>
                      </a:cubicBezTo>
                      <a:cubicBezTo>
                        <a:pt x="135" y="20"/>
                        <a:pt x="135" y="20"/>
                        <a:pt x="135" y="20"/>
                      </a:cubicBezTo>
                      <a:cubicBezTo>
                        <a:pt x="135" y="19"/>
                        <a:pt x="135" y="19"/>
                        <a:pt x="135" y="19"/>
                      </a:cubicBezTo>
                      <a:cubicBezTo>
                        <a:pt x="122" y="11"/>
                        <a:pt x="108" y="6"/>
                        <a:pt x="94" y="5"/>
                      </a:cubicBezTo>
                      <a:cubicBezTo>
                        <a:pt x="93" y="4"/>
                        <a:pt x="93" y="4"/>
                        <a:pt x="93" y="4"/>
                      </a:cubicBezTo>
                      <a:cubicBezTo>
                        <a:pt x="92" y="5"/>
                        <a:pt x="92" y="5"/>
                        <a:pt x="92" y="5"/>
                      </a:cubicBezTo>
                      <a:cubicBezTo>
                        <a:pt x="90" y="5"/>
                        <a:pt x="90" y="5"/>
                        <a:pt x="90" y="5"/>
                      </a:cubicBezTo>
                      <a:cubicBezTo>
                        <a:pt x="73" y="5"/>
                        <a:pt x="73" y="5"/>
                        <a:pt x="73" y="5"/>
                      </a:cubicBezTo>
                      <a:cubicBezTo>
                        <a:pt x="72" y="6"/>
                        <a:pt x="72" y="6"/>
                        <a:pt x="72" y="6"/>
                      </a:cubicBezTo>
                      <a:cubicBezTo>
                        <a:pt x="71" y="6"/>
                        <a:pt x="71" y="6"/>
                        <a:pt x="71" y="6"/>
                      </a:cubicBezTo>
                      <a:cubicBezTo>
                        <a:pt x="57" y="8"/>
                        <a:pt x="44" y="15"/>
                        <a:pt x="33" y="24"/>
                      </a:cubicBezTo>
                      <a:cubicBezTo>
                        <a:pt x="32" y="25"/>
                        <a:pt x="32" y="25"/>
                        <a:pt x="32" y="25"/>
                      </a:cubicBezTo>
                      <a:cubicBezTo>
                        <a:pt x="31" y="25"/>
                        <a:pt x="31" y="25"/>
                        <a:pt x="31" y="25"/>
                      </a:cubicBezTo>
                      <a:cubicBezTo>
                        <a:pt x="25" y="32"/>
                        <a:pt x="25" y="32"/>
                        <a:pt x="25" y="32"/>
                      </a:cubicBezTo>
                      <a:cubicBezTo>
                        <a:pt x="19" y="38"/>
                        <a:pt x="19" y="38"/>
                        <a:pt x="19" y="38"/>
                      </a:cubicBezTo>
                      <a:cubicBezTo>
                        <a:pt x="18" y="40"/>
                        <a:pt x="18" y="40"/>
                        <a:pt x="18" y="40"/>
                      </a:cubicBezTo>
                      <a:cubicBezTo>
                        <a:pt x="18" y="41"/>
                        <a:pt x="18" y="41"/>
                        <a:pt x="18" y="41"/>
                      </a:cubicBezTo>
                      <a:cubicBezTo>
                        <a:pt x="17" y="42"/>
                        <a:pt x="17" y="43"/>
                        <a:pt x="16" y="43"/>
                      </a:cubicBezTo>
                      <a:cubicBezTo>
                        <a:pt x="13" y="48"/>
                        <a:pt x="10" y="54"/>
                        <a:pt x="8" y="60"/>
                      </a:cubicBezTo>
                      <a:cubicBezTo>
                        <a:pt x="7" y="61"/>
                        <a:pt x="6" y="64"/>
                        <a:pt x="4" y="74"/>
                      </a:cubicBezTo>
                      <a:cubicBezTo>
                        <a:pt x="4" y="77"/>
                        <a:pt x="3" y="79"/>
                        <a:pt x="3" y="81"/>
                      </a:cubicBezTo>
                      <a:cubicBezTo>
                        <a:pt x="0" y="97"/>
                        <a:pt x="5" y="112"/>
                        <a:pt x="10" y="125"/>
                      </a:cubicBezTo>
                      <a:cubicBezTo>
                        <a:pt x="10" y="125"/>
                        <a:pt x="10" y="125"/>
                        <a:pt x="10" y="125"/>
                      </a:cubicBezTo>
                      <a:cubicBezTo>
                        <a:pt x="11" y="125"/>
                        <a:pt x="11" y="125"/>
                        <a:pt x="11" y="125"/>
                      </a:cubicBezTo>
                      <a:cubicBezTo>
                        <a:pt x="17" y="138"/>
                        <a:pt x="26" y="149"/>
                        <a:pt x="38" y="157"/>
                      </a:cubicBezTo>
                      <a:cubicBezTo>
                        <a:pt x="38" y="158"/>
                        <a:pt x="38" y="158"/>
                        <a:pt x="38" y="158"/>
                      </a:cubicBezTo>
                      <a:cubicBezTo>
                        <a:pt x="39" y="158"/>
                        <a:pt x="39" y="158"/>
                        <a:pt x="39" y="158"/>
                      </a:cubicBezTo>
                      <a:cubicBezTo>
                        <a:pt x="55" y="166"/>
                        <a:pt x="55" y="166"/>
                        <a:pt x="55" y="166"/>
                      </a:cubicBezTo>
                      <a:cubicBezTo>
                        <a:pt x="55" y="166"/>
                        <a:pt x="55" y="166"/>
                        <a:pt x="55" y="166"/>
                      </a:cubicBezTo>
                      <a:cubicBezTo>
                        <a:pt x="56" y="167"/>
                        <a:pt x="56" y="167"/>
                        <a:pt x="56" y="167"/>
                      </a:cubicBezTo>
                      <a:cubicBezTo>
                        <a:pt x="57" y="167"/>
                        <a:pt x="57" y="167"/>
                        <a:pt x="57" y="167"/>
                      </a:cubicBezTo>
                      <a:cubicBezTo>
                        <a:pt x="66" y="171"/>
                        <a:pt x="75" y="172"/>
                        <a:pt x="85" y="172"/>
                      </a:cubicBezTo>
                      <a:cubicBezTo>
                        <a:pt x="90" y="172"/>
                        <a:pt x="95" y="172"/>
                        <a:pt x="100" y="171"/>
                      </a:cubicBezTo>
                      <a:cubicBezTo>
                        <a:pt x="101" y="171"/>
                        <a:pt x="101" y="171"/>
                        <a:pt x="101" y="171"/>
                      </a:cubicBezTo>
                      <a:cubicBezTo>
                        <a:pt x="101" y="171"/>
                        <a:pt x="101" y="171"/>
                        <a:pt x="101" y="171"/>
                      </a:cubicBezTo>
                      <a:cubicBezTo>
                        <a:pt x="112" y="168"/>
                        <a:pt x="119" y="166"/>
                        <a:pt x="128" y="160"/>
                      </a:cubicBezTo>
                      <a:cubicBezTo>
                        <a:pt x="130" y="159"/>
                        <a:pt x="131" y="158"/>
                        <a:pt x="133" y="157"/>
                      </a:cubicBezTo>
                      <a:cubicBezTo>
                        <a:pt x="137" y="160"/>
                        <a:pt x="141" y="162"/>
                        <a:pt x="145" y="165"/>
                      </a:cubicBezTo>
                      <a:cubicBezTo>
                        <a:pt x="155" y="173"/>
                        <a:pt x="168" y="178"/>
                        <a:pt x="182" y="178"/>
                      </a:cubicBezTo>
                      <a:cubicBezTo>
                        <a:pt x="191" y="178"/>
                        <a:pt x="200" y="176"/>
                        <a:pt x="208" y="173"/>
                      </a:cubicBezTo>
                      <a:cubicBezTo>
                        <a:pt x="224" y="166"/>
                        <a:pt x="236" y="154"/>
                        <a:pt x="243" y="139"/>
                      </a:cubicBezTo>
                      <a:cubicBezTo>
                        <a:pt x="259" y="139"/>
                        <a:pt x="274" y="133"/>
                        <a:pt x="286" y="123"/>
                      </a:cubicBezTo>
                      <a:cubicBezTo>
                        <a:pt x="295" y="115"/>
                        <a:pt x="302" y="105"/>
                        <a:pt x="306" y="94"/>
                      </a:cubicBezTo>
                      <a:cubicBezTo>
                        <a:pt x="306" y="93"/>
                        <a:pt x="306" y="93"/>
                        <a:pt x="306" y="93"/>
                      </a:cubicBezTo>
                      <a:cubicBezTo>
                        <a:pt x="306" y="92"/>
                        <a:pt x="306" y="92"/>
                        <a:pt x="306" y="92"/>
                      </a:cubicBezTo>
                      <a:cubicBezTo>
                        <a:pt x="307" y="91"/>
                        <a:pt x="307" y="91"/>
                        <a:pt x="307" y="91"/>
                      </a:cubicBezTo>
                      <a:cubicBezTo>
                        <a:pt x="308" y="87"/>
                        <a:pt x="309" y="82"/>
                        <a:pt x="309" y="78"/>
                      </a:cubicBezTo>
                      <a:cubicBezTo>
                        <a:pt x="310" y="77"/>
                        <a:pt x="310" y="77"/>
                        <a:pt x="310" y="77"/>
                      </a:cubicBezTo>
                      <a:cubicBezTo>
                        <a:pt x="310" y="76"/>
                        <a:pt x="310" y="76"/>
                        <a:pt x="310" y="76"/>
                      </a:cubicBezTo>
                      <a:cubicBezTo>
                        <a:pt x="310" y="75"/>
                        <a:pt x="310" y="75"/>
                        <a:pt x="310" y="75"/>
                      </a:cubicBezTo>
                      <a:cubicBezTo>
                        <a:pt x="310" y="75"/>
                        <a:pt x="310" y="75"/>
                        <a:pt x="310" y="75"/>
                      </a:cubicBezTo>
                      <a:cubicBezTo>
                        <a:pt x="311" y="62"/>
                        <a:pt x="309" y="50"/>
                        <a:pt x="304" y="39"/>
                      </a:cubicBezTo>
                      <a:cubicBezTo>
                        <a:pt x="303" y="39"/>
                        <a:pt x="303" y="39"/>
                        <a:pt x="303" y="39"/>
                      </a:cubicBezTo>
                      <a:cubicBezTo>
                        <a:pt x="303" y="38"/>
                        <a:pt x="303" y="38"/>
                        <a:pt x="303" y="38"/>
                      </a:cubicBezTo>
                      <a:cubicBezTo>
                        <a:pt x="302" y="36"/>
                        <a:pt x="302" y="36"/>
                        <a:pt x="302" y="36"/>
                      </a:cubicBezTo>
                      <a:cubicBezTo>
                        <a:pt x="299" y="33"/>
                        <a:pt x="297" y="29"/>
                        <a:pt x="295" y="26"/>
                      </a:cubicBezTo>
                      <a:cubicBezTo>
                        <a:pt x="295" y="25"/>
                        <a:pt x="295" y="25"/>
                        <a:pt x="295" y="25"/>
                      </a:cubicBezTo>
                      <a:cubicBezTo>
                        <a:pt x="294" y="25"/>
                        <a:pt x="294" y="25"/>
                        <a:pt x="294" y="25"/>
                      </a:cubicBezTo>
                      <a:cubicBezTo>
                        <a:pt x="282" y="11"/>
                        <a:pt x="265" y="2"/>
                        <a:pt x="247" y="1"/>
                      </a:cubicBezTo>
                      <a:cubicBezTo>
                        <a:pt x="246" y="0"/>
                        <a:pt x="244" y="0"/>
                        <a:pt x="24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" name="îŝľiḑè"/>
                <p:cNvSpPr/>
                <p:nvPr/>
              </p:nvSpPr>
              <p:spPr bwMode="auto">
                <a:xfrm>
                  <a:off x="6022901" y="3857909"/>
                  <a:ext cx="725190" cy="568807"/>
                </a:xfrm>
                <a:custGeom>
                  <a:avLst/>
                  <a:gdLst>
                    <a:gd name="T0" fmla="*/ 198 w 277"/>
                    <a:gd name="T1" fmla="*/ 218 h 218"/>
                    <a:gd name="T2" fmla="*/ 164 w 277"/>
                    <a:gd name="T3" fmla="*/ 210 h 218"/>
                    <a:gd name="T4" fmla="*/ 164 w 277"/>
                    <a:gd name="T5" fmla="*/ 210 h 218"/>
                    <a:gd name="T6" fmla="*/ 147 w 277"/>
                    <a:gd name="T7" fmla="*/ 199 h 218"/>
                    <a:gd name="T8" fmla="*/ 147 w 277"/>
                    <a:gd name="T9" fmla="*/ 198 h 218"/>
                    <a:gd name="T10" fmla="*/ 125 w 277"/>
                    <a:gd name="T11" fmla="*/ 165 h 218"/>
                    <a:gd name="T12" fmla="*/ 124 w 277"/>
                    <a:gd name="T13" fmla="*/ 164 h 218"/>
                    <a:gd name="T14" fmla="*/ 124 w 277"/>
                    <a:gd name="T15" fmla="*/ 163 h 218"/>
                    <a:gd name="T16" fmla="*/ 123 w 277"/>
                    <a:gd name="T17" fmla="*/ 158 h 218"/>
                    <a:gd name="T18" fmla="*/ 116 w 277"/>
                    <a:gd name="T19" fmla="*/ 159 h 218"/>
                    <a:gd name="T20" fmla="*/ 90 w 277"/>
                    <a:gd name="T21" fmla="*/ 149 h 218"/>
                    <a:gd name="T22" fmla="*/ 77 w 277"/>
                    <a:gd name="T23" fmla="*/ 124 h 218"/>
                    <a:gd name="T24" fmla="*/ 66 w 277"/>
                    <a:gd name="T25" fmla="*/ 125 h 218"/>
                    <a:gd name="T26" fmla="*/ 62 w 277"/>
                    <a:gd name="T27" fmla="*/ 125 h 218"/>
                    <a:gd name="T28" fmla="*/ 21 w 277"/>
                    <a:gd name="T29" fmla="*/ 110 h 218"/>
                    <a:gd name="T30" fmla="*/ 0 w 277"/>
                    <a:gd name="T31" fmla="*/ 67 h 218"/>
                    <a:gd name="T32" fmla="*/ 0 w 277"/>
                    <a:gd name="T33" fmla="*/ 67 h 218"/>
                    <a:gd name="T34" fmla="*/ 1 w 277"/>
                    <a:gd name="T35" fmla="*/ 52 h 218"/>
                    <a:gd name="T36" fmla="*/ 1 w 277"/>
                    <a:gd name="T37" fmla="*/ 51 h 218"/>
                    <a:gd name="T38" fmla="*/ 15 w 277"/>
                    <a:gd name="T39" fmla="*/ 22 h 218"/>
                    <a:gd name="T40" fmla="*/ 16 w 277"/>
                    <a:gd name="T41" fmla="*/ 22 h 218"/>
                    <a:gd name="T42" fmla="*/ 17 w 277"/>
                    <a:gd name="T43" fmla="*/ 21 h 218"/>
                    <a:gd name="T44" fmla="*/ 29 w 277"/>
                    <a:gd name="T45" fmla="*/ 10 h 218"/>
                    <a:gd name="T46" fmla="*/ 29 w 277"/>
                    <a:gd name="T47" fmla="*/ 10 h 218"/>
                    <a:gd name="T48" fmla="*/ 59 w 277"/>
                    <a:gd name="T49" fmla="*/ 0 h 218"/>
                    <a:gd name="T50" fmla="*/ 63 w 277"/>
                    <a:gd name="T51" fmla="*/ 0 h 218"/>
                    <a:gd name="T52" fmla="*/ 102 w 277"/>
                    <a:gd name="T53" fmla="*/ 14 h 218"/>
                    <a:gd name="T54" fmla="*/ 135 w 277"/>
                    <a:gd name="T55" fmla="*/ 4 h 218"/>
                    <a:gd name="T56" fmla="*/ 149 w 277"/>
                    <a:gd name="T57" fmla="*/ 6 h 218"/>
                    <a:gd name="T58" fmla="*/ 191 w 277"/>
                    <a:gd name="T59" fmla="*/ 46 h 218"/>
                    <a:gd name="T60" fmla="*/ 196 w 277"/>
                    <a:gd name="T61" fmla="*/ 63 h 218"/>
                    <a:gd name="T62" fmla="*/ 198 w 277"/>
                    <a:gd name="T63" fmla="*/ 63 h 218"/>
                    <a:gd name="T64" fmla="*/ 208 w 277"/>
                    <a:gd name="T65" fmla="*/ 64 h 218"/>
                    <a:gd name="T66" fmla="*/ 233 w 277"/>
                    <a:gd name="T67" fmla="*/ 71 h 218"/>
                    <a:gd name="T68" fmla="*/ 234 w 277"/>
                    <a:gd name="T69" fmla="*/ 71 h 218"/>
                    <a:gd name="T70" fmla="*/ 264 w 277"/>
                    <a:gd name="T71" fmla="*/ 98 h 218"/>
                    <a:gd name="T72" fmla="*/ 264 w 277"/>
                    <a:gd name="T73" fmla="*/ 98 h 218"/>
                    <a:gd name="T74" fmla="*/ 272 w 277"/>
                    <a:gd name="T75" fmla="*/ 116 h 218"/>
                    <a:gd name="T76" fmla="*/ 272 w 277"/>
                    <a:gd name="T77" fmla="*/ 116 h 218"/>
                    <a:gd name="T78" fmla="*/ 275 w 277"/>
                    <a:gd name="T79" fmla="*/ 154 h 218"/>
                    <a:gd name="T80" fmla="*/ 275 w 277"/>
                    <a:gd name="T81" fmla="*/ 155 h 218"/>
                    <a:gd name="T82" fmla="*/ 257 w 277"/>
                    <a:gd name="T83" fmla="*/ 191 h 218"/>
                    <a:gd name="T84" fmla="*/ 251 w 277"/>
                    <a:gd name="T85" fmla="*/ 196 h 218"/>
                    <a:gd name="T86" fmla="*/ 241 w 277"/>
                    <a:gd name="T87" fmla="*/ 204 h 218"/>
                    <a:gd name="T88" fmla="*/ 226 w 277"/>
                    <a:gd name="T89" fmla="*/ 212 h 218"/>
                    <a:gd name="T90" fmla="*/ 222 w 277"/>
                    <a:gd name="T91" fmla="*/ 214 h 218"/>
                    <a:gd name="T92" fmla="*/ 203 w 277"/>
                    <a:gd name="T93" fmla="*/ 217 h 218"/>
                    <a:gd name="T94" fmla="*/ 203 w 277"/>
                    <a:gd name="T95" fmla="*/ 217 h 218"/>
                    <a:gd name="T96" fmla="*/ 198 w 277"/>
                    <a:gd name="T97" fmla="*/ 218 h 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77" h="218">
                      <a:moveTo>
                        <a:pt x="198" y="218"/>
                      </a:moveTo>
                      <a:cubicBezTo>
                        <a:pt x="186" y="218"/>
                        <a:pt x="175" y="215"/>
                        <a:pt x="164" y="210"/>
                      </a:cubicBezTo>
                      <a:cubicBezTo>
                        <a:pt x="164" y="210"/>
                        <a:pt x="164" y="210"/>
                        <a:pt x="164" y="210"/>
                      </a:cubicBezTo>
                      <a:cubicBezTo>
                        <a:pt x="147" y="199"/>
                        <a:pt x="147" y="199"/>
                        <a:pt x="147" y="199"/>
                      </a:cubicBezTo>
                      <a:cubicBezTo>
                        <a:pt x="147" y="198"/>
                        <a:pt x="147" y="198"/>
                        <a:pt x="147" y="198"/>
                      </a:cubicBezTo>
                      <a:cubicBezTo>
                        <a:pt x="137" y="189"/>
                        <a:pt x="129" y="178"/>
                        <a:pt x="125" y="165"/>
                      </a:cubicBezTo>
                      <a:cubicBezTo>
                        <a:pt x="124" y="164"/>
                        <a:pt x="124" y="164"/>
                        <a:pt x="124" y="164"/>
                      </a:cubicBezTo>
                      <a:cubicBezTo>
                        <a:pt x="124" y="163"/>
                        <a:pt x="124" y="163"/>
                        <a:pt x="124" y="163"/>
                      </a:cubicBezTo>
                      <a:cubicBezTo>
                        <a:pt x="123" y="158"/>
                        <a:pt x="123" y="158"/>
                        <a:pt x="123" y="158"/>
                      </a:cubicBezTo>
                      <a:cubicBezTo>
                        <a:pt x="121" y="158"/>
                        <a:pt x="118" y="159"/>
                        <a:pt x="116" y="159"/>
                      </a:cubicBezTo>
                      <a:cubicBezTo>
                        <a:pt x="106" y="159"/>
                        <a:pt x="97" y="155"/>
                        <a:pt x="90" y="149"/>
                      </a:cubicBezTo>
                      <a:cubicBezTo>
                        <a:pt x="82" y="142"/>
                        <a:pt x="78" y="133"/>
                        <a:pt x="77" y="124"/>
                      </a:cubicBezTo>
                      <a:cubicBezTo>
                        <a:pt x="73" y="124"/>
                        <a:pt x="70" y="125"/>
                        <a:pt x="66" y="125"/>
                      </a:cubicBezTo>
                      <a:cubicBezTo>
                        <a:pt x="65" y="125"/>
                        <a:pt x="63" y="125"/>
                        <a:pt x="62" y="125"/>
                      </a:cubicBezTo>
                      <a:cubicBezTo>
                        <a:pt x="47" y="125"/>
                        <a:pt x="32" y="120"/>
                        <a:pt x="21" y="110"/>
                      </a:cubicBezTo>
                      <a:cubicBezTo>
                        <a:pt x="9" y="99"/>
                        <a:pt x="1" y="83"/>
                        <a:pt x="0" y="67"/>
                      </a:cubicBezTo>
                      <a:cubicBezTo>
                        <a:pt x="0" y="67"/>
                        <a:pt x="0" y="67"/>
                        <a:pt x="0" y="67"/>
                      </a:cubicBezTo>
                      <a:cubicBezTo>
                        <a:pt x="1" y="52"/>
                        <a:pt x="1" y="52"/>
                        <a:pt x="1" y="52"/>
                      </a:cubicBezTo>
                      <a:cubicBezTo>
                        <a:pt x="1" y="51"/>
                        <a:pt x="1" y="51"/>
                        <a:pt x="1" y="51"/>
                      </a:cubicBezTo>
                      <a:cubicBezTo>
                        <a:pt x="3" y="40"/>
                        <a:pt x="8" y="31"/>
                        <a:pt x="15" y="22"/>
                      </a:cubicBezTo>
                      <a:cubicBezTo>
                        <a:pt x="16" y="22"/>
                        <a:pt x="16" y="22"/>
                        <a:pt x="16" y="22"/>
                      </a:cubicBezTo>
                      <a:cubicBezTo>
                        <a:pt x="17" y="21"/>
                        <a:pt x="17" y="21"/>
                        <a:pt x="17" y="21"/>
                      </a:cubicBezTo>
                      <a:cubicBezTo>
                        <a:pt x="29" y="10"/>
                        <a:pt x="29" y="10"/>
                        <a:pt x="29" y="10"/>
                      </a:cubicBezTo>
                      <a:cubicBezTo>
                        <a:pt x="29" y="10"/>
                        <a:pt x="29" y="10"/>
                        <a:pt x="29" y="10"/>
                      </a:cubicBezTo>
                      <a:cubicBezTo>
                        <a:pt x="38" y="4"/>
                        <a:pt x="48" y="1"/>
                        <a:pt x="59" y="0"/>
                      </a:cubicBezTo>
                      <a:cubicBezTo>
                        <a:pt x="60" y="0"/>
                        <a:pt x="62" y="0"/>
                        <a:pt x="63" y="0"/>
                      </a:cubicBezTo>
                      <a:cubicBezTo>
                        <a:pt x="77" y="0"/>
                        <a:pt x="91" y="5"/>
                        <a:pt x="102" y="14"/>
                      </a:cubicBezTo>
                      <a:cubicBezTo>
                        <a:pt x="112" y="8"/>
                        <a:pt x="123" y="4"/>
                        <a:pt x="135" y="4"/>
                      </a:cubicBezTo>
                      <a:cubicBezTo>
                        <a:pt x="140" y="4"/>
                        <a:pt x="144" y="5"/>
                        <a:pt x="149" y="6"/>
                      </a:cubicBezTo>
                      <a:cubicBezTo>
                        <a:pt x="170" y="11"/>
                        <a:pt x="186" y="27"/>
                        <a:pt x="191" y="46"/>
                      </a:cubicBezTo>
                      <a:cubicBezTo>
                        <a:pt x="193" y="52"/>
                        <a:pt x="195" y="58"/>
                        <a:pt x="196" y="63"/>
                      </a:cubicBezTo>
                      <a:cubicBezTo>
                        <a:pt x="197" y="63"/>
                        <a:pt x="197" y="63"/>
                        <a:pt x="198" y="63"/>
                      </a:cubicBezTo>
                      <a:cubicBezTo>
                        <a:pt x="201" y="63"/>
                        <a:pt x="204" y="64"/>
                        <a:pt x="208" y="64"/>
                      </a:cubicBezTo>
                      <a:cubicBezTo>
                        <a:pt x="216" y="65"/>
                        <a:pt x="223" y="67"/>
                        <a:pt x="233" y="71"/>
                      </a:cubicBezTo>
                      <a:cubicBezTo>
                        <a:pt x="234" y="71"/>
                        <a:pt x="234" y="71"/>
                        <a:pt x="234" y="71"/>
                      </a:cubicBezTo>
                      <a:cubicBezTo>
                        <a:pt x="246" y="78"/>
                        <a:pt x="256" y="87"/>
                        <a:pt x="264" y="98"/>
                      </a:cubicBezTo>
                      <a:cubicBezTo>
                        <a:pt x="264" y="98"/>
                        <a:pt x="264" y="98"/>
                        <a:pt x="264" y="98"/>
                      </a:cubicBezTo>
                      <a:cubicBezTo>
                        <a:pt x="272" y="116"/>
                        <a:pt x="272" y="116"/>
                        <a:pt x="272" y="116"/>
                      </a:cubicBezTo>
                      <a:cubicBezTo>
                        <a:pt x="272" y="116"/>
                        <a:pt x="272" y="116"/>
                        <a:pt x="272" y="116"/>
                      </a:cubicBezTo>
                      <a:cubicBezTo>
                        <a:pt x="277" y="128"/>
                        <a:pt x="277" y="141"/>
                        <a:pt x="275" y="154"/>
                      </a:cubicBezTo>
                      <a:cubicBezTo>
                        <a:pt x="275" y="155"/>
                        <a:pt x="275" y="155"/>
                        <a:pt x="275" y="155"/>
                      </a:cubicBezTo>
                      <a:cubicBezTo>
                        <a:pt x="272" y="167"/>
                        <a:pt x="267" y="182"/>
                        <a:pt x="257" y="191"/>
                      </a:cubicBezTo>
                      <a:cubicBezTo>
                        <a:pt x="255" y="192"/>
                        <a:pt x="254" y="194"/>
                        <a:pt x="251" y="196"/>
                      </a:cubicBezTo>
                      <a:cubicBezTo>
                        <a:pt x="247" y="200"/>
                        <a:pt x="243" y="203"/>
                        <a:pt x="241" y="204"/>
                      </a:cubicBezTo>
                      <a:cubicBezTo>
                        <a:pt x="236" y="208"/>
                        <a:pt x="231" y="210"/>
                        <a:pt x="226" y="212"/>
                      </a:cubicBezTo>
                      <a:cubicBezTo>
                        <a:pt x="222" y="214"/>
                        <a:pt x="222" y="214"/>
                        <a:pt x="222" y="214"/>
                      </a:cubicBezTo>
                      <a:cubicBezTo>
                        <a:pt x="203" y="217"/>
                        <a:pt x="203" y="217"/>
                        <a:pt x="203" y="217"/>
                      </a:cubicBezTo>
                      <a:cubicBezTo>
                        <a:pt x="203" y="217"/>
                        <a:pt x="203" y="217"/>
                        <a:pt x="203" y="217"/>
                      </a:cubicBezTo>
                      <a:cubicBezTo>
                        <a:pt x="201" y="217"/>
                        <a:pt x="199" y="218"/>
                        <a:pt x="198" y="218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" name="ï$lïḋe"/>
                <p:cNvSpPr/>
                <p:nvPr/>
              </p:nvSpPr>
              <p:spPr bwMode="auto">
                <a:xfrm>
                  <a:off x="6007569" y="3841045"/>
                  <a:ext cx="758920" cy="601003"/>
                </a:xfrm>
                <a:custGeom>
                  <a:avLst/>
                  <a:gdLst>
                    <a:gd name="T0" fmla="*/ 106 w 290"/>
                    <a:gd name="T1" fmla="*/ 26 h 230"/>
                    <a:gd name="T2" fmla="*/ 141 w 290"/>
                    <a:gd name="T3" fmla="*/ 17 h 230"/>
                    <a:gd name="T4" fmla="*/ 191 w 290"/>
                    <a:gd name="T5" fmla="*/ 54 h 230"/>
                    <a:gd name="T6" fmla="*/ 199 w 290"/>
                    <a:gd name="T7" fmla="*/ 76 h 230"/>
                    <a:gd name="T8" fmla="*/ 213 w 290"/>
                    <a:gd name="T9" fmla="*/ 77 h 230"/>
                    <a:gd name="T10" fmla="*/ 264 w 290"/>
                    <a:gd name="T11" fmla="*/ 108 h 230"/>
                    <a:gd name="T12" fmla="*/ 275 w 290"/>
                    <a:gd name="T13" fmla="*/ 159 h 230"/>
                    <a:gd name="T14" fmla="*/ 259 w 290"/>
                    <a:gd name="T15" fmla="*/ 192 h 230"/>
                    <a:gd name="T16" fmla="*/ 226 w 290"/>
                    <a:gd name="T17" fmla="*/ 214 h 230"/>
                    <a:gd name="T18" fmla="*/ 204 w 290"/>
                    <a:gd name="T19" fmla="*/ 217 h 230"/>
                    <a:gd name="T20" fmla="*/ 157 w 290"/>
                    <a:gd name="T21" fmla="*/ 200 h 230"/>
                    <a:gd name="T22" fmla="*/ 137 w 290"/>
                    <a:gd name="T23" fmla="*/ 169 h 230"/>
                    <a:gd name="T24" fmla="*/ 122 w 290"/>
                    <a:gd name="T25" fmla="*/ 158 h 230"/>
                    <a:gd name="T26" fmla="*/ 89 w 290"/>
                    <a:gd name="T27" fmla="*/ 121 h 230"/>
                    <a:gd name="T28" fmla="*/ 68 w 290"/>
                    <a:gd name="T29" fmla="*/ 125 h 230"/>
                    <a:gd name="T30" fmla="*/ 13 w 290"/>
                    <a:gd name="T31" fmla="*/ 73 h 230"/>
                    <a:gd name="T32" fmla="*/ 26 w 290"/>
                    <a:gd name="T33" fmla="*/ 32 h 230"/>
                    <a:gd name="T34" fmla="*/ 39 w 290"/>
                    <a:gd name="T35" fmla="*/ 22 h 230"/>
                    <a:gd name="T36" fmla="*/ 69 w 290"/>
                    <a:gd name="T37" fmla="*/ 12 h 230"/>
                    <a:gd name="T38" fmla="*/ 65 w 290"/>
                    <a:gd name="T39" fmla="*/ 0 h 230"/>
                    <a:gd name="T40" fmla="*/ 31 w 290"/>
                    <a:gd name="T41" fmla="*/ 11 h 230"/>
                    <a:gd name="T42" fmla="*/ 23 w 290"/>
                    <a:gd name="T43" fmla="*/ 18 h 230"/>
                    <a:gd name="T44" fmla="*/ 19 w 290"/>
                    <a:gd name="T45" fmla="*/ 22 h 230"/>
                    <a:gd name="T46" fmla="*/ 18 w 290"/>
                    <a:gd name="T47" fmla="*/ 22 h 230"/>
                    <a:gd name="T48" fmla="*/ 17 w 290"/>
                    <a:gd name="T49" fmla="*/ 23 h 230"/>
                    <a:gd name="T50" fmla="*/ 1 w 290"/>
                    <a:gd name="T51" fmla="*/ 56 h 230"/>
                    <a:gd name="T52" fmla="*/ 1 w 290"/>
                    <a:gd name="T53" fmla="*/ 58 h 230"/>
                    <a:gd name="T54" fmla="*/ 0 w 290"/>
                    <a:gd name="T55" fmla="*/ 72 h 230"/>
                    <a:gd name="T56" fmla="*/ 0 w 290"/>
                    <a:gd name="T57" fmla="*/ 74 h 230"/>
                    <a:gd name="T58" fmla="*/ 68 w 290"/>
                    <a:gd name="T59" fmla="*/ 138 h 230"/>
                    <a:gd name="T60" fmla="*/ 78 w 290"/>
                    <a:gd name="T61" fmla="*/ 137 h 230"/>
                    <a:gd name="T62" fmla="*/ 122 w 290"/>
                    <a:gd name="T63" fmla="*/ 171 h 230"/>
                    <a:gd name="T64" fmla="*/ 124 w 290"/>
                    <a:gd name="T65" fmla="*/ 172 h 230"/>
                    <a:gd name="T66" fmla="*/ 149 w 290"/>
                    <a:gd name="T67" fmla="*/ 209 h 230"/>
                    <a:gd name="T68" fmla="*/ 150 w 290"/>
                    <a:gd name="T69" fmla="*/ 210 h 230"/>
                    <a:gd name="T70" fmla="*/ 166 w 290"/>
                    <a:gd name="T71" fmla="*/ 221 h 230"/>
                    <a:gd name="T72" fmla="*/ 167 w 290"/>
                    <a:gd name="T73" fmla="*/ 222 h 230"/>
                    <a:gd name="T74" fmla="*/ 209 w 290"/>
                    <a:gd name="T75" fmla="*/ 230 h 230"/>
                    <a:gd name="T76" fmla="*/ 211 w 290"/>
                    <a:gd name="T77" fmla="*/ 230 h 230"/>
                    <a:gd name="T78" fmla="*/ 229 w 290"/>
                    <a:gd name="T79" fmla="*/ 226 h 230"/>
                    <a:gd name="T80" fmla="*/ 231 w 290"/>
                    <a:gd name="T81" fmla="*/ 225 h 230"/>
                    <a:gd name="T82" fmla="*/ 250 w 290"/>
                    <a:gd name="T83" fmla="*/ 216 h 230"/>
                    <a:gd name="T84" fmla="*/ 267 w 290"/>
                    <a:gd name="T85" fmla="*/ 202 h 230"/>
                    <a:gd name="T86" fmla="*/ 287 w 290"/>
                    <a:gd name="T87" fmla="*/ 162 h 230"/>
                    <a:gd name="T88" fmla="*/ 287 w 290"/>
                    <a:gd name="T89" fmla="*/ 162 h 230"/>
                    <a:gd name="T90" fmla="*/ 284 w 290"/>
                    <a:gd name="T91" fmla="*/ 119 h 230"/>
                    <a:gd name="T92" fmla="*/ 282 w 290"/>
                    <a:gd name="T93" fmla="*/ 114 h 230"/>
                    <a:gd name="T94" fmla="*/ 276 w 290"/>
                    <a:gd name="T95" fmla="*/ 101 h 230"/>
                    <a:gd name="T96" fmla="*/ 242 w 290"/>
                    <a:gd name="T97" fmla="*/ 72 h 230"/>
                    <a:gd name="T98" fmla="*/ 241 w 290"/>
                    <a:gd name="T99" fmla="*/ 71 h 230"/>
                    <a:gd name="T100" fmla="*/ 208 w 290"/>
                    <a:gd name="T101" fmla="*/ 63 h 230"/>
                    <a:gd name="T102" fmla="*/ 157 w 290"/>
                    <a:gd name="T103" fmla="*/ 6 h 230"/>
                    <a:gd name="T104" fmla="*/ 109 w 290"/>
                    <a:gd name="T105" fmla="*/ 12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90" h="230">
                      <a:moveTo>
                        <a:pt x="69" y="12"/>
                      </a:moveTo>
                      <a:cubicBezTo>
                        <a:pt x="82" y="12"/>
                        <a:pt x="96" y="17"/>
                        <a:pt x="106" y="26"/>
                      </a:cubicBezTo>
                      <a:cubicBezTo>
                        <a:pt x="106" y="27"/>
                        <a:pt x="107" y="28"/>
                        <a:pt x="108" y="28"/>
                      </a:cubicBezTo>
                      <a:cubicBezTo>
                        <a:pt x="117" y="21"/>
                        <a:pt x="129" y="17"/>
                        <a:pt x="141" y="17"/>
                      </a:cubicBezTo>
                      <a:cubicBezTo>
                        <a:pt x="145" y="17"/>
                        <a:pt x="149" y="17"/>
                        <a:pt x="154" y="18"/>
                      </a:cubicBezTo>
                      <a:cubicBezTo>
                        <a:pt x="173" y="23"/>
                        <a:pt x="187" y="37"/>
                        <a:pt x="191" y="54"/>
                      </a:cubicBezTo>
                      <a:cubicBezTo>
                        <a:pt x="194" y="61"/>
                        <a:pt x="196" y="69"/>
                        <a:pt x="197" y="76"/>
                      </a:cubicBezTo>
                      <a:cubicBezTo>
                        <a:pt x="198" y="76"/>
                        <a:pt x="199" y="76"/>
                        <a:pt x="199" y="76"/>
                      </a:cubicBezTo>
                      <a:cubicBezTo>
                        <a:pt x="201" y="76"/>
                        <a:pt x="202" y="76"/>
                        <a:pt x="204" y="76"/>
                      </a:cubicBezTo>
                      <a:cubicBezTo>
                        <a:pt x="207" y="76"/>
                        <a:pt x="210" y="76"/>
                        <a:pt x="213" y="77"/>
                      </a:cubicBezTo>
                      <a:cubicBezTo>
                        <a:pt x="221" y="77"/>
                        <a:pt x="226" y="79"/>
                        <a:pt x="237" y="83"/>
                      </a:cubicBezTo>
                      <a:cubicBezTo>
                        <a:pt x="248" y="89"/>
                        <a:pt x="257" y="97"/>
                        <a:pt x="264" y="108"/>
                      </a:cubicBezTo>
                      <a:cubicBezTo>
                        <a:pt x="267" y="113"/>
                        <a:pt x="270" y="118"/>
                        <a:pt x="272" y="124"/>
                      </a:cubicBezTo>
                      <a:cubicBezTo>
                        <a:pt x="276" y="135"/>
                        <a:pt x="277" y="147"/>
                        <a:pt x="275" y="159"/>
                      </a:cubicBezTo>
                      <a:cubicBezTo>
                        <a:pt x="272" y="170"/>
                        <a:pt x="267" y="184"/>
                        <a:pt x="258" y="192"/>
                      </a:cubicBezTo>
                      <a:cubicBezTo>
                        <a:pt x="259" y="192"/>
                        <a:pt x="259" y="192"/>
                        <a:pt x="259" y="192"/>
                      </a:cubicBezTo>
                      <a:cubicBezTo>
                        <a:pt x="259" y="192"/>
                        <a:pt x="248" y="202"/>
                        <a:pt x="243" y="205"/>
                      </a:cubicBezTo>
                      <a:cubicBezTo>
                        <a:pt x="238" y="209"/>
                        <a:pt x="232" y="211"/>
                        <a:pt x="226" y="214"/>
                      </a:cubicBezTo>
                      <a:cubicBezTo>
                        <a:pt x="220" y="215"/>
                        <a:pt x="214" y="216"/>
                        <a:pt x="208" y="217"/>
                      </a:cubicBezTo>
                      <a:cubicBezTo>
                        <a:pt x="207" y="217"/>
                        <a:pt x="205" y="217"/>
                        <a:pt x="204" y="217"/>
                      </a:cubicBezTo>
                      <a:cubicBezTo>
                        <a:pt x="193" y="217"/>
                        <a:pt x="183" y="215"/>
                        <a:pt x="173" y="210"/>
                      </a:cubicBezTo>
                      <a:cubicBezTo>
                        <a:pt x="168" y="207"/>
                        <a:pt x="162" y="203"/>
                        <a:pt x="157" y="200"/>
                      </a:cubicBezTo>
                      <a:cubicBezTo>
                        <a:pt x="148" y="191"/>
                        <a:pt x="141" y="181"/>
                        <a:pt x="137" y="169"/>
                      </a:cubicBezTo>
                      <a:cubicBezTo>
                        <a:pt x="137" y="169"/>
                        <a:pt x="137" y="169"/>
                        <a:pt x="137" y="169"/>
                      </a:cubicBezTo>
                      <a:cubicBezTo>
                        <a:pt x="136" y="164"/>
                        <a:pt x="135" y="160"/>
                        <a:pt x="134" y="156"/>
                      </a:cubicBezTo>
                      <a:cubicBezTo>
                        <a:pt x="130" y="157"/>
                        <a:pt x="126" y="158"/>
                        <a:pt x="122" y="158"/>
                      </a:cubicBezTo>
                      <a:cubicBezTo>
                        <a:pt x="114" y="158"/>
                        <a:pt x="106" y="155"/>
                        <a:pt x="100" y="150"/>
                      </a:cubicBezTo>
                      <a:cubicBezTo>
                        <a:pt x="91" y="142"/>
                        <a:pt x="88" y="131"/>
                        <a:pt x="89" y="121"/>
                      </a:cubicBezTo>
                      <a:cubicBezTo>
                        <a:pt x="84" y="123"/>
                        <a:pt x="78" y="124"/>
                        <a:pt x="72" y="125"/>
                      </a:cubicBezTo>
                      <a:cubicBezTo>
                        <a:pt x="70" y="125"/>
                        <a:pt x="69" y="125"/>
                        <a:pt x="68" y="125"/>
                      </a:cubicBezTo>
                      <a:cubicBezTo>
                        <a:pt x="55" y="125"/>
                        <a:pt x="41" y="120"/>
                        <a:pt x="31" y="111"/>
                      </a:cubicBezTo>
                      <a:cubicBezTo>
                        <a:pt x="20" y="101"/>
                        <a:pt x="13" y="87"/>
                        <a:pt x="13" y="73"/>
                      </a:cubicBezTo>
                      <a:cubicBezTo>
                        <a:pt x="13" y="68"/>
                        <a:pt x="13" y="63"/>
                        <a:pt x="13" y="58"/>
                      </a:cubicBezTo>
                      <a:cubicBezTo>
                        <a:pt x="15" y="49"/>
                        <a:pt x="20" y="40"/>
                        <a:pt x="26" y="32"/>
                      </a:cubicBezTo>
                      <a:cubicBezTo>
                        <a:pt x="27" y="32"/>
                        <a:pt x="27" y="32"/>
                        <a:pt x="27" y="31"/>
                      </a:cubicBezTo>
                      <a:cubicBezTo>
                        <a:pt x="31" y="28"/>
                        <a:pt x="35" y="25"/>
                        <a:pt x="39" y="22"/>
                      </a:cubicBezTo>
                      <a:cubicBezTo>
                        <a:pt x="47" y="16"/>
                        <a:pt x="56" y="13"/>
                        <a:pt x="66" y="13"/>
                      </a:cubicBezTo>
                      <a:cubicBezTo>
                        <a:pt x="67" y="13"/>
                        <a:pt x="68" y="12"/>
                        <a:pt x="69" y="12"/>
                      </a:cubicBezTo>
                      <a:moveTo>
                        <a:pt x="69" y="0"/>
                      </a:moveTo>
                      <a:cubicBezTo>
                        <a:pt x="68" y="0"/>
                        <a:pt x="66" y="0"/>
                        <a:pt x="65" y="0"/>
                      </a:cubicBezTo>
                      <a:cubicBezTo>
                        <a:pt x="53" y="1"/>
                        <a:pt x="42" y="4"/>
                        <a:pt x="32" y="11"/>
                      </a:cubicBezTo>
                      <a:cubicBezTo>
                        <a:pt x="31" y="11"/>
                        <a:pt x="31" y="11"/>
                        <a:pt x="31" y="11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23" y="18"/>
                        <a:pt x="23" y="18"/>
                        <a:pt x="23" y="18"/>
                      </a:cubicBezTo>
                      <a:cubicBezTo>
                        <a:pt x="19" y="22"/>
                        <a:pt x="19" y="22"/>
                        <a:pt x="19" y="22"/>
                      </a:cubicBezTo>
                      <a:cubicBezTo>
                        <a:pt x="19" y="22"/>
                        <a:pt x="19" y="22"/>
                        <a:pt x="19" y="22"/>
                      </a:cubicBezTo>
                      <a:cubicBezTo>
                        <a:pt x="19" y="22"/>
                        <a:pt x="19" y="22"/>
                        <a:pt x="19" y="22"/>
                      </a:cubicBezTo>
                      <a:cubicBezTo>
                        <a:pt x="18" y="22"/>
                        <a:pt x="18" y="22"/>
                        <a:pt x="18" y="22"/>
                      </a:cubicBezTo>
                      <a:cubicBezTo>
                        <a:pt x="18" y="23"/>
                        <a:pt x="18" y="23"/>
                        <a:pt x="18" y="23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17" y="24"/>
                        <a:pt x="17" y="24"/>
                        <a:pt x="17" y="24"/>
                      </a:cubicBezTo>
                      <a:cubicBezTo>
                        <a:pt x="9" y="33"/>
                        <a:pt x="3" y="44"/>
                        <a:pt x="1" y="56"/>
                      </a:cubicBezTo>
                      <a:cubicBezTo>
                        <a:pt x="1" y="57"/>
                        <a:pt x="1" y="57"/>
                        <a:pt x="1" y="57"/>
                      </a:cubicBezTo>
                      <a:cubicBezTo>
                        <a:pt x="1" y="58"/>
                        <a:pt x="1" y="58"/>
                        <a:pt x="1" y="58"/>
                      </a:cubicBezTo>
                      <a:cubicBezTo>
                        <a:pt x="0" y="66"/>
                        <a:pt x="0" y="66"/>
                        <a:pt x="0" y="66"/>
                      </a:cubicBezTo>
                      <a:cubicBezTo>
                        <a:pt x="0" y="72"/>
                        <a:pt x="0" y="72"/>
                        <a:pt x="0" y="72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1" y="92"/>
                        <a:pt x="9" y="109"/>
                        <a:pt x="23" y="121"/>
                      </a:cubicBezTo>
                      <a:cubicBezTo>
                        <a:pt x="35" y="132"/>
                        <a:pt x="51" y="138"/>
                        <a:pt x="68" y="138"/>
                      </a:cubicBezTo>
                      <a:cubicBezTo>
                        <a:pt x="70" y="138"/>
                        <a:pt x="71" y="138"/>
                        <a:pt x="72" y="138"/>
                      </a:cubicBezTo>
                      <a:cubicBezTo>
                        <a:pt x="74" y="137"/>
                        <a:pt x="76" y="137"/>
                        <a:pt x="78" y="137"/>
                      </a:cubicBezTo>
                      <a:cubicBezTo>
                        <a:pt x="80" y="146"/>
                        <a:pt x="85" y="154"/>
                        <a:pt x="91" y="160"/>
                      </a:cubicBezTo>
                      <a:cubicBezTo>
                        <a:pt x="100" y="167"/>
                        <a:pt x="111" y="171"/>
                        <a:pt x="122" y="171"/>
                      </a:cubicBezTo>
                      <a:cubicBezTo>
                        <a:pt x="123" y="171"/>
                        <a:pt x="123" y="171"/>
                        <a:pt x="124" y="171"/>
                      </a:cubicBezTo>
                      <a:cubicBezTo>
                        <a:pt x="124" y="172"/>
                        <a:pt x="124" y="172"/>
                        <a:pt x="124" y="172"/>
                      </a:cubicBezTo>
                      <a:cubicBezTo>
                        <a:pt x="125" y="174"/>
                        <a:pt x="125" y="174"/>
                        <a:pt x="125" y="174"/>
                      </a:cubicBezTo>
                      <a:cubicBezTo>
                        <a:pt x="130" y="188"/>
                        <a:pt x="138" y="199"/>
                        <a:pt x="149" y="209"/>
                      </a:cubicBezTo>
                      <a:cubicBezTo>
                        <a:pt x="149" y="210"/>
                        <a:pt x="149" y="210"/>
                        <a:pt x="149" y="210"/>
                      </a:cubicBezTo>
                      <a:cubicBezTo>
                        <a:pt x="150" y="210"/>
                        <a:pt x="150" y="210"/>
                        <a:pt x="150" y="210"/>
                      </a:cubicBezTo>
                      <a:cubicBezTo>
                        <a:pt x="158" y="215"/>
                        <a:pt x="158" y="215"/>
                        <a:pt x="158" y="215"/>
                      </a:cubicBezTo>
                      <a:cubicBezTo>
                        <a:pt x="166" y="221"/>
                        <a:pt x="166" y="221"/>
                        <a:pt x="166" y="221"/>
                      </a:cubicBezTo>
                      <a:cubicBezTo>
                        <a:pt x="167" y="221"/>
                        <a:pt x="167" y="221"/>
                        <a:pt x="167" y="221"/>
                      </a:cubicBezTo>
                      <a:cubicBezTo>
                        <a:pt x="167" y="222"/>
                        <a:pt x="167" y="222"/>
                        <a:pt x="167" y="222"/>
                      </a:cubicBezTo>
                      <a:cubicBezTo>
                        <a:pt x="179" y="227"/>
                        <a:pt x="191" y="230"/>
                        <a:pt x="204" y="230"/>
                      </a:cubicBezTo>
                      <a:cubicBezTo>
                        <a:pt x="206" y="230"/>
                        <a:pt x="207" y="230"/>
                        <a:pt x="209" y="230"/>
                      </a:cubicBezTo>
                      <a:cubicBezTo>
                        <a:pt x="210" y="230"/>
                        <a:pt x="210" y="230"/>
                        <a:pt x="210" y="230"/>
                      </a:cubicBezTo>
                      <a:cubicBezTo>
                        <a:pt x="211" y="230"/>
                        <a:pt x="211" y="230"/>
                        <a:pt x="211" y="230"/>
                      </a:cubicBezTo>
                      <a:cubicBezTo>
                        <a:pt x="213" y="229"/>
                        <a:pt x="213" y="229"/>
                        <a:pt x="213" y="229"/>
                      </a:cubicBezTo>
                      <a:cubicBezTo>
                        <a:pt x="229" y="226"/>
                        <a:pt x="229" y="226"/>
                        <a:pt x="229" y="226"/>
                      </a:cubicBezTo>
                      <a:cubicBezTo>
                        <a:pt x="230" y="226"/>
                        <a:pt x="230" y="226"/>
                        <a:pt x="230" y="226"/>
                      </a:cubicBezTo>
                      <a:cubicBezTo>
                        <a:pt x="231" y="225"/>
                        <a:pt x="231" y="225"/>
                        <a:pt x="231" y="225"/>
                      </a:cubicBezTo>
                      <a:cubicBezTo>
                        <a:pt x="232" y="225"/>
                        <a:pt x="233" y="225"/>
                        <a:pt x="234" y="224"/>
                      </a:cubicBezTo>
                      <a:cubicBezTo>
                        <a:pt x="239" y="222"/>
                        <a:pt x="245" y="219"/>
                        <a:pt x="250" y="216"/>
                      </a:cubicBezTo>
                      <a:cubicBezTo>
                        <a:pt x="251" y="215"/>
                        <a:pt x="254" y="213"/>
                        <a:pt x="261" y="207"/>
                      </a:cubicBezTo>
                      <a:cubicBezTo>
                        <a:pt x="264" y="205"/>
                        <a:pt x="265" y="203"/>
                        <a:pt x="267" y="202"/>
                      </a:cubicBezTo>
                      <a:cubicBezTo>
                        <a:pt x="267" y="202"/>
                        <a:pt x="267" y="202"/>
                        <a:pt x="267" y="202"/>
                      </a:cubicBezTo>
                      <a:cubicBezTo>
                        <a:pt x="278" y="191"/>
                        <a:pt x="284" y="175"/>
                        <a:pt x="287" y="162"/>
                      </a:cubicBezTo>
                      <a:cubicBezTo>
                        <a:pt x="287" y="162"/>
                        <a:pt x="287" y="162"/>
                        <a:pt x="287" y="162"/>
                      </a:cubicBezTo>
                      <a:cubicBezTo>
                        <a:pt x="287" y="162"/>
                        <a:pt x="287" y="162"/>
                        <a:pt x="287" y="162"/>
                      </a:cubicBezTo>
                      <a:cubicBezTo>
                        <a:pt x="290" y="148"/>
                        <a:pt x="289" y="134"/>
                        <a:pt x="285" y="120"/>
                      </a:cubicBezTo>
                      <a:cubicBezTo>
                        <a:pt x="284" y="119"/>
                        <a:pt x="284" y="119"/>
                        <a:pt x="284" y="119"/>
                      </a:cubicBezTo>
                      <a:cubicBezTo>
                        <a:pt x="284" y="118"/>
                        <a:pt x="284" y="118"/>
                        <a:pt x="284" y="118"/>
                      </a:cubicBezTo>
                      <a:cubicBezTo>
                        <a:pt x="282" y="114"/>
                        <a:pt x="282" y="114"/>
                        <a:pt x="282" y="114"/>
                      </a:cubicBezTo>
                      <a:cubicBezTo>
                        <a:pt x="276" y="102"/>
                        <a:pt x="276" y="102"/>
                        <a:pt x="276" y="102"/>
                      </a:cubicBezTo>
                      <a:cubicBezTo>
                        <a:pt x="276" y="101"/>
                        <a:pt x="276" y="101"/>
                        <a:pt x="276" y="101"/>
                      </a:cubicBezTo>
                      <a:cubicBezTo>
                        <a:pt x="275" y="101"/>
                        <a:pt x="275" y="101"/>
                        <a:pt x="275" y="101"/>
                      </a:cubicBezTo>
                      <a:cubicBezTo>
                        <a:pt x="267" y="88"/>
                        <a:pt x="256" y="78"/>
                        <a:pt x="242" y="72"/>
                      </a:cubicBezTo>
                      <a:cubicBezTo>
                        <a:pt x="242" y="71"/>
                        <a:pt x="242" y="71"/>
                        <a:pt x="242" y="71"/>
                      </a:cubicBezTo>
                      <a:cubicBezTo>
                        <a:pt x="241" y="71"/>
                        <a:pt x="241" y="71"/>
                        <a:pt x="241" y="71"/>
                      </a:cubicBezTo>
                      <a:cubicBezTo>
                        <a:pt x="231" y="67"/>
                        <a:pt x="224" y="65"/>
                        <a:pt x="214" y="64"/>
                      </a:cubicBezTo>
                      <a:cubicBezTo>
                        <a:pt x="212" y="63"/>
                        <a:pt x="210" y="63"/>
                        <a:pt x="208" y="63"/>
                      </a:cubicBezTo>
                      <a:cubicBezTo>
                        <a:pt x="206" y="59"/>
                        <a:pt x="205" y="54"/>
                        <a:pt x="203" y="50"/>
                      </a:cubicBezTo>
                      <a:cubicBezTo>
                        <a:pt x="198" y="28"/>
                        <a:pt x="180" y="11"/>
                        <a:pt x="157" y="6"/>
                      </a:cubicBezTo>
                      <a:cubicBezTo>
                        <a:pt x="152" y="5"/>
                        <a:pt x="146" y="4"/>
                        <a:pt x="141" y="4"/>
                      </a:cubicBezTo>
                      <a:cubicBezTo>
                        <a:pt x="130" y="4"/>
                        <a:pt x="119" y="7"/>
                        <a:pt x="109" y="12"/>
                      </a:cubicBezTo>
                      <a:cubicBezTo>
                        <a:pt x="97" y="4"/>
                        <a:pt x="83" y="0"/>
                        <a:pt x="6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9" name="îṣḷïďe"/>
                <p:cNvSpPr/>
                <p:nvPr/>
              </p:nvSpPr>
              <p:spPr bwMode="auto">
                <a:xfrm>
                  <a:off x="6019835" y="4095551"/>
                  <a:ext cx="487548" cy="355695"/>
                </a:xfrm>
                <a:custGeom>
                  <a:avLst/>
                  <a:gdLst>
                    <a:gd name="T0" fmla="*/ 118 w 186"/>
                    <a:gd name="T1" fmla="*/ 136 h 136"/>
                    <a:gd name="T2" fmla="*/ 101 w 186"/>
                    <a:gd name="T3" fmla="*/ 133 h 136"/>
                    <a:gd name="T4" fmla="*/ 74 w 186"/>
                    <a:gd name="T5" fmla="*/ 114 h 136"/>
                    <a:gd name="T6" fmla="*/ 40 w 186"/>
                    <a:gd name="T7" fmla="*/ 133 h 136"/>
                    <a:gd name="T8" fmla="*/ 12 w 186"/>
                    <a:gd name="T9" fmla="*/ 121 h 136"/>
                    <a:gd name="T10" fmla="*/ 0 w 186"/>
                    <a:gd name="T11" fmla="*/ 93 h 136"/>
                    <a:gd name="T12" fmla="*/ 3 w 186"/>
                    <a:gd name="T13" fmla="*/ 69 h 136"/>
                    <a:gd name="T14" fmla="*/ 10 w 186"/>
                    <a:gd name="T15" fmla="*/ 48 h 136"/>
                    <a:gd name="T16" fmla="*/ 12 w 186"/>
                    <a:gd name="T17" fmla="*/ 43 h 136"/>
                    <a:gd name="T18" fmla="*/ 18 w 186"/>
                    <a:gd name="T19" fmla="*/ 32 h 136"/>
                    <a:gd name="T20" fmla="*/ 31 w 186"/>
                    <a:gd name="T21" fmla="*/ 16 h 136"/>
                    <a:gd name="T22" fmla="*/ 68 w 186"/>
                    <a:gd name="T23" fmla="*/ 0 h 136"/>
                    <a:gd name="T24" fmla="*/ 77 w 186"/>
                    <a:gd name="T25" fmla="*/ 1 h 136"/>
                    <a:gd name="T26" fmla="*/ 88 w 186"/>
                    <a:gd name="T27" fmla="*/ 5 h 136"/>
                    <a:gd name="T28" fmla="*/ 95 w 186"/>
                    <a:gd name="T29" fmla="*/ 8 h 136"/>
                    <a:gd name="T30" fmla="*/ 110 w 186"/>
                    <a:gd name="T31" fmla="*/ 20 h 136"/>
                    <a:gd name="T32" fmla="*/ 120 w 186"/>
                    <a:gd name="T33" fmla="*/ 33 h 136"/>
                    <a:gd name="T34" fmla="*/ 121 w 186"/>
                    <a:gd name="T35" fmla="*/ 29 h 136"/>
                    <a:gd name="T36" fmla="*/ 142 w 186"/>
                    <a:gd name="T37" fmla="*/ 3 h 136"/>
                    <a:gd name="T38" fmla="*/ 152 w 186"/>
                    <a:gd name="T39" fmla="*/ 1 h 136"/>
                    <a:gd name="T40" fmla="*/ 173 w 186"/>
                    <a:gd name="T41" fmla="*/ 11 h 136"/>
                    <a:gd name="T42" fmla="*/ 181 w 186"/>
                    <a:gd name="T43" fmla="*/ 29 h 136"/>
                    <a:gd name="T44" fmla="*/ 182 w 186"/>
                    <a:gd name="T45" fmla="*/ 31 h 136"/>
                    <a:gd name="T46" fmla="*/ 184 w 186"/>
                    <a:gd name="T47" fmla="*/ 70 h 136"/>
                    <a:gd name="T48" fmla="*/ 146 w 186"/>
                    <a:gd name="T49" fmla="*/ 128 h 136"/>
                    <a:gd name="T50" fmla="*/ 118 w 186"/>
                    <a:gd name="T51" fmla="*/ 136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86" h="136">
                      <a:moveTo>
                        <a:pt x="118" y="136"/>
                      </a:moveTo>
                      <a:cubicBezTo>
                        <a:pt x="112" y="136"/>
                        <a:pt x="106" y="135"/>
                        <a:pt x="101" y="133"/>
                      </a:cubicBezTo>
                      <a:cubicBezTo>
                        <a:pt x="91" y="130"/>
                        <a:pt x="82" y="124"/>
                        <a:pt x="74" y="114"/>
                      </a:cubicBezTo>
                      <a:cubicBezTo>
                        <a:pt x="66" y="126"/>
                        <a:pt x="54" y="133"/>
                        <a:pt x="40" y="133"/>
                      </a:cubicBezTo>
                      <a:cubicBezTo>
                        <a:pt x="30" y="133"/>
                        <a:pt x="19" y="128"/>
                        <a:pt x="12" y="121"/>
                      </a:cubicBezTo>
                      <a:cubicBezTo>
                        <a:pt x="4" y="113"/>
                        <a:pt x="0" y="103"/>
                        <a:pt x="0" y="93"/>
                      </a:cubicBezTo>
                      <a:cubicBezTo>
                        <a:pt x="0" y="85"/>
                        <a:pt x="2" y="77"/>
                        <a:pt x="3" y="69"/>
                      </a:cubicBezTo>
                      <a:cubicBezTo>
                        <a:pt x="4" y="61"/>
                        <a:pt x="7" y="55"/>
                        <a:pt x="10" y="48"/>
                      </a:cubicBezTo>
                      <a:cubicBezTo>
                        <a:pt x="10" y="48"/>
                        <a:pt x="12" y="44"/>
                        <a:pt x="12" y="43"/>
                      </a:cubicBezTo>
                      <a:cubicBezTo>
                        <a:pt x="13" y="40"/>
                        <a:pt x="15" y="36"/>
                        <a:pt x="18" y="32"/>
                      </a:cubicBezTo>
                      <a:cubicBezTo>
                        <a:pt x="21" y="25"/>
                        <a:pt x="27" y="20"/>
                        <a:pt x="31" y="16"/>
                      </a:cubicBezTo>
                      <a:cubicBezTo>
                        <a:pt x="42" y="5"/>
                        <a:pt x="53" y="0"/>
                        <a:pt x="68" y="0"/>
                      </a:cubicBezTo>
                      <a:cubicBezTo>
                        <a:pt x="70" y="0"/>
                        <a:pt x="73" y="1"/>
                        <a:pt x="77" y="1"/>
                      </a:cubicBezTo>
                      <a:cubicBezTo>
                        <a:pt x="80" y="1"/>
                        <a:pt x="84" y="3"/>
                        <a:pt x="88" y="5"/>
                      </a:cubicBezTo>
                      <a:cubicBezTo>
                        <a:pt x="90" y="6"/>
                        <a:pt x="93" y="7"/>
                        <a:pt x="95" y="8"/>
                      </a:cubicBezTo>
                      <a:cubicBezTo>
                        <a:pt x="100" y="11"/>
                        <a:pt x="105" y="16"/>
                        <a:pt x="110" y="20"/>
                      </a:cubicBezTo>
                      <a:cubicBezTo>
                        <a:pt x="114" y="24"/>
                        <a:pt x="117" y="28"/>
                        <a:pt x="120" y="33"/>
                      </a:cubicBezTo>
                      <a:cubicBezTo>
                        <a:pt x="120" y="32"/>
                        <a:pt x="121" y="29"/>
                        <a:pt x="121" y="29"/>
                      </a:cubicBezTo>
                      <a:cubicBezTo>
                        <a:pt x="125" y="19"/>
                        <a:pt x="130" y="8"/>
                        <a:pt x="142" y="3"/>
                      </a:cubicBezTo>
                      <a:cubicBezTo>
                        <a:pt x="145" y="2"/>
                        <a:pt x="148" y="1"/>
                        <a:pt x="152" y="1"/>
                      </a:cubicBezTo>
                      <a:cubicBezTo>
                        <a:pt x="160" y="1"/>
                        <a:pt x="169" y="5"/>
                        <a:pt x="173" y="11"/>
                      </a:cubicBezTo>
                      <a:cubicBezTo>
                        <a:pt x="178" y="17"/>
                        <a:pt x="180" y="24"/>
                        <a:pt x="181" y="29"/>
                      </a:cubicBezTo>
                      <a:cubicBezTo>
                        <a:pt x="182" y="30"/>
                        <a:pt x="182" y="31"/>
                        <a:pt x="182" y="31"/>
                      </a:cubicBezTo>
                      <a:cubicBezTo>
                        <a:pt x="186" y="41"/>
                        <a:pt x="186" y="54"/>
                        <a:pt x="184" y="70"/>
                      </a:cubicBezTo>
                      <a:cubicBezTo>
                        <a:pt x="181" y="94"/>
                        <a:pt x="167" y="116"/>
                        <a:pt x="146" y="128"/>
                      </a:cubicBezTo>
                      <a:cubicBezTo>
                        <a:pt x="138" y="133"/>
                        <a:pt x="128" y="136"/>
                        <a:pt x="118" y="136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lnSpcReduction="1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0" name="îṣḷîḑé"/>
                <p:cNvSpPr/>
                <p:nvPr/>
              </p:nvSpPr>
              <p:spPr bwMode="auto">
                <a:xfrm>
                  <a:off x="6036700" y="4107816"/>
                  <a:ext cx="455352" cy="332698"/>
                </a:xfrm>
                <a:custGeom>
                  <a:avLst/>
                  <a:gdLst>
                    <a:gd name="T0" fmla="*/ 1 w 174"/>
                    <a:gd name="T1" fmla="*/ 88 h 127"/>
                    <a:gd name="T2" fmla="*/ 34 w 174"/>
                    <a:gd name="T3" fmla="*/ 121 h 127"/>
                    <a:gd name="T4" fmla="*/ 66 w 174"/>
                    <a:gd name="T5" fmla="*/ 97 h 127"/>
                    <a:gd name="T6" fmla="*/ 97 w 174"/>
                    <a:gd name="T7" fmla="*/ 122 h 127"/>
                    <a:gd name="T8" fmla="*/ 137 w 174"/>
                    <a:gd name="T9" fmla="*/ 118 h 127"/>
                    <a:gd name="T10" fmla="*/ 172 w 174"/>
                    <a:gd name="T11" fmla="*/ 64 h 127"/>
                    <a:gd name="T12" fmla="*/ 170 w 174"/>
                    <a:gd name="T13" fmla="*/ 29 h 127"/>
                    <a:gd name="T14" fmla="*/ 162 w 174"/>
                    <a:gd name="T15" fmla="*/ 10 h 127"/>
                    <a:gd name="T16" fmla="*/ 139 w 174"/>
                    <a:gd name="T17" fmla="*/ 4 h 127"/>
                    <a:gd name="T18" fmla="*/ 121 w 174"/>
                    <a:gd name="T19" fmla="*/ 26 h 127"/>
                    <a:gd name="T20" fmla="*/ 119 w 174"/>
                    <a:gd name="T21" fmla="*/ 33 h 127"/>
                    <a:gd name="T22" fmla="*/ 118 w 174"/>
                    <a:gd name="T23" fmla="*/ 34 h 127"/>
                    <a:gd name="T24" fmla="*/ 115 w 174"/>
                    <a:gd name="T25" fmla="*/ 43 h 127"/>
                    <a:gd name="T26" fmla="*/ 99 w 174"/>
                    <a:gd name="T27" fmla="*/ 20 h 127"/>
                    <a:gd name="T28" fmla="*/ 86 w 174"/>
                    <a:gd name="T29" fmla="*/ 9 h 127"/>
                    <a:gd name="T30" fmla="*/ 79 w 174"/>
                    <a:gd name="T31" fmla="*/ 5 h 127"/>
                    <a:gd name="T32" fmla="*/ 70 w 174"/>
                    <a:gd name="T33" fmla="*/ 2 h 127"/>
                    <a:gd name="T34" fmla="*/ 30 w 174"/>
                    <a:gd name="T35" fmla="*/ 16 h 127"/>
                    <a:gd name="T36" fmla="*/ 17 w 174"/>
                    <a:gd name="T37" fmla="*/ 31 h 127"/>
                    <a:gd name="T38" fmla="*/ 14 w 174"/>
                    <a:gd name="T39" fmla="*/ 36 h 127"/>
                    <a:gd name="T40" fmla="*/ 11 w 174"/>
                    <a:gd name="T41" fmla="*/ 43 h 127"/>
                    <a:gd name="T42" fmla="*/ 3 w 174"/>
                    <a:gd name="T43" fmla="*/ 65 h 127"/>
                    <a:gd name="T44" fmla="*/ 1 w 174"/>
                    <a:gd name="T45" fmla="*/ 88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74" h="127">
                      <a:moveTo>
                        <a:pt x="1" y="88"/>
                      </a:moveTo>
                      <a:cubicBezTo>
                        <a:pt x="0" y="106"/>
                        <a:pt x="16" y="121"/>
                        <a:pt x="34" y="121"/>
                      </a:cubicBezTo>
                      <a:cubicBezTo>
                        <a:pt x="50" y="121"/>
                        <a:pt x="62" y="111"/>
                        <a:pt x="66" y="97"/>
                      </a:cubicBezTo>
                      <a:cubicBezTo>
                        <a:pt x="74" y="108"/>
                        <a:pt x="84" y="117"/>
                        <a:pt x="97" y="122"/>
                      </a:cubicBezTo>
                      <a:cubicBezTo>
                        <a:pt x="110" y="127"/>
                        <a:pt x="126" y="125"/>
                        <a:pt x="137" y="118"/>
                      </a:cubicBezTo>
                      <a:cubicBezTo>
                        <a:pt x="156" y="106"/>
                        <a:pt x="169" y="86"/>
                        <a:pt x="172" y="64"/>
                      </a:cubicBezTo>
                      <a:cubicBezTo>
                        <a:pt x="173" y="53"/>
                        <a:pt x="174" y="39"/>
                        <a:pt x="170" y="29"/>
                      </a:cubicBezTo>
                      <a:cubicBezTo>
                        <a:pt x="169" y="25"/>
                        <a:pt x="167" y="16"/>
                        <a:pt x="162" y="10"/>
                      </a:cubicBezTo>
                      <a:cubicBezTo>
                        <a:pt x="157" y="4"/>
                        <a:pt x="146" y="1"/>
                        <a:pt x="139" y="4"/>
                      </a:cubicBezTo>
                      <a:cubicBezTo>
                        <a:pt x="129" y="8"/>
                        <a:pt x="125" y="17"/>
                        <a:pt x="121" y="26"/>
                      </a:cubicBezTo>
                      <a:cubicBezTo>
                        <a:pt x="120" y="28"/>
                        <a:pt x="119" y="31"/>
                        <a:pt x="119" y="33"/>
                      </a:cubicBezTo>
                      <a:cubicBezTo>
                        <a:pt x="119" y="33"/>
                        <a:pt x="118" y="34"/>
                        <a:pt x="118" y="34"/>
                      </a:cubicBezTo>
                      <a:cubicBezTo>
                        <a:pt x="117" y="37"/>
                        <a:pt x="116" y="40"/>
                        <a:pt x="115" y="43"/>
                      </a:cubicBezTo>
                      <a:cubicBezTo>
                        <a:pt x="111" y="35"/>
                        <a:pt x="106" y="26"/>
                        <a:pt x="99" y="20"/>
                      </a:cubicBezTo>
                      <a:cubicBezTo>
                        <a:pt x="95" y="16"/>
                        <a:pt x="91" y="12"/>
                        <a:pt x="86" y="9"/>
                      </a:cubicBezTo>
                      <a:cubicBezTo>
                        <a:pt x="84" y="8"/>
                        <a:pt x="81" y="7"/>
                        <a:pt x="79" y="5"/>
                      </a:cubicBezTo>
                      <a:cubicBezTo>
                        <a:pt x="76" y="4"/>
                        <a:pt x="73" y="3"/>
                        <a:pt x="70" y="2"/>
                      </a:cubicBezTo>
                      <a:cubicBezTo>
                        <a:pt x="52" y="0"/>
                        <a:pt x="40" y="5"/>
                        <a:pt x="30" y="16"/>
                      </a:cubicBezTo>
                      <a:cubicBezTo>
                        <a:pt x="25" y="20"/>
                        <a:pt x="20" y="25"/>
                        <a:pt x="17" y="31"/>
                      </a:cubicBezTo>
                      <a:cubicBezTo>
                        <a:pt x="19" y="27"/>
                        <a:pt x="8" y="49"/>
                        <a:pt x="14" y="36"/>
                      </a:cubicBezTo>
                      <a:cubicBezTo>
                        <a:pt x="13" y="38"/>
                        <a:pt x="12" y="41"/>
                        <a:pt x="11" y="43"/>
                      </a:cubicBezTo>
                      <a:cubicBezTo>
                        <a:pt x="8" y="50"/>
                        <a:pt x="5" y="57"/>
                        <a:pt x="3" y="65"/>
                      </a:cubicBezTo>
                      <a:cubicBezTo>
                        <a:pt x="2" y="73"/>
                        <a:pt x="1" y="80"/>
                        <a:pt x="1" y="88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92500" lnSpcReduction="1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1" name="íš1îḋe"/>
                <p:cNvSpPr/>
                <p:nvPr/>
              </p:nvSpPr>
              <p:spPr bwMode="auto">
                <a:xfrm>
                  <a:off x="6004503" y="4080220"/>
                  <a:ext cx="521278" cy="387893"/>
                </a:xfrm>
                <a:custGeom>
                  <a:avLst/>
                  <a:gdLst>
                    <a:gd name="T0" fmla="*/ 74 w 199"/>
                    <a:gd name="T1" fmla="*/ 13 h 149"/>
                    <a:gd name="T2" fmla="*/ 82 w 199"/>
                    <a:gd name="T3" fmla="*/ 13 h 149"/>
                    <a:gd name="T4" fmla="*/ 91 w 199"/>
                    <a:gd name="T5" fmla="*/ 16 h 149"/>
                    <a:gd name="T6" fmla="*/ 98 w 199"/>
                    <a:gd name="T7" fmla="*/ 20 h 149"/>
                    <a:gd name="T8" fmla="*/ 111 w 199"/>
                    <a:gd name="T9" fmla="*/ 31 h 149"/>
                    <a:gd name="T10" fmla="*/ 127 w 199"/>
                    <a:gd name="T11" fmla="*/ 54 h 149"/>
                    <a:gd name="T12" fmla="*/ 130 w 199"/>
                    <a:gd name="T13" fmla="*/ 45 h 149"/>
                    <a:gd name="T14" fmla="*/ 131 w 199"/>
                    <a:gd name="T15" fmla="*/ 44 h 149"/>
                    <a:gd name="T16" fmla="*/ 133 w 199"/>
                    <a:gd name="T17" fmla="*/ 37 h 149"/>
                    <a:gd name="T18" fmla="*/ 151 w 199"/>
                    <a:gd name="T19" fmla="*/ 15 h 149"/>
                    <a:gd name="T20" fmla="*/ 158 w 199"/>
                    <a:gd name="T21" fmla="*/ 14 h 149"/>
                    <a:gd name="T22" fmla="*/ 174 w 199"/>
                    <a:gd name="T23" fmla="*/ 21 h 149"/>
                    <a:gd name="T24" fmla="*/ 182 w 199"/>
                    <a:gd name="T25" fmla="*/ 40 h 149"/>
                    <a:gd name="T26" fmla="*/ 184 w 199"/>
                    <a:gd name="T27" fmla="*/ 75 h 149"/>
                    <a:gd name="T28" fmla="*/ 149 w 199"/>
                    <a:gd name="T29" fmla="*/ 129 h 149"/>
                    <a:gd name="T30" fmla="*/ 124 w 199"/>
                    <a:gd name="T31" fmla="*/ 136 h 149"/>
                    <a:gd name="T32" fmla="*/ 109 w 199"/>
                    <a:gd name="T33" fmla="*/ 133 h 149"/>
                    <a:gd name="T34" fmla="*/ 78 w 199"/>
                    <a:gd name="T35" fmla="*/ 108 h 149"/>
                    <a:gd name="T36" fmla="*/ 46 w 199"/>
                    <a:gd name="T37" fmla="*/ 132 h 149"/>
                    <a:gd name="T38" fmla="*/ 13 w 199"/>
                    <a:gd name="T39" fmla="*/ 99 h 149"/>
                    <a:gd name="T40" fmla="*/ 15 w 199"/>
                    <a:gd name="T41" fmla="*/ 76 h 149"/>
                    <a:gd name="T42" fmla="*/ 23 w 199"/>
                    <a:gd name="T43" fmla="*/ 54 h 149"/>
                    <a:gd name="T44" fmla="*/ 26 w 199"/>
                    <a:gd name="T45" fmla="*/ 47 h 149"/>
                    <a:gd name="T46" fmla="*/ 24 w 199"/>
                    <a:gd name="T47" fmla="*/ 52 h 149"/>
                    <a:gd name="T48" fmla="*/ 29 w 199"/>
                    <a:gd name="T49" fmla="*/ 42 h 149"/>
                    <a:gd name="T50" fmla="*/ 29 w 199"/>
                    <a:gd name="T51" fmla="*/ 42 h 149"/>
                    <a:gd name="T52" fmla="*/ 42 w 199"/>
                    <a:gd name="T53" fmla="*/ 27 h 149"/>
                    <a:gd name="T54" fmla="*/ 74 w 199"/>
                    <a:gd name="T55" fmla="*/ 13 h 149"/>
                    <a:gd name="T56" fmla="*/ 74 w 199"/>
                    <a:gd name="T57" fmla="*/ 0 h 149"/>
                    <a:gd name="T58" fmla="*/ 74 w 199"/>
                    <a:gd name="T59" fmla="*/ 0 h 149"/>
                    <a:gd name="T60" fmla="*/ 34 w 199"/>
                    <a:gd name="T61" fmla="*/ 16 h 149"/>
                    <a:gd name="T62" fmla="*/ 34 w 199"/>
                    <a:gd name="T63" fmla="*/ 16 h 149"/>
                    <a:gd name="T64" fmla="*/ 33 w 199"/>
                    <a:gd name="T65" fmla="*/ 17 h 149"/>
                    <a:gd name="T66" fmla="*/ 33 w 199"/>
                    <a:gd name="T67" fmla="*/ 18 h 149"/>
                    <a:gd name="T68" fmla="*/ 18 w 199"/>
                    <a:gd name="T69" fmla="*/ 36 h 149"/>
                    <a:gd name="T70" fmla="*/ 18 w 199"/>
                    <a:gd name="T71" fmla="*/ 36 h 149"/>
                    <a:gd name="T72" fmla="*/ 15 w 199"/>
                    <a:gd name="T73" fmla="*/ 41 h 149"/>
                    <a:gd name="T74" fmla="*/ 12 w 199"/>
                    <a:gd name="T75" fmla="*/ 48 h 149"/>
                    <a:gd name="T76" fmla="*/ 12 w 199"/>
                    <a:gd name="T77" fmla="*/ 48 h 149"/>
                    <a:gd name="T78" fmla="*/ 10 w 199"/>
                    <a:gd name="T79" fmla="*/ 52 h 149"/>
                    <a:gd name="T80" fmla="*/ 2 w 199"/>
                    <a:gd name="T81" fmla="*/ 74 h 149"/>
                    <a:gd name="T82" fmla="*/ 0 w 199"/>
                    <a:gd name="T83" fmla="*/ 99 h 149"/>
                    <a:gd name="T84" fmla="*/ 13 w 199"/>
                    <a:gd name="T85" fmla="*/ 131 h 149"/>
                    <a:gd name="T86" fmla="*/ 46 w 199"/>
                    <a:gd name="T87" fmla="*/ 145 h 149"/>
                    <a:gd name="T88" fmla="*/ 80 w 199"/>
                    <a:gd name="T89" fmla="*/ 130 h 149"/>
                    <a:gd name="T90" fmla="*/ 105 w 199"/>
                    <a:gd name="T91" fmla="*/ 145 h 149"/>
                    <a:gd name="T92" fmla="*/ 124 w 199"/>
                    <a:gd name="T93" fmla="*/ 149 h 149"/>
                    <a:gd name="T94" fmla="*/ 156 w 199"/>
                    <a:gd name="T95" fmla="*/ 140 h 149"/>
                    <a:gd name="T96" fmla="*/ 196 w 199"/>
                    <a:gd name="T97" fmla="*/ 77 h 149"/>
                    <a:gd name="T98" fmla="*/ 194 w 199"/>
                    <a:gd name="T99" fmla="*/ 35 h 149"/>
                    <a:gd name="T100" fmla="*/ 193 w 199"/>
                    <a:gd name="T101" fmla="*/ 33 h 149"/>
                    <a:gd name="T102" fmla="*/ 184 w 199"/>
                    <a:gd name="T103" fmla="*/ 13 h 149"/>
                    <a:gd name="T104" fmla="*/ 158 w 199"/>
                    <a:gd name="T105" fmla="*/ 1 h 149"/>
                    <a:gd name="T106" fmla="*/ 145 w 199"/>
                    <a:gd name="T107" fmla="*/ 3 h 149"/>
                    <a:gd name="T108" fmla="*/ 124 w 199"/>
                    <a:gd name="T109" fmla="*/ 26 h 149"/>
                    <a:gd name="T110" fmla="*/ 120 w 199"/>
                    <a:gd name="T111" fmla="*/ 22 h 149"/>
                    <a:gd name="T112" fmla="*/ 104 w 199"/>
                    <a:gd name="T113" fmla="*/ 9 h 149"/>
                    <a:gd name="T114" fmla="*/ 97 w 199"/>
                    <a:gd name="T115" fmla="*/ 5 h 149"/>
                    <a:gd name="T116" fmla="*/ 83 w 199"/>
                    <a:gd name="T117" fmla="*/ 1 h 149"/>
                    <a:gd name="T118" fmla="*/ 74 w 199"/>
                    <a:gd name="T119" fmla="*/ 0 h 149"/>
                    <a:gd name="T120" fmla="*/ 74 w 199"/>
                    <a:gd name="T121" fmla="*/ 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99" h="149">
                      <a:moveTo>
                        <a:pt x="74" y="13"/>
                      </a:moveTo>
                      <a:cubicBezTo>
                        <a:pt x="76" y="13"/>
                        <a:pt x="79" y="13"/>
                        <a:pt x="82" y="13"/>
                      </a:cubicBezTo>
                      <a:cubicBezTo>
                        <a:pt x="85" y="14"/>
                        <a:pt x="88" y="15"/>
                        <a:pt x="91" y="16"/>
                      </a:cubicBezTo>
                      <a:cubicBezTo>
                        <a:pt x="93" y="18"/>
                        <a:pt x="96" y="19"/>
                        <a:pt x="98" y="20"/>
                      </a:cubicBezTo>
                      <a:cubicBezTo>
                        <a:pt x="103" y="23"/>
                        <a:pt x="107" y="27"/>
                        <a:pt x="111" y="31"/>
                      </a:cubicBezTo>
                      <a:cubicBezTo>
                        <a:pt x="118" y="37"/>
                        <a:pt x="123" y="46"/>
                        <a:pt x="127" y="54"/>
                      </a:cubicBezTo>
                      <a:cubicBezTo>
                        <a:pt x="128" y="51"/>
                        <a:pt x="129" y="48"/>
                        <a:pt x="130" y="45"/>
                      </a:cubicBezTo>
                      <a:cubicBezTo>
                        <a:pt x="130" y="45"/>
                        <a:pt x="131" y="44"/>
                        <a:pt x="131" y="44"/>
                      </a:cubicBezTo>
                      <a:cubicBezTo>
                        <a:pt x="131" y="42"/>
                        <a:pt x="132" y="39"/>
                        <a:pt x="133" y="37"/>
                      </a:cubicBezTo>
                      <a:cubicBezTo>
                        <a:pt x="137" y="28"/>
                        <a:pt x="141" y="19"/>
                        <a:pt x="151" y="15"/>
                      </a:cubicBezTo>
                      <a:cubicBezTo>
                        <a:pt x="153" y="14"/>
                        <a:pt x="155" y="14"/>
                        <a:pt x="158" y="14"/>
                      </a:cubicBezTo>
                      <a:cubicBezTo>
                        <a:pt x="164" y="14"/>
                        <a:pt x="171" y="16"/>
                        <a:pt x="174" y="21"/>
                      </a:cubicBezTo>
                      <a:cubicBezTo>
                        <a:pt x="179" y="27"/>
                        <a:pt x="181" y="36"/>
                        <a:pt x="182" y="40"/>
                      </a:cubicBezTo>
                      <a:cubicBezTo>
                        <a:pt x="186" y="50"/>
                        <a:pt x="185" y="64"/>
                        <a:pt x="184" y="75"/>
                      </a:cubicBezTo>
                      <a:cubicBezTo>
                        <a:pt x="181" y="97"/>
                        <a:pt x="168" y="117"/>
                        <a:pt x="149" y="129"/>
                      </a:cubicBezTo>
                      <a:cubicBezTo>
                        <a:pt x="142" y="133"/>
                        <a:pt x="133" y="136"/>
                        <a:pt x="124" y="136"/>
                      </a:cubicBezTo>
                      <a:cubicBezTo>
                        <a:pt x="119" y="136"/>
                        <a:pt x="114" y="135"/>
                        <a:pt x="109" y="133"/>
                      </a:cubicBezTo>
                      <a:cubicBezTo>
                        <a:pt x="96" y="128"/>
                        <a:pt x="86" y="119"/>
                        <a:pt x="78" y="108"/>
                      </a:cubicBezTo>
                      <a:cubicBezTo>
                        <a:pt x="74" y="122"/>
                        <a:pt x="62" y="132"/>
                        <a:pt x="46" y="132"/>
                      </a:cubicBezTo>
                      <a:cubicBezTo>
                        <a:pt x="28" y="132"/>
                        <a:pt x="12" y="117"/>
                        <a:pt x="13" y="99"/>
                      </a:cubicBezTo>
                      <a:cubicBezTo>
                        <a:pt x="13" y="91"/>
                        <a:pt x="14" y="84"/>
                        <a:pt x="15" y="76"/>
                      </a:cubicBezTo>
                      <a:cubicBezTo>
                        <a:pt x="17" y="68"/>
                        <a:pt x="20" y="61"/>
                        <a:pt x="23" y="54"/>
                      </a:cubicBezTo>
                      <a:cubicBezTo>
                        <a:pt x="24" y="52"/>
                        <a:pt x="25" y="49"/>
                        <a:pt x="26" y="47"/>
                      </a:cubicBezTo>
                      <a:cubicBezTo>
                        <a:pt x="25" y="50"/>
                        <a:pt x="24" y="52"/>
                        <a:pt x="24" y="52"/>
                      </a:cubicBezTo>
                      <a:cubicBezTo>
                        <a:pt x="24" y="52"/>
                        <a:pt x="29" y="42"/>
                        <a:pt x="29" y="42"/>
                      </a:cubicBezTo>
                      <a:cubicBezTo>
                        <a:pt x="29" y="42"/>
                        <a:pt x="29" y="42"/>
                        <a:pt x="29" y="42"/>
                      </a:cubicBezTo>
                      <a:cubicBezTo>
                        <a:pt x="32" y="36"/>
                        <a:pt x="37" y="31"/>
                        <a:pt x="42" y="27"/>
                      </a:cubicBezTo>
                      <a:cubicBezTo>
                        <a:pt x="51" y="18"/>
                        <a:pt x="60" y="13"/>
                        <a:pt x="74" y="13"/>
                      </a:cubicBezTo>
                      <a:moveTo>
                        <a:pt x="74" y="0"/>
                      </a:moveTo>
                      <a:cubicBezTo>
                        <a:pt x="74" y="0"/>
                        <a:pt x="74" y="0"/>
                        <a:pt x="74" y="0"/>
                      </a:cubicBezTo>
                      <a:cubicBezTo>
                        <a:pt x="58" y="0"/>
                        <a:pt x="46" y="5"/>
                        <a:pt x="34" y="16"/>
                      </a:cubicBezTo>
                      <a:cubicBezTo>
                        <a:pt x="34" y="16"/>
                        <a:pt x="34" y="16"/>
                        <a:pt x="34" y="16"/>
                      </a:cubicBezTo>
                      <a:cubicBezTo>
                        <a:pt x="33" y="17"/>
                        <a:pt x="33" y="17"/>
                        <a:pt x="33" y="17"/>
                      </a:cubicBezTo>
                      <a:cubicBezTo>
                        <a:pt x="33" y="17"/>
                        <a:pt x="33" y="17"/>
                        <a:pt x="33" y="18"/>
                      </a:cubicBezTo>
                      <a:cubicBezTo>
                        <a:pt x="28" y="22"/>
                        <a:pt x="22" y="27"/>
                        <a:pt x="18" y="36"/>
                      </a:cubicBezTo>
                      <a:cubicBezTo>
                        <a:pt x="18" y="36"/>
                        <a:pt x="18" y="36"/>
                        <a:pt x="18" y="36"/>
                      </a:cubicBezTo>
                      <a:cubicBezTo>
                        <a:pt x="17" y="37"/>
                        <a:pt x="16" y="38"/>
                        <a:pt x="15" y="41"/>
                      </a:cubicBezTo>
                      <a:cubicBezTo>
                        <a:pt x="14" y="43"/>
                        <a:pt x="13" y="46"/>
                        <a:pt x="12" y="48"/>
                      </a:cubicBezTo>
                      <a:cubicBezTo>
                        <a:pt x="12" y="48"/>
                        <a:pt x="12" y="48"/>
                        <a:pt x="12" y="48"/>
                      </a:cubicBezTo>
                      <a:cubicBezTo>
                        <a:pt x="11" y="49"/>
                        <a:pt x="11" y="51"/>
                        <a:pt x="10" y="52"/>
                      </a:cubicBezTo>
                      <a:cubicBezTo>
                        <a:pt x="7" y="58"/>
                        <a:pt x="4" y="66"/>
                        <a:pt x="2" y="74"/>
                      </a:cubicBezTo>
                      <a:cubicBezTo>
                        <a:pt x="1" y="82"/>
                        <a:pt x="0" y="90"/>
                        <a:pt x="0" y="99"/>
                      </a:cubicBezTo>
                      <a:cubicBezTo>
                        <a:pt x="0" y="111"/>
                        <a:pt x="4" y="122"/>
                        <a:pt x="13" y="131"/>
                      </a:cubicBezTo>
                      <a:cubicBezTo>
                        <a:pt x="22" y="140"/>
                        <a:pt x="34" y="145"/>
                        <a:pt x="46" y="145"/>
                      </a:cubicBezTo>
                      <a:cubicBezTo>
                        <a:pt x="59" y="145"/>
                        <a:pt x="72" y="140"/>
                        <a:pt x="80" y="130"/>
                      </a:cubicBezTo>
                      <a:cubicBezTo>
                        <a:pt x="87" y="136"/>
                        <a:pt x="95" y="142"/>
                        <a:pt x="105" y="145"/>
                      </a:cubicBezTo>
                      <a:cubicBezTo>
                        <a:pt x="111" y="148"/>
                        <a:pt x="117" y="149"/>
                        <a:pt x="124" y="149"/>
                      </a:cubicBezTo>
                      <a:cubicBezTo>
                        <a:pt x="135" y="149"/>
                        <a:pt x="147" y="145"/>
                        <a:pt x="156" y="140"/>
                      </a:cubicBezTo>
                      <a:cubicBezTo>
                        <a:pt x="178" y="126"/>
                        <a:pt x="193" y="103"/>
                        <a:pt x="196" y="77"/>
                      </a:cubicBezTo>
                      <a:cubicBezTo>
                        <a:pt x="199" y="59"/>
                        <a:pt x="198" y="46"/>
                        <a:pt x="194" y="35"/>
                      </a:cubicBezTo>
                      <a:cubicBezTo>
                        <a:pt x="194" y="34"/>
                        <a:pt x="194" y="34"/>
                        <a:pt x="193" y="33"/>
                      </a:cubicBezTo>
                      <a:cubicBezTo>
                        <a:pt x="192" y="28"/>
                        <a:pt x="189" y="20"/>
                        <a:pt x="184" y="13"/>
                      </a:cubicBezTo>
                      <a:cubicBezTo>
                        <a:pt x="178" y="5"/>
                        <a:pt x="168" y="1"/>
                        <a:pt x="158" y="1"/>
                      </a:cubicBezTo>
                      <a:cubicBezTo>
                        <a:pt x="153" y="1"/>
                        <a:pt x="149" y="2"/>
                        <a:pt x="145" y="3"/>
                      </a:cubicBezTo>
                      <a:cubicBezTo>
                        <a:pt x="134" y="8"/>
                        <a:pt x="128" y="18"/>
                        <a:pt x="124" y="26"/>
                      </a:cubicBezTo>
                      <a:cubicBezTo>
                        <a:pt x="123" y="24"/>
                        <a:pt x="122" y="23"/>
                        <a:pt x="120" y="22"/>
                      </a:cubicBezTo>
                      <a:cubicBezTo>
                        <a:pt x="116" y="17"/>
                        <a:pt x="110" y="12"/>
                        <a:pt x="104" y="9"/>
                      </a:cubicBezTo>
                      <a:cubicBezTo>
                        <a:pt x="102" y="8"/>
                        <a:pt x="99" y="6"/>
                        <a:pt x="97" y="5"/>
                      </a:cubicBezTo>
                      <a:cubicBezTo>
                        <a:pt x="93" y="3"/>
                        <a:pt x="88" y="1"/>
                        <a:pt x="83" y="1"/>
                      </a:cubicBezTo>
                      <a:cubicBezTo>
                        <a:pt x="80" y="0"/>
                        <a:pt x="77" y="0"/>
                        <a:pt x="74" y="0"/>
                      </a:cubicBezTo>
                      <a:cubicBezTo>
                        <a:pt x="74" y="0"/>
                        <a:pt x="74" y="0"/>
                        <a:pt x="7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2" name="ïṡ1ïḑè"/>
                <p:cNvSpPr/>
                <p:nvPr/>
              </p:nvSpPr>
              <p:spPr bwMode="auto">
                <a:xfrm>
                  <a:off x="6415392" y="4504907"/>
                  <a:ext cx="237642" cy="173248"/>
                </a:xfrm>
                <a:custGeom>
                  <a:avLst/>
                  <a:gdLst>
                    <a:gd name="T0" fmla="*/ 86 w 91"/>
                    <a:gd name="T1" fmla="*/ 0 h 66"/>
                    <a:gd name="T2" fmla="*/ 91 w 91"/>
                    <a:gd name="T3" fmla="*/ 20 h 66"/>
                    <a:gd name="T4" fmla="*/ 45 w 91"/>
                    <a:gd name="T5" fmla="*/ 66 h 66"/>
                    <a:gd name="T6" fmla="*/ 0 w 91"/>
                    <a:gd name="T7" fmla="*/ 20 h 66"/>
                    <a:gd name="T8" fmla="*/ 1 w 91"/>
                    <a:gd name="T9" fmla="*/ 11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66">
                      <a:moveTo>
                        <a:pt x="86" y="0"/>
                      </a:moveTo>
                      <a:cubicBezTo>
                        <a:pt x="89" y="6"/>
                        <a:pt x="91" y="13"/>
                        <a:pt x="91" y="20"/>
                      </a:cubicBezTo>
                      <a:cubicBezTo>
                        <a:pt x="91" y="45"/>
                        <a:pt x="70" y="66"/>
                        <a:pt x="45" y="66"/>
                      </a:cubicBezTo>
                      <a:cubicBezTo>
                        <a:pt x="20" y="66"/>
                        <a:pt x="0" y="45"/>
                        <a:pt x="0" y="20"/>
                      </a:cubicBezTo>
                      <a:cubicBezTo>
                        <a:pt x="0" y="17"/>
                        <a:pt x="0" y="14"/>
                        <a:pt x="1" y="11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325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3" name="işlîde"/>
                <p:cNvSpPr/>
                <p:nvPr/>
              </p:nvSpPr>
              <p:spPr bwMode="auto">
                <a:xfrm>
                  <a:off x="5582882" y="4371522"/>
                  <a:ext cx="262173" cy="272904"/>
                </a:xfrm>
                <a:custGeom>
                  <a:avLst/>
                  <a:gdLst>
                    <a:gd name="T0" fmla="*/ 100 w 100"/>
                    <a:gd name="T1" fmla="*/ 72 h 104"/>
                    <a:gd name="T2" fmla="*/ 22 w 100"/>
                    <a:gd name="T3" fmla="*/ 82 h 104"/>
                    <a:gd name="T4" fmla="*/ 26 w 100"/>
                    <a:gd name="T5" fmla="*/ 6 h 104"/>
                    <a:gd name="T6" fmla="*/ 37 w 100"/>
                    <a:gd name="T7" fmla="*/ 0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0" h="104">
                      <a:moveTo>
                        <a:pt x="100" y="72"/>
                      </a:moveTo>
                      <a:cubicBezTo>
                        <a:pt x="83" y="99"/>
                        <a:pt x="45" y="104"/>
                        <a:pt x="22" y="82"/>
                      </a:cubicBezTo>
                      <a:cubicBezTo>
                        <a:pt x="0" y="61"/>
                        <a:pt x="2" y="24"/>
                        <a:pt x="26" y="6"/>
                      </a:cubicBezTo>
                      <a:cubicBezTo>
                        <a:pt x="30" y="3"/>
                        <a:pt x="33" y="1"/>
                        <a:pt x="37" y="0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775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4" name="ïṡlíďè"/>
                <p:cNvSpPr/>
                <p:nvPr/>
              </p:nvSpPr>
              <p:spPr bwMode="auto">
                <a:xfrm>
                  <a:off x="5538419" y="3873241"/>
                  <a:ext cx="259106" cy="248374"/>
                </a:xfrm>
                <a:custGeom>
                  <a:avLst/>
                  <a:gdLst>
                    <a:gd name="T0" fmla="*/ 16 w 99"/>
                    <a:gd name="T1" fmla="*/ 95 h 95"/>
                    <a:gd name="T2" fmla="*/ 22 w 99"/>
                    <a:gd name="T3" fmla="*/ 21 h 95"/>
                    <a:gd name="T4" fmla="*/ 99 w 99"/>
                    <a:gd name="T5" fmla="*/ 2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9" h="95">
                      <a:moveTo>
                        <a:pt x="16" y="95"/>
                      </a:moveTo>
                      <a:cubicBezTo>
                        <a:pt x="0" y="73"/>
                        <a:pt x="1" y="40"/>
                        <a:pt x="22" y="21"/>
                      </a:cubicBezTo>
                      <a:cubicBezTo>
                        <a:pt x="43" y="1"/>
                        <a:pt x="78" y="0"/>
                        <a:pt x="99" y="20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5" name="îSḷíde"/>
                <p:cNvSpPr/>
                <p:nvPr/>
              </p:nvSpPr>
              <p:spPr bwMode="auto">
                <a:xfrm>
                  <a:off x="6507383" y="4163011"/>
                  <a:ext cx="96590" cy="32197"/>
                </a:xfrm>
                <a:custGeom>
                  <a:avLst/>
                  <a:gdLst>
                    <a:gd name="T0" fmla="*/ 0 w 37"/>
                    <a:gd name="T1" fmla="*/ 9 h 12"/>
                    <a:gd name="T2" fmla="*/ 37 w 37"/>
                    <a:gd name="T3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7" h="12">
                      <a:moveTo>
                        <a:pt x="0" y="9"/>
                      </a:moveTo>
                      <a:cubicBezTo>
                        <a:pt x="11" y="0"/>
                        <a:pt x="26" y="4"/>
                        <a:pt x="37" y="12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6" name="iS1îḓé"/>
                <p:cNvSpPr/>
                <p:nvPr/>
              </p:nvSpPr>
              <p:spPr bwMode="auto">
                <a:xfrm>
                  <a:off x="5742332" y="3939168"/>
                  <a:ext cx="542742" cy="394025"/>
                </a:xfrm>
                <a:custGeom>
                  <a:avLst/>
                  <a:gdLst>
                    <a:gd name="T0" fmla="*/ 69 w 207"/>
                    <a:gd name="T1" fmla="*/ 151 h 151"/>
                    <a:gd name="T2" fmla="*/ 0 w 207"/>
                    <a:gd name="T3" fmla="*/ 83 h 151"/>
                    <a:gd name="T4" fmla="*/ 69 w 207"/>
                    <a:gd name="T5" fmla="*/ 15 h 151"/>
                    <a:gd name="T6" fmla="*/ 103 w 207"/>
                    <a:gd name="T7" fmla="*/ 24 h 151"/>
                    <a:gd name="T8" fmla="*/ 109 w 207"/>
                    <a:gd name="T9" fmla="*/ 17 h 151"/>
                    <a:gd name="T10" fmla="*/ 150 w 207"/>
                    <a:gd name="T11" fmla="*/ 0 h 151"/>
                    <a:gd name="T12" fmla="*/ 150 w 207"/>
                    <a:gd name="T13" fmla="*/ 0 h 151"/>
                    <a:gd name="T14" fmla="*/ 190 w 207"/>
                    <a:gd name="T15" fmla="*/ 17 h 151"/>
                    <a:gd name="T16" fmla="*/ 207 w 207"/>
                    <a:gd name="T17" fmla="*/ 57 h 151"/>
                    <a:gd name="T18" fmla="*/ 190 w 207"/>
                    <a:gd name="T19" fmla="*/ 98 h 151"/>
                    <a:gd name="T20" fmla="*/ 150 w 207"/>
                    <a:gd name="T21" fmla="*/ 115 h 151"/>
                    <a:gd name="T22" fmla="*/ 131 w 207"/>
                    <a:gd name="T23" fmla="*/ 111 h 151"/>
                    <a:gd name="T24" fmla="*/ 69 w 207"/>
                    <a:gd name="T2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07" h="151">
                      <a:moveTo>
                        <a:pt x="69" y="151"/>
                      </a:moveTo>
                      <a:cubicBezTo>
                        <a:pt x="32" y="151"/>
                        <a:pt x="0" y="120"/>
                        <a:pt x="0" y="83"/>
                      </a:cubicBezTo>
                      <a:cubicBezTo>
                        <a:pt x="0" y="46"/>
                        <a:pt x="32" y="15"/>
                        <a:pt x="69" y="15"/>
                      </a:cubicBezTo>
                      <a:cubicBezTo>
                        <a:pt x="81" y="15"/>
                        <a:pt x="92" y="18"/>
                        <a:pt x="103" y="24"/>
                      </a:cubicBezTo>
                      <a:cubicBezTo>
                        <a:pt x="105" y="22"/>
                        <a:pt x="107" y="19"/>
                        <a:pt x="109" y="17"/>
                      </a:cubicBezTo>
                      <a:cubicBezTo>
                        <a:pt x="120" y="6"/>
                        <a:pt x="135" y="0"/>
                        <a:pt x="150" y="0"/>
                      </a:cubicBezTo>
                      <a:cubicBezTo>
                        <a:pt x="150" y="0"/>
                        <a:pt x="150" y="0"/>
                        <a:pt x="150" y="0"/>
                      </a:cubicBezTo>
                      <a:cubicBezTo>
                        <a:pt x="165" y="0"/>
                        <a:pt x="179" y="6"/>
                        <a:pt x="190" y="17"/>
                      </a:cubicBezTo>
                      <a:cubicBezTo>
                        <a:pt x="201" y="27"/>
                        <a:pt x="207" y="42"/>
                        <a:pt x="207" y="57"/>
                      </a:cubicBezTo>
                      <a:cubicBezTo>
                        <a:pt x="207" y="72"/>
                        <a:pt x="201" y="87"/>
                        <a:pt x="190" y="98"/>
                      </a:cubicBezTo>
                      <a:cubicBezTo>
                        <a:pt x="179" y="108"/>
                        <a:pt x="165" y="115"/>
                        <a:pt x="150" y="115"/>
                      </a:cubicBezTo>
                      <a:cubicBezTo>
                        <a:pt x="143" y="115"/>
                        <a:pt x="137" y="113"/>
                        <a:pt x="131" y="111"/>
                      </a:cubicBezTo>
                      <a:cubicBezTo>
                        <a:pt x="119" y="136"/>
                        <a:pt x="95" y="151"/>
                        <a:pt x="69" y="151"/>
                      </a:cubicBez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" name="íS1iďê"/>
                <p:cNvSpPr/>
                <p:nvPr/>
              </p:nvSpPr>
              <p:spPr bwMode="auto">
                <a:xfrm>
                  <a:off x="5727000" y="3922302"/>
                  <a:ext cx="573406" cy="429287"/>
                </a:xfrm>
                <a:custGeom>
                  <a:avLst/>
                  <a:gdLst>
                    <a:gd name="T0" fmla="*/ 156 w 219"/>
                    <a:gd name="T1" fmla="*/ 12 h 164"/>
                    <a:gd name="T2" fmla="*/ 192 w 219"/>
                    <a:gd name="T3" fmla="*/ 27 h 164"/>
                    <a:gd name="T4" fmla="*/ 206 w 219"/>
                    <a:gd name="T5" fmla="*/ 63 h 164"/>
                    <a:gd name="T6" fmla="*/ 192 w 219"/>
                    <a:gd name="T7" fmla="*/ 99 h 164"/>
                    <a:gd name="T8" fmla="*/ 156 w 219"/>
                    <a:gd name="T9" fmla="*/ 114 h 164"/>
                    <a:gd name="T10" fmla="*/ 133 w 219"/>
                    <a:gd name="T11" fmla="*/ 109 h 164"/>
                    <a:gd name="T12" fmla="*/ 75 w 219"/>
                    <a:gd name="T13" fmla="*/ 151 h 164"/>
                    <a:gd name="T14" fmla="*/ 13 w 219"/>
                    <a:gd name="T15" fmla="*/ 89 h 164"/>
                    <a:gd name="T16" fmla="*/ 75 w 219"/>
                    <a:gd name="T17" fmla="*/ 27 h 164"/>
                    <a:gd name="T18" fmla="*/ 111 w 219"/>
                    <a:gd name="T19" fmla="*/ 39 h 164"/>
                    <a:gd name="T20" fmla="*/ 120 w 219"/>
                    <a:gd name="T21" fmla="*/ 27 h 164"/>
                    <a:gd name="T22" fmla="*/ 156 w 219"/>
                    <a:gd name="T23" fmla="*/ 12 h 164"/>
                    <a:gd name="T24" fmla="*/ 156 w 219"/>
                    <a:gd name="T25" fmla="*/ 0 h 164"/>
                    <a:gd name="T26" fmla="*/ 111 w 219"/>
                    <a:gd name="T27" fmla="*/ 18 h 164"/>
                    <a:gd name="T28" fmla="*/ 107 w 219"/>
                    <a:gd name="T29" fmla="*/ 22 h 164"/>
                    <a:gd name="T30" fmla="*/ 75 w 219"/>
                    <a:gd name="T31" fmla="*/ 14 h 164"/>
                    <a:gd name="T32" fmla="*/ 0 w 219"/>
                    <a:gd name="T33" fmla="*/ 89 h 164"/>
                    <a:gd name="T34" fmla="*/ 75 w 219"/>
                    <a:gd name="T35" fmla="*/ 164 h 164"/>
                    <a:gd name="T36" fmla="*/ 140 w 219"/>
                    <a:gd name="T37" fmla="*/ 125 h 164"/>
                    <a:gd name="T38" fmla="*/ 156 w 219"/>
                    <a:gd name="T39" fmla="*/ 127 h 164"/>
                    <a:gd name="T40" fmla="*/ 201 w 219"/>
                    <a:gd name="T41" fmla="*/ 108 h 164"/>
                    <a:gd name="T42" fmla="*/ 219 w 219"/>
                    <a:gd name="T43" fmla="*/ 63 h 164"/>
                    <a:gd name="T44" fmla="*/ 201 w 219"/>
                    <a:gd name="T45" fmla="*/ 18 h 164"/>
                    <a:gd name="T46" fmla="*/ 156 w 219"/>
                    <a:gd name="T47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19" h="164">
                      <a:moveTo>
                        <a:pt x="156" y="12"/>
                      </a:moveTo>
                      <a:cubicBezTo>
                        <a:pt x="169" y="12"/>
                        <a:pt x="182" y="18"/>
                        <a:pt x="192" y="27"/>
                      </a:cubicBezTo>
                      <a:cubicBezTo>
                        <a:pt x="201" y="37"/>
                        <a:pt x="206" y="50"/>
                        <a:pt x="206" y="63"/>
                      </a:cubicBezTo>
                      <a:cubicBezTo>
                        <a:pt x="206" y="77"/>
                        <a:pt x="201" y="90"/>
                        <a:pt x="192" y="99"/>
                      </a:cubicBezTo>
                      <a:cubicBezTo>
                        <a:pt x="182" y="109"/>
                        <a:pt x="169" y="114"/>
                        <a:pt x="156" y="114"/>
                      </a:cubicBezTo>
                      <a:cubicBezTo>
                        <a:pt x="148" y="114"/>
                        <a:pt x="140" y="112"/>
                        <a:pt x="133" y="109"/>
                      </a:cubicBezTo>
                      <a:cubicBezTo>
                        <a:pt x="125" y="133"/>
                        <a:pt x="101" y="151"/>
                        <a:pt x="75" y="151"/>
                      </a:cubicBezTo>
                      <a:cubicBezTo>
                        <a:pt x="41" y="151"/>
                        <a:pt x="13" y="123"/>
                        <a:pt x="13" y="89"/>
                      </a:cubicBezTo>
                      <a:cubicBezTo>
                        <a:pt x="13" y="55"/>
                        <a:pt x="41" y="27"/>
                        <a:pt x="75" y="27"/>
                      </a:cubicBezTo>
                      <a:cubicBezTo>
                        <a:pt x="88" y="27"/>
                        <a:pt x="101" y="32"/>
                        <a:pt x="111" y="39"/>
                      </a:cubicBezTo>
                      <a:cubicBezTo>
                        <a:pt x="113" y="35"/>
                        <a:pt x="116" y="31"/>
                        <a:pt x="120" y="27"/>
                      </a:cubicBezTo>
                      <a:cubicBezTo>
                        <a:pt x="129" y="18"/>
                        <a:pt x="142" y="12"/>
                        <a:pt x="156" y="12"/>
                      </a:cubicBezTo>
                      <a:moveTo>
                        <a:pt x="156" y="0"/>
                      </a:moveTo>
                      <a:cubicBezTo>
                        <a:pt x="139" y="0"/>
                        <a:pt x="122" y="6"/>
                        <a:pt x="111" y="18"/>
                      </a:cubicBezTo>
                      <a:cubicBezTo>
                        <a:pt x="109" y="19"/>
                        <a:pt x="108" y="21"/>
                        <a:pt x="107" y="22"/>
                      </a:cubicBezTo>
                      <a:cubicBezTo>
                        <a:pt x="97" y="17"/>
                        <a:pt x="86" y="14"/>
                        <a:pt x="75" y="14"/>
                      </a:cubicBezTo>
                      <a:cubicBezTo>
                        <a:pt x="34" y="14"/>
                        <a:pt x="0" y="49"/>
                        <a:pt x="0" y="89"/>
                      </a:cubicBezTo>
                      <a:cubicBezTo>
                        <a:pt x="0" y="130"/>
                        <a:pt x="34" y="164"/>
                        <a:pt x="75" y="164"/>
                      </a:cubicBezTo>
                      <a:cubicBezTo>
                        <a:pt x="102" y="164"/>
                        <a:pt x="127" y="149"/>
                        <a:pt x="140" y="125"/>
                      </a:cubicBezTo>
                      <a:cubicBezTo>
                        <a:pt x="145" y="126"/>
                        <a:pt x="150" y="127"/>
                        <a:pt x="156" y="127"/>
                      </a:cubicBezTo>
                      <a:cubicBezTo>
                        <a:pt x="172" y="127"/>
                        <a:pt x="189" y="120"/>
                        <a:pt x="201" y="108"/>
                      </a:cubicBezTo>
                      <a:cubicBezTo>
                        <a:pt x="213" y="97"/>
                        <a:pt x="219" y="80"/>
                        <a:pt x="219" y="63"/>
                      </a:cubicBezTo>
                      <a:cubicBezTo>
                        <a:pt x="219" y="47"/>
                        <a:pt x="213" y="30"/>
                        <a:pt x="201" y="18"/>
                      </a:cubicBezTo>
                      <a:cubicBezTo>
                        <a:pt x="189" y="6"/>
                        <a:pt x="172" y="0"/>
                        <a:pt x="15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8" name="ïṣ1íḓê"/>
                <p:cNvSpPr/>
                <p:nvPr/>
              </p:nvSpPr>
              <p:spPr bwMode="auto">
                <a:xfrm>
                  <a:off x="5904847" y="4095551"/>
                  <a:ext cx="173249" cy="133386"/>
                </a:xfrm>
                <a:custGeom>
                  <a:avLst/>
                  <a:gdLst>
                    <a:gd name="T0" fmla="*/ 66 w 66"/>
                    <a:gd name="T1" fmla="*/ 51 h 51"/>
                    <a:gd name="T2" fmla="*/ 0 w 66"/>
                    <a:gd name="T3" fmla="*/ 14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6" h="51">
                      <a:moveTo>
                        <a:pt x="66" y="51"/>
                      </a:moveTo>
                      <a:cubicBezTo>
                        <a:pt x="66" y="51"/>
                        <a:pt x="42" y="0"/>
                        <a:pt x="0" y="14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9" name="îşļîḑe"/>
                <p:cNvSpPr/>
                <p:nvPr/>
              </p:nvSpPr>
              <p:spPr bwMode="auto">
                <a:xfrm>
                  <a:off x="6745024" y="4196740"/>
                  <a:ext cx="78192" cy="81259"/>
                </a:xfrm>
                <a:custGeom>
                  <a:avLst/>
                  <a:gdLst>
                    <a:gd name="T0" fmla="*/ 30 w 30"/>
                    <a:gd name="T1" fmla="*/ 0 h 31"/>
                    <a:gd name="T2" fmla="*/ 0 w 30"/>
                    <a:gd name="T3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0" h="31">
                      <a:moveTo>
                        <a:pt x="30" y="0"/>
                      </a:moveTo>
                      <a:cubicBezTo>
                        <a:pt x="30" y="0"/>
                        <a:pt x="24" y="16"/>
                        <a:pt x="0" y="31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0" name="íSḻïde"/>
                <p:cNvSpPr/>
                <p:nvPr/>
              </p:nvSpPr>
              <p:spPr bwMode="auto">
                <a:xfrm>
                  <a:off x="6619304" y="3799649"/>
                  <a:ext cx="50595" cy="148718"/>
                </a:xfrm>
                <a:custGeom>
                  <a:avLst/>
                  <a:gdLst>
                    <a:gd name="T0" fmla="*/ 0 w 19"/>
                    <a:gd name="T1" fmla="*/ 0 h 57"/>
                    <a:gd name="T2" fmla="*/ 9 w 19"/>
                    <a:gd name="T3" fmla="*/ 57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9" h="57">
                      <a:moveTo>
                        <a:pt x="0" y="0"/>
                      </a:moveTo>
                      <a:cubicBezTo>
                        <a:pt x="16" y="14"/>
                        <a:pt x="19" y="40"/>
                        <a:pt x="9" y="57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1" name="íŝľïḓè"/>
                <p:cNvSpPr/>
                <p:nvPr/>
              </p:nvSpPr>
              <p:spPr bwMode="auto">
                <a:xfrm>
                  <a:off x="6318803" y="4159944"/>
                  <a:ext cx="39862" cy="133386"/>
                </a:xfrm>
                <a:custGeom>
                  <a:avLst/>
                  <a:gdLst>
                    <a:gd name="T0" fmla="*/ 0 w 15"/>
                    <a:gd name="T1" fmla="*/ 0 h 51"/>
                    <a:gd name="T2" fmla="*/ 12 w 15"/>
                    <a:gd name="T3" fmla="*/ 51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5" h="51">
                      <a:moveTo>
                        <a:pt x="0" y="0"/>
                      </a:moveTo>
                      <a:cubicBezTo>
                        <a:pt x="9" y="11"/>
                        <a:pt x="15" y="36"/>
                        <a:pt x="12" y="51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2" name="iṩlîḋe"/>
                <p:cNvSpPr/>
                <p:nvPr/>
              </p:nvSpPr>
              <p:spPr bwMode="auto">
                <a:xfrm>
                  <a:off x="6171619" y="4304062"/>
                  <a:ext cx="52128" cy="104255"/>
                </a:xfrm>
                <a:custGeom>
                  <a:avLst/>
                  <a:gdLst>
                    <a:gd name="T0" fmla="*/ 20 w 20"/>
                    <a:gd name="T1" fmla="*/ 40 h 40"/>
                    <a:gd name="T2" fmla="*/ 0 w 20"/>
                    <a:gd name="T3" fmla="*/ 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0" h="40">
                      <a:moveTo>
                        <a:pt x="20" y="40"/>
                      </a:moveTo>
                      <a:cubicBezTo>
                        <a:pt x="20" y="40"/>
                        <a:pt x="2" y="26"/>
                        <a:pt x="0" y="0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" name="iṧľíḍè"/>
                <p:cNvSpPr/>
                <p:nvPr/>
              </p:nvSpPr>
              <p:spPr bwMode="auto">
                <a:xfrm>
                  <a:off x="6248277" y="4423649"/>
                  <a:ext cx="306634" cy="154851"/>
                </a:xfrm>
                <a:custGeom>
                  <a:avLst/>
                  <a:gdLst>
                    <a:gd name="T0" fmla="*/ 117 w 117"/>
                    <a:gd name="T1" fmla="*/ 0 h 59"/>
                    <a:gd name="T2" fmla="*/ 0 w 117"/>
                    <a:gd name="T3" fmla="*/ 44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7" h="59">
                      <a:moveTo>
                        <a:pt x="117" y="0"/>
                      </a:moveTo>
                      <a:cubicBezTo>
                        <a:pt x="117" y="0"/>
                        <a:pt x="64" y="59"/>
                        <a:pt x="0" y="44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4" name="i$lïḑe"/>
                <p:cNvSpPr/>
                <p:nvPr/>
              </p:nvSpPr>
              <p:spPr bwMode="auto">
                <a:xfrm>
                  <a:off x="6206882" y="3786096"/>
                  <a:ext cx="41396" cy="56728"/>
                </a:xfrm>
                <a:custGeom>
                  <a:avLst/>
                  <a:gdLst>
                    <a:gd name="T0" fmla="*/ 0 w 16"/>
                    <a:gd name="T1" fmla="*/ 0 h 22"/>
                    <a:gd name="T2" fmla="*/ 16 w 16"/>
                    <a:gd name="T3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6" h="22">
                      <a:moveTo>
                        <a:pt x="0" y="0"/>
                      </a:moveTo>
                      <a:cubicBezTo>
                        <a:pt x="0" y="0"/>
                        <a:pt x="12" y="11"/>
                        <a:pt x="16" y="22"/>
                      </a:cubicBezTo>
                    </a:path>
                  </a:pathLst>
                </a:custGeom>
                <a:noFill/>
                <a:ln w="34925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0" name="ísľíḑè"/>
              <p:cNvGrpSpPr/>
              <p:nvPr/>
            </p:nvGrpSpPr>
            <p:grpSpPr>
              <a:xfrm>
                <a:off x="5211855" y="5740643"/>
                <a:ext cx="1996187" cy="229975"/>
                <a:chOff x="5211855" y="5740643"/>
                <a:chExt cx="1996187" cy="229975"/>
              </a:xfrm>
            </p:grpSpPr>
            <p:sp>
              <p:nvSpPr>
                <p:cNvPr id="21" name="îṥľïḍé"/>
                <p:cNvSpPr/>
                <p:nvPr/>
              </p:nvSpPr>
              <p:spPr bwMode="auto">
                <a:xfrm>
                  <a:off x="5211855" y="5746775"/>
                  <a:ext cx="26064" cy="219244"/>
                </a:xfrm>
                <a:prstGeom prst="rect">
                  <a:avLst/>
                </a:pr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" name="îṩ1ïďè"/>
                <p:cNvSpPr/>
                <p:nvPr/>
              </p:nvSpPr>
              <p:spPr bwMode="auto">
                <a:xfrm>
                  <a:off x="5316110" y="5743709"/>
                  <a:ext cx="180914" cy="225376"/>
                </a:xfrm>
                <a:custGeom>
                  <a:avLst/>
                  <a:gdLst>
                    <a:gd name="T0" fmla="*/ 0 w 69"/>
                    <a:gd name="T1" fmla="*/ 2 h 86"/>
                    <a:gd name="T2" fmla="*/ 23 w 69"/>
                    <a:gd name="T3" fmla="*/ 0 h 86"/>
                    <a:gd name="T4" fmla="*/ 57 w 69"/>
                    <a:gd name="T5" fmla="*/ 11 h 86"/>
                    <a:gd name="T6" fmla="*/ 69 w 69"/>
                    <a:gd name="T7" fmla="*/ 41 h 86"/>
                    <a:gd name="T8" fmla="*/ 57 w 69"/>
                    <a:gd name="T9" fmla="*/ 74 h 86"/>
                    <a:gd name="T10" fmla="*/ 19 w 69"/>
                    <a:gd name="T11" fmla="*/ 86 h 86"/>
                    <a:gd name="T12" fmla="*/ 0 w 69"/>
                    <a:gd name="T13" fmla="*/ 85 h 86"/>
                    <a:gd name="T14" fmla="*/ 0 w 69"/>
                    <a:gd name="T15" fmla="*/ 2 h 86"/>
                    <a:gd name="T16" fmla="*/ 11 w 69"/>
                    <a:gd name="T17" fmla="*/ 77 h 86"/>
                    <a:gd name="T18" fmla="*/ 22 w 69"/>
                    <a:gd name="T19" fmla="*/ 77 h 86"/>
                    <a:gd name="T20" fmla="*/ 58 w 69"/>
                    <a:gd name="T21" fmla="*/ 41 h 86"/>
                    <a:gd name="T22" fmla="*/ 23 w 69"/>
                    <a:gd name="T23" fmla="*/ 9 h 86"/>
                    <a:gd name="T24" fmla="*/ 11 w 69"/>
                    <a:gd name="T25" fmla="*/ 10 h 86"/>
                    <a:gd name="T26" fmla="*/ 11 w 69"/>
                    <a:gd name="T27" fmla="*/ 77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9" h="86">
                      <a:moveTo>
                        <a:pt x="0" y="2"/>
                      </a:moveTo>
                      <a:cubicBezTo>
                        <a:pt x="6" y="1"/>
                        <a:pt x="14" y="0"/>
                        <a:pt x="23" y="0"/>
                      </a:cubicBezTo>
                      <a:cubicBezTo>
                        <a:pt x="39" y="0"/>
                        <a:pt x="50" y="4"/>
                        <a:pt x="57" y="11"/>
                      </a:cubicBezTo>
                      <a:cubicBezTo>
                        <a:pt x="65" y="17"/>
                        <a:pt x="69" y="27"/>
                        <a:pt x="69" y="41"/>
                      </a:cubicBezTo>
                      <a:cubicBezTo>
                        <a:pt x="69" y="55"/>
                        <a:pt x="65" y="66"/>
                        <a:pt x="57" y="74"/>
                      </a:cubicBezTo>
                      <a:cubicBezTo>
                        <a:pt x="49" y="82"/>
                        <a:pt x="36" y="86"/>
                        <a:pt x="19" y="86"/>
                      </a:cubicBezTo>
                      <a:cubicBezTo>
                        <a:pt x="12" y="86"/>
                        <a:pt x="5" y="86"/>
                        <a:pt x="0" y="85"/>
                      </a:cubicBezTo>
                      <a:lnTo>
                        <a:pt x="0" y="2"/>
                      </a:lnTo>
                      <a:close/>
                      <a:moveTo>
                        <a:pt x="11" y="77"/>
                      </a:moveTo>
                      <a:cubicBezTo>
                        <a:pt x="13" y="77"/>
                        <a:pt x="17" y="77"/>
                        <a:pt x="22" y="77"/>
                      </a:cubicBezTo>
                      <a:cubicBezTo>
                        <a:pt x="45" y="77"/>
                        <a:pt x="58" y="64"/>
                        <a:pt x="58" y="41"/>
                      </a:cubicBezTo>
                      <a:cubicBezTo>
                        <a:pt x="58" y="21"/>
                        <a:pt x="46" y="9"/>
                        <a:pt x="23" y="9"/>
                      </a:cubicBezTo>
                      <a:cubicBezTo>
                        <a:pt x="18" y="9"/>
                        <a:pt x="13" y="9"/>
                        <a:pt x="11" y="10"/>
                      </a:cubicBezTo>
                      <a:lnTo>
                        <a:pt x="11" y="77"/>
                      </a:ln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3" name="îšḷîḋè"/>
                <p:cNvSpPr/>
                <p:nvPr/>
              </p:nvSpPr>
              <p:spPr bwMode="auto">
                <a:xfrm>
                  <a:off x="5559884" y="5746775"/>
                  <a:ext cx="125720" cy="219244"/>
                </a:xfrm>
                <a:custGeom>
                  <a:avLst/>
                  <a:gdLst>
                    <a:gd name="T0" fmla="*/ 75 w 82"/>
                    <a:gd name="T1" fmla="*/ 76 h 143"/>
                    <a:gd name="T2" fmla="*/ 19 w 82"/>
                    <a:gd name="T3" fmla="*/ 76 h 143"/>
                    <a:gd name="T4" fmla="*/ 19 w 82"/>
                    <a:gd name="T5" fmla="*/ 128 h 143"/>
                    <a:gd name="T6" fmla="*/ 82 w 82"/>
                    <a:gd name="T7" fmla="*/ 128 h 143"/>
                    <a:gd name="T8" fmla="*/ 82 w 82"/>
                    <a:gd name="T9" fmla="*/ 143 h 143"/>
                    <a:gd name="T10" fmla="*/ 0 w 82"/>
                    <a:gd name="T11" fmla="*/ 143 h 143"/>
                    <a:gd name="T12" fmla="*/ 0 w 82"/>
                    <a:gd name="T13" fmla="*/ 0 h 143"/>
                    <a:gd name="T14" fmla="*/ 78 w 82"/>
                    <a:gd name="T15" fmla="*/ 0 h 143"/>
                    <a:gd name="T16" fmla="*/ 78 w 82"/>
                    <a:gd name="T17" fmla="*/ 15 h 143"/>
                    <a:gd name="T18" fmla="*/ 19 w 82"/>
                    <a:gd name="T19" fmla="*/ 15 h 143"/>
                    <a:gd name="T20" fmla="*/ 19 w 82"/>
                    <a:gd name="T21" fmla="*/ 61 h 143"/>
                    <a:gd name="T22" fmla="*/ 75 w 82"/>
                    <a:gd name="T23" fmla="*/ 61 h 143"/>
                    <a:gd name="T24" fmla="*/ 75 w 82"/>
                    <a:gd name="T25" fmla="*/ 76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2" h="143">
                      <a:moveTo>
                        <a:pt x="75" y="76"/>
                      </a:moveTo>
                      <a:lnTo>
                        <a:pt x="19" y="76"/>
                      </a:lnTo>
                      <a:lnTo>
                        <a:pt x="19" y="128"/>
                      </a:lnTo>
                      <a:lnTo>
                        <a:pt x="82" y="128"/>
                      </a:lnTo>
                      <a:lnTo>
                        <a:pt x="82" y="143"/>
                      </a:lnTo>
                      <a:lnTo>
                        <a:pt x="0" y="143"/>
                      </a:lnTo>
                      <a:lnTo>
                        <a:pt x="0" y="0"/>
                      </a:lnTo>
                      <a:lnTo>
                        <a:pt x="78" y="0"/>
                      </a:lnTo>
                      <a:lnTo>
                        <a:pt x="78" y="15"/>
                      </a:lnTo>
                      <a:lnTo>
                        <a:pt x="19" y="15"/>
                      </a:lnTo>
                      <a:lnTo>
                        <a:pt x="19" y="61"/>
                      </a:lnTo>
                      <a:lnTo>
                        <a:pt x="75" y="61"/>
                      </a:lnTo>
                      <a:lnTo>
                        <a:pt x="75" y="76"/>
                      </a:ln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" name="îsḷíḍê"/>
                <p:cNvSpPr/>
                <p:nvPr/>
              </p:nvSpPr>
              <p:spPr bwMode="auto">
                <a:xfrm>
                  <a:off x="5733132" y="5746775"/>
                  <a:ext cx="182448" cy="219244"/>
                </a:xfrm>
                <a:custGeom>
                  <a:avLst/>
                  <a:gdLst>
                    <a:gd name="T0" fmla="*/ 20 w 70"/>
                    <a:gd name="T1" fmla="*/ 58 h 84"/>
                    <a:gd name="T2" fmla="*/ 11 w 70"/>
                    <a:gd name="T3" fmla="*/ 84 h 84"/>
                    <a:gd name="T4" fmla="*/ 0 w 70"/>
                    <a:gd name="T5" fmla="*/ 84 h 84"/>
                    <a:gd name="T6" fmla="*/ 28 w 70"/>
                    <a:gd name="T7" fmla="*/ 0 h 84"/>
                    <a:gd name="T8" fmla="*/ 42 w 70"/>
                    <a:gd name="T9" fmla="*/ 0 h 84"/>
                    <a:gd name="T10" fmla="*/ 70 w 70"/>
                    <a:gd name="T11" fmla="*/ 84 h 84"/>
                    <a:gd name="T12" fmla="*/ 59 w 70"/>
                    <a:gd name="T13" fmla="*/ 84 h 84"/>
                    <a:gd name="T14" fmla="*/ 50 w 70"/>
                    <a:gd name="T15" fmla="*/ 58 h 84"/>
                    <a:gd name="T16" fmla="*/ 20 w 70"/>
                    <a:gd name="T17" fmla="*/ 58 h 84"/>
                    <a:gd name="T18" fmla="*/ 47 w 70"/>
                    <a:gd name="T19" fmla="*/ 49 h 84"/>
                    <a:gd name="T20" fmla="*/ 39 w 70"/>
                    <a:gd name="T21" fmla="*/ 25 h 84"/>
                    <a:gd name="T22" fmla="*/ 35 w 70"/>
                    <a:gd name="T23" fmla="*/ 9 h 84"/>
                    <a:gd name="T24" fmla="*/ 35 w 70"/>
                    <a:gd name="T25" fmla="*/ 9 h 84"/>
                    <a:gd name="T26" fmla="*/ 30 w 70"/>
                    <a:gd name="T27" fmla="*/ 25 h 84"/>
                    <a:gd name="T28" fmla="*/ 22 w 70"/>
                    <a:gd name="T29" fmla="*/ 49 h 84"/>
                    <a:gd name="T30" fmla="*/ 47 w 70"/>
                    <a:gd name="T31" fmla="*/ 49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70" h="84">
                      <a:moveTo>
                        <a:pt x="20" y="58"/>
                      </a:moveTo>
                      <a:cubicBezTo>
                        <a:pt x="11" y="84"/>
                        <a:pt x="11" y="84"/>
                        <a:pt x="11" y="84"/>
                      </a:cubicBez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70" y="84"/>
                        <a:pt x="70" y="84"/>
                        <a:pt x="70" y="84"/>
                      </a:cubicBezTo>
                      <a:cubicBezTo>
                        <a:pt x="59" y="84"/>
                        <a:pt x="59" y="84"/>
                        <a:pt x="59" y="84"/>
                      </a:cubicBezTo>
                      <a:cubicBezTo>
                        <a:pt x="50" y="58"/>
                        <a:pt x="50" y="58"/>
                        <a:pt x="50" y="58"/>
                      </a:cubicBezTo>
                      <a:lnTo>
                        <a:pt x="20" y="58"/>
                      </a:lnTo>
                      <a:close/>
                      <a:moveTo>
                        <a:pt x="47" y="49"/>
                      </a:moveTo>
                      <a:cubicBezTo>
                        <a:pt x="39" y="25"/>
                        <a:pt x="39" y="25"/>
                        <a:pt x="39" y="25"/>
                      </a:cubicBezTo>
                      <a:cubicBezTo>
                        <a:pt x="37" y="19"/>
                        <a:pt x="36" y="14"/>
                        <a:pt x="35" y="9"/>
                      </a:cubicBezTo>
                      <a:cubicBezTo>
                        <a:pt x="35" y="9"/>
                        <a:pt x="35" y="9"/>
                        <a:pt x="35" y="9"/>
                      </a:cubicBezTo>
                      <a:cubicBezTo>
                        <a:pt x="33" y="14"/>
                        <a:pt x="32" y="19"/>
                        <a:pt x="30" y="25"/>
                      </a:cubicBezTo>
                      <a:cubicBezTo>
                        <a:pt x="22" y="49"/>
                        <a:pt x="22" y="49"/>
                        <a:pt x="22" y="49"/>
                      </a:cubicBezTo>
                      <a:lnTo>
                        <a:pt x="47" y="49"/>
                      </a:ln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" name="ïšļîḓê"/>
                <p:cNvSpPr/>
                <p:nvPr/>
              </p:nvSpPr>
              <p:spPr bwMode="auto">
                <a:xfrm>
                  <a:off x="5964640" y="5740643"/>
                  <a:ext cx="134919" cy="229975"/>
                </a:xfrm>
                <a:custGeom>
                  <a:avLst/>
                  <a:gdLst>
                    <a:gd name="T0" fmla="*/ 2 w 51"/>
                    <a:gd name="T1" fmla="*/ 73 h 88"/>
                    <a:gd name="T2" fmla="*/ 22 w 51"/>
                    <a:gd name="T3" fmla="*/ 78 h 88"/>
                    <a:gd name="T4" fmla="*/ 40 w 51"/>
                    <a:gd name="T5" fmla="*/ 64 h 88"/>
                    <a:gd name="T6" fmla="*/ 24 w 51"/>
                    <a:gd name="T7" fmla="*/ 47 h 88"/>
                    <a:gd name="T8" fmla="*/ 1 w 51"/>
                    <a:gd name="T9" fmla="*/ 23 h 88"/>
                    <a:gd name="T10" fmla="*/ 29 w 51"/>
                    <a:gd name="T11" fmla="*/ 0 h 88"/>
                    <a:gd name="T12" fmla="*/ 47 w 51"/>
                    <a:gd name="T13" fmla="*/ 4 h 88"/>
                    <a:gd name="T14" fmla="*/ 44 w 51"/>
                    <a:gd name="T15" fmla="*/ 13 h 88"/>
                    <a:gd name="T16" fmla="*/ 28 w 51"/>
                    <a:gd name="T17" fmla="*/ 9 h 88"/>
                    <a:gd name="T18" fmla="*/ 12 w 51"/>
                    <a:gd name="T19" fmla="*/ 22 h 88"/>
                    <a:gd name="T20" fmla="*/ 29 w 51"/>
                    <a:gd name="T21" fmla="*/ 38 h 88"/>
                    <a:gd name="T22" fmla="*/ 51 w 51"/>
                    <a:gd name="T23" fmla="*/ 63 h 88"/>
                    <a:gd name="T24" fmla="*/ 21 w 51"/>
                    <a:gd name="T25" fmla="*/ 88 h 88"/>
                    <a:gd name="T26" fmla="*/ 0 w 51"/>
                    <a:gd name="T27" fmla="*/ 82 h 88"/>
                    <a:gd name="T28" fmla="*/ 2 w 51"/>
                    <a:gd name="T29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1" h="88">
                      <a:moveTo>
                        <a:pt x="2" y="73"/>
                      </a:moveTo>
                      <a:cubicBezTo>
                        <a:pt x="7" y="76"/>
                        <a:pt x="14" y="78"/>
                        <a:pt x="22" y="78"/>
                      </a:cubicBezTo>
                      <a:cubicBezTo>
                        <a:pt x="33" y="78"/>
                        <a:pt x="40" y="73"/>
                        <a:pt x="40" y="64"/>
                      </a:cubicBezTo>
                      <a:cubicBezTo>
                        <a:pt x="40" y="56"/>
                        <a:pt x="35" y="52"/>
                        <a:pt x="24" y="47"/>
                      </a:cubicBezTo>
                      <a:cubicBezTo>
                        <a:pt x="10" y="42"/>
                        <a:pt x="1" y="35"/>
                        <a:pt x="1" y="23"/>
                      </a:cubicBezTo>
                      <a:cubicBezTo>
                        <a:pt x="1" y="10"/>
                        <a:pt x="12" y="0"/>
                        <a:pt x="29" y="0"/>
                      </a:cubicBezTo>
                      <a:cubicBezTo>
                        <a:pt x="37" y="0"/>
                        <a:pt x="44" y="2"/>
                        <a:pt x="47" y="4"/>
                      </a:cubicBezTo>
                      <a:cubicBezTo>
                        <a:pt x="44" y="13"/>
                        <a:pt x="44" y="13"/>
                        <a:pt x="44" y="13"/>
                      </a:cubicBezTo>
                      <a:cubicBezTo>
                        <a:pt x="42" y="12"/>
                        <a:pt x="36" y="9"/>
                        <a:pt x="28" y="9"/>
                      </a:cubicBezTo>
                      <a:cubicBezTo>
                        <a:pt x="17" y="9"/>
                        <a:pt x="12" y="16"/>
                        <a:pt x="12" y="22"/>
                      </a:cubicBezTo>
                      <a:cubicBezTo>
                        <a:pt x="12" y="30"/>
                        <a:pt x="18" y="34"/>
                        <a:pt x="29" y="38"/>
                      </a:cubicBezTo>
                      <a:cubicBezTo>
                        <a:pt x="44" y="44"/>
                        <a:pt x="51" y="51"/>
                        <a:pt x="51" y="63"/>
                      </a:cubicBezTo>
                      <a:cubicBezTo>
                        <a:pt x="51" y="76"/>
                        <a:pt x="41" y="88"/>
                        <a:pt x="21" y="88"/>
                      </a:cubicBezTo>
                      <a:cubicBezTo>
                        <a:pt x="13" y="88"/>
                        <a:pt x="4" y="85"/>
                        <a:pt x="0" y="82"/>
                      </a:cubicBezTo>
                      <a:lnTo>
                        <a:pt x="2" y="73"/>
                      </a:lnTo>
                      <a:close/>
                    </a:path>
                  </a:pathLst>
                </a:custGeom>
                <a:solidFill>
                  <a:srgbClr val="3F3A3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6" name="ïṡ1íḋè"/>
                <p:cNvSpPr/>
                <p:nvPr/>
              </p:nvSpPr>
              <p:spPr bwMode="auto">
                <a:xfrm>
                  <a:off x="6153221" y="5740643"/>
                  <a:ext cx="133386" cy="229975"/>
                </a:xfrm>
                <a:custGeom>
                  <a:avLst/>
                  <a:gdLst>
                    <a:gd name="T0" fmla="*/ 2 w 51"/>
                    <a:gd name="T1" fmla="*/ 73 h 88"/>
                    <a:gd name="T2" fmla="*/ 22 w 51"/>
                    <a:gd name="T3" fmla="*/ 78 h 88"/>
                    <a:gd name="T4" fmla="*/ 40 w 51"/>
                    <a:gd name="T5" fmla="*/ 64 h 88"/>
                    <a:gd name="T6" fmla="*/ 24 w 51"/>
                    <a:gd name="T7" fmla="*/ 47 h 88"/>
                    <a:gd name="T8" fmla="*/ 1 w 51"/>
                    <a:gd name="T9" fmla="*/ 23 h 88"/>
                    <a:gd name="T10" fmla="*/ 29 w 51"/>
                    <a:gd name="T11" fmla="*/ 0 h 88"/>
                    <a:gd name="T12" fmla="*/ 47 w 51"/>
                    <a:gd name="T13" fmla="*/ 4 h 88"/>
                    <a:gd name="T14" fmla="*/ 44 w 51"/>
                    <a:gd name="T15" fmla="*/ 13 h 88"/>
                    <a:gd name="T16" fmla="*/ 28 w 51"/>
                    <a:gd name="T17" fmla="*/ 9 h 88"/>
                    <a:gd name="T18" fmla="*/ 12 w 51"/>
                    <a:gd name="T19" fmla="*/ 22 h 88"/>
                    <a:gd name="T20" fmla="*/ 29 w 51"/>
                    <a:gd name="T21" fmla="*/ 38 h 88"/>
                    <a:gd name="T22" fmla="*/ 51 w 51"/>
                    <a:gd name="T23" fmla="*/ 63 h 88"/>
                    <a:gd name="T24" fmla="*/ 21 w 51"/>
                    <a:gd name="T25" fmla="*/ 88 h 88"/>
                    <a:gd name="T26" fmla="*/ 0 w 51"/>
                    <a:gd name="T27" fmla="*/ 82 h 88"/>
                    <a:gd name="T28" fmla="*/ 2 w 51"/>
                    <a:gd name="T29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1" h="88">
                      <a:moveTo>
                        <a:pt x="2" y="73"/>
                      </a:moveTo>
                      <a:cubicBezTo>
                        <a:pt x="7" y="76"/>
                        <a:pt x="14" y="78"/>
                        <a:pt x="22" y="78"/>
                      </a:cubicBezTo>
                      <a:cubicBezTo>
                        <a:pt x="33" y="78"/>
                        <a:pt x="40" y="73"/>
                        <a:pt x="40" y="64"/>
                      </a:cubicBezTo>
                      <a:cubicBezTo>
                        <a:pt x="40" y="56"/>
                        <a:pt x="35" y="52"/>
                        <a:pt x="24" y="47"/>
                      </a:cubicBezTo>
                      <a:cubicBezTo>
                        <a:pt x="10" y="42"/>
                        <a:pt x="1" y="35"/>
                        <a:pt x="1" y="23"/>
                      </a:cubicBezTo>
                      <a:cubicBezTo>
                        <a:pt x="1" y="10"/>
                        <a:pt x="12" y="0"/>
                        <a:pt x="29" y="0"/>
                      </a:cubicBezTo>
                      <a:cubicBezTo>
                        <a:pt x="37" y="0"/>
                        <a:pt x="44" y="2"/>
                        <a:pt x="47" y="4"/>
                      </a:cubicBezTo>
                      <a:cubicBezTo>
                        <a:pt x="44" y="13"/>
                        <a:pt x="44" y="13"/>
                        <a:pt x="44" y="13"/>
                      </a:cubicBezTo>
                      <a:cubicBezTo>
                        <a:pt x="42" y="12"/>
                        <a:pt x="36" y="9"/>
                        <a:pt x="28" y="9"/>
                      </a:cubicBezTo>
                      <a:cubicBezTo>
                        <a:pt x="17" y="9"/>
                        <a:pt x="12" y="16"/>
                        <a:pt x="12" y="22"/>
                      </a:cubicBezTo>
                      <a:cubicBezTo>
                        <a:pt x="12" y="30"/>
                        <a:pt x="18" y="34"/>
                        <a:pt x="29" y="38"/>
                      </a:cubicBezTo>
                      <a:cubicBezTo>
                        <a:pt x="44" y="44"/>
                        <a:pt x="51" y="51"/>
                        <a:pt x="51" y="63"/>
                      </a:cubicBezTo>
                      <a:cubicBezTo>
                        <a:pt x="51" y="76"/>
                        <a:pt x="41" y="88"/>
                        <a:pt x="21" y="88"/>
                      </a:cubicBezTo>
                      <a:cubicBezTo>
                        <a:pt x="13" y="88"/>
                        <a:pt x="4" y="85"/>
                        <a:pt x="0" y="82"/>
                      </a:cubicBezTo>
                      <a:lnTo>
                        <a:pt x="2" y="7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iś1îďê"/>
                <p:cNvSpPr/>
                <p:nvPr/>
              </p:nvSpPr>
              <p:spPr bwMode="auto">
                <a:xfrm>
                  <a:off x="6326468" y="5746775"/>
                  <a:ext cx="165583" cy="219244"/>
                </a:xfrm>
                <a:custGeom>
                  <a:avLst/>
                  <a:gdLst>
                    <a:gd name="T0" fmla="*/ 44 w 108"/>
                    <a:gd name="T1" fmla="*/ 15 h 143"/>
                    <a:gd name="T2" fmla="*/ 0 w 108"/>
                    <a:gd name="T3" fmla="*/ 15 h 143"/>
                    <a:gd name="T4" fmla="*/ 0 w 108"/>
                    <a:gd name="T5" fmla="*/ 0 h 143"/>
                    <a:gd name="T6" fmla="*/ 108 w 108"/>
                    <a:gd name="T7" fmla="*/ 0 h 143"/>
                    <a:gd name="T8" fmla="*/ 108 w 108"/>
                    <a:gd name="T9" fmla="*/ 15 h 143"/>
                    <a:gd name="T10" fmla="*/ 63 w 108"/>
                    <a:gd name="T11" fmla="*/ 15 h 143"/>
                    <a:gd name="T12" fmla="*/ 63 w 108"/>
                    <a:gd name="T13" fmla="*/ 143 h 143"/>
                    <a:gd name="T14" fmla="*/ 44 w 108"/>
                    <a:gd name="T15" fmla="*/ 143 h 143"/>
                    <a:gd name="T16" fmla="*/ 44 w 108"/>
                    <a:gd name="T17" fmla="*/ 15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8" h="143">
                      <a:moveTo>
                        <a:pt x="44" y="15"/>
                      </a:moveTo>
                      <a:lnTo>
                        <a:pt x="0" y="15"/>
                      </a:lnTo>
                      <a:lnTo>
                        <a:pt x="0" y="0"/>
                      </a:lnTo>
                      <a:lnTo>
                        <a:pt x="108" y="0"/>
                      </a:lnTo>
                      <a:lnTo>
                        <a:pt x="108" y="15"/>
                      </a:lnTo>
                      <a:lnTo>
                        <a:pt x="63" y="15"/>
                      </a:lnTo>
                      <a:lnTo>
                        <a:pt x="63" y="143"/>
                      </a:lnTo>
                      <a:lnTo>
                        <a:pt x="44" y="143"/>
                      </a:lnTo>
                      <a:lnTo>
                        <a:pt x="44" y="1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iśḻiďé"/>
                <p:cNvSpPr/>
                <p:nvPr/>
              </p:nvSpPr>
              <p:spPr bwMode="auto">
                <a:xfrm>
                  <a:off x="6519648" y="5740643"/>
                  <a:ext cx="202379" cy="229975"/>
                </a:xfrm>
                <a:custGeom>
                  <a:avLst/>
                  <a:gdLst>
                    <a:gd name="T0" fmla="*/ 77 w 77"/>
                    <a:gd name="T1" fmla="*/ 43 h 88"/>
                    <a:gd name="T2" fmla="*/ 38 w 77"/>
                    <a:gd name="T3" fmla="*/ 88 h 88"/>
                    <a:gd name="T4" fmla="*/ 0 w 77"/>
                    <a:gd name="T5" fmla="*/ 45 h 88"/>
                    <a:gd name="T6" fmla="*/ 39 w 77"/>
                    <a:gd name="T7" fmla="*/ 0 h 88"/>
                    <a:gd name="T8" fmla="*/ 77 w 77"/>
                    <a:gd name="T9" fmla="*/ 43 h 88"/>
                    <a:gd name="T10" fmla="*/ 11 w 77"/>
                    <a:gd name="T11" fmla="*/ 44 h 88"/>
                    <a:gd name="T12" fmla="*/ 38 w 77"/>
                    <a:gd name="T13" fmla="*/ 79 h 88"/>
                    <a:gd name="T14" fmla="*/ 66 w 77"/>
                    <a:gd name="T15" fmla="*/ 44 h 88"/>
                    <a:gd name="T16" fmla="*/ 39 w 77"/>
                    <a:gd name="T17" fmla="*/ 9 h 88"/>
                    <a:gd name="T18" fmla="*/ 11 w 77"/>
                    <a:gd name="T19" fmla="*/ 4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7" h="88">
                      <a:moveTo>
                        <a:pt x="77" y="43"/>
                      </a:moveTo>
                      <a:cubicBezTo>
                        <a:pt x="77" y="72"/>
                        <a:pt x="59" y="88"/>
                        <a:pt x="38" y="88"/>
                      </a:cubicBezTo>
                      <a:cubicBezTo>
                        <a:pt x="15" y="88"/>
                        <a:pt x="0" y="70"/>
                        <a:pt x="0" y="45"/>
                      </a:cubicBezTo>
                      <a:cubicBezTo>
                        <a:pt x="0" y="18"/>
                        <a:pt x="16" y="0"/>
                        <a:pt x="39" y="0"/>
                      </a:cubicBezTo>
                      <a:cubicBezTo>
                        <a:pt x="62" y="0"/>
                        <a:pt x="77" y="18"/>
                        <a:pt x="77" y="43"/>
                      </a:cubicBezTo>
                      <a:close/>
                      <a:moveTo>
                        <a:pt x="11" y="44"/>
                      </a:moveTo>
                      <a:cubicBezTo>
                        <a:pt x="11" y="63"/>
                        <a:pt x="21" y="79"/>
                        <a:pt x="38" y="79"/>
                      </a:cubicBezTo>
                      <a:cubicBezTo>
                        <a:pt x="56" y="79"/>
                        <a:pt x="66" y="63"/>
                        <a:pt x="66" y="44"/>
                      </a:cubicBezTo>
                      <a:cubicBezTo>
                        <a:pt x="66" y="27"/>
                        <a:pt x="57" y="9"/>
                        <a:pt x="39" y="9"/>
                      </a:cubicBezTo>
                      <a:cubicBezTo>
                        <a:pt x="21" y="9"/>
                        <a:pt x="11" y="26"/>
                        <a:pt x="11" y="4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9" name="îṩḻïdè"/>
                <p:cNvSpPr/>
                <p:nvPr/>
              </p:nvSpPr>
              <p:spPr bwMode="auto">
                <a:xfrm>
                  <a:off x="6784887" y="5743709"/>
                  <a:ext cx="144118" cy="222310"/>
                </a:xfrm>
                <a:custGeom>
                  <a:avLst/>
                  <a:gdLst>
                    <a:gd name="T0" fmla="*/ 0 w 55"/>
                    <a:gd name="T1" fmla="*/ 2 h 85"/>
                    <a:gd name="T2" fmla="*/ 21 w 55"/>
                    <a:gd name="T3" fmla="*/ 0 h 85"/>
                    <a:gd name="T4" fmla="*/ 46 w 55"/>
                    <a:gd name="T5" fmla="*/ 7 h 85"/>
                    <a:gd name="T6" fmla="*/ 52 w 55"/>
                    <a:gd name="T7" fmla="*/ 23 h 85"/>
                    <a:gd name="T8" fmla="*/ 36 w 55"/>
                    <a:gd name="T9" fmla="*/ 45 h 85"/>
                    <a:gd name="T10" fmla="*/ 36 w 55"/>
                    <a:gd name="T11" fmla="*/ 45 h 85"/>
                    <a:gd name="T12" fmla="*/ 49 w 55"/>
                    <a:gd name="T13" fmla="*/ 62 h 85"/>
                    <a:gd name="T14" fmla="*/ 55 w 55"/>
                    <a:gd name="T15" fmla="*/ 85 h 85"/>
                    <a:gd name="T16" fmla="*/ 44 w 55"/>
                    <a:gd name="T17" fmla="*/ 85 h 85"/>
                    <a:gd name="T18" fmla="*/ 39 w 55"/>
                    <a:gd name="T19" fmla="*/ 65 h 85"/>
                    <a:gd name="T20" fmla="*/ 22 w 55"/>
                    <a:gd name="T21" fmla="*/ 49 h 85"/>
                    <a:gd name="T22" fmla="*/ 11 w 55"/>
                    <a:gd name="T23" fmla="*/ 49 h 85"/>
                    <a:gd name="T24" fmla="*/ 11 w 55"/>
                    <a:gd name="T25" fmla="*/ 85 h 85"/>
                    <a:gd name="T26" fmla="*/ 0 w 55"/>
                    <a:gd name="T27" fmla="*/ 85 h 85"/>
                    <a:gd name="T28" fmla="*/ 0 w 55"/>
                    <a:gd name="T29" fmla="*/ 2 h 85"/>
                    <a:gd name="T30" fmla="*/ 11 w 55"/>
                    <a:gd name="T31" fmla="*/ 40 h 85"/>
                    <a:gd name="T32" fmla="*/ 22 w 55"/>
                    <a:gd name="T33" fmla="*/ 40 h 85"/>
                    <a:gd name="T34" fmla="*/ 42 w 55"/>
                    <a:gd name="T35" fmla="*/ 24 h 85"/>
                    <a:gd name="T36" fmla="*/ 22 w 55"/>
                    <a:gd name="T37" fmla="*/ 8 h 85"/>
                    <a:gd name="T38" fmla="*/ 11 w 55"/>
                    <a:gd name="T39" fmla="*/ 9 h 85"/>
                    <a:gd name="T40" fmla="*/ 11 w 55"/>
                    <a:gd name="T41" fmla="*/ 40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55" h="85">
                      <a:moveTo>
                        <a:pt x="0" y="2"/>
                      </a:moveTo>
                      <a:cubicBezTo>
                        <a:pt x="6" y="1"/>
                        <a:pt x="14" y="0"/>
                        <a:pt x="21" y="0"/>
                      </a:cubicBezTo>
                      <a:cubicBezTo>
                        <a:pt x="33" y="0"/>
                        <a:pt x="41" y="2"/>
                        <a:pt x="46" y="7"/>
                      </a:cubicBezTo>
                      <a:cubicBezTo>
                        <a:pt x="50" y="11"/>
                        <a:pt x="52" y="16"/>
                        <a:pt x="52" y="23"/>
                      </a:cubicBezTo>
                      <a:cubicBezTo>
                        <a:pt x="52" y="34"/>
                        <a:pt x="45" y="42"/>
                        <a:pt x="36" y="45"/>
                      </a:cubicBezTo>
                      <a:cubicBezTo>
                        <a:pt x="36" y="45"/>
                        <a:pt x="36" y="45"/>
                        <a:pt x="36" y="45"/>
                      </a:cubicBezTo>
                      <a:cubicBezTo>
                        <a:pt x="43" y="47"/>
                        <a:pt x="47" y="53"/>
                        <a:pt x="49" y="62"/>
                      </a:cubicBezTo>
                      <a:cubicBezTo>
                        <a:pt x="52" y="74"/>
                        <a:pt x="54" y="82"/>
                        <a:pt x="55" y="85"/>
                      </a:cubicBezTo>
                      <a:cubicBezTo>
                        <a:pt x="44" y="85"/>
                        <a:pt x="44" y="85"/>
                        <a:pt x="44" y="85"/>
                      </a:cubicBezTo>
                      <a:cubicBezTo>
                        <a:pt x="43" y="83"/>
                        <a:pt x="41" y="76"/>
                        <a:pt x="39" y="65"/>
                      </a:cubicBezTo>
                      <a:cubicBezTo>
                        <a:pt x="36" y="53"/>
                        <a:pt x="31" y="49"/>
                        <a:pt x="22" y="49"/>
                      </a:cubicBezTo>
                      <a:cubicBezTo>
                        <a:pt x="11" y="49"/>
                        <a:pt x="11" y="49"/>
                        <a:pt x="11" y="49"/>
                      </a:cubicBezTo>
                      <a:cubicBezTo>
                        <a:pt x="11" y="85"/>
                        <a:pt x="11" y="85"/>
                        <a:pt x="11" y="85"/>
                      </a:cubicBezTo>
                      <a:cubicBezTo>
                        <a:pt x="0" y="85"/>
                        <a:pt x="0" y="85"/>
                        <a:pt x="0" y="85"/>
                      </a:cubicBezTo>
                      <a:lnTo>
                        <a:pt x="0" y="2"/>
                      </a:lnTo>
                      <a:close/>
                      <a:moveTo>
                        <a:pt x="11" y="40"/>
                      </a:moveTo>
                      <a:cubicBezTo>
                        <a:pt x="22" y="40"/>
                        <a:pt x="22" y="40"/>
                        <a:pt x="22" y="40"/>
                      </a:cubicBezTo>
                      <a:cubicBezTo>
                        <a:pt x="34" y="40"/>
                        <a:pt x="42" y="34"/>
                        <a:pt x="42" y="24"/>
                      </a:cubicBezTo>
                      <a:cubicBezTo>
                        <a:pt x="42" y="13"/>
                        <a:pt x="34" y="9"/>
                        <a:pt x="22" y="8"/>
                      </a:cubicBezTo>
                      <a:cubicBezTo>
                        <a:pt x="17" y="8"/>
                        <a:pt x="13" y="9"/>
                        <a:pt x="11" y="9"/>
                      </a:cubicBezTo>
                      <a:lnTo>
                        <a:pt x="11" y="4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0" name="í$1îdé"/>
                <p:cNvSpPr/>
                <p:nvPr/>
              </p:nvSpPr>
              <p:spPr bwMode="auto">
                <a:xfrm>
                  <a:off x="6984199" y="5746775"/>
                  <a:ext cx="223843" cy="219244"/>
                </a:xfrm>
                <a:custGeom>
                  <a:avLst/>
                  <a:gdLst>
                    <a:gd name="T0" fmla="*/ 73 w 86"/>
                    <a:gd name="T1" fmla="*/ 47 h 84"/>
                    <a:gd name="T2" fmla="*/ 72 w 86"/>
                    <a:gd name="T3" fmla="*/ 11 h 84"/>
                    <a:gd name="T4" fmla="*/ 72 w 86"/>
                    <a:gd name="T5" fmla="*/ 11 h 84"/>
                    <a:gd name="T6" fmla="*/ 61 w 86"/>
                    <a:gd name="T7" fmla="*/ 43 h 84"/>
                    <a:gd name="T8" fmla="*/ 46 w 86"/>
                    <a:gd name="T9" fmla="*/ 84 h 84"/>
                    <a:gd name="T10" fmla="*/ 38 w 86"/>
                    <a:gd name="T11" fmla="*/ 84 h 84"/>
                    <a:gd name="T12" fmla="*/ 24 w 86"/>
                    <a:gd name="T13" fmla="*/ 43 h 84"/>
                    <a:gd name="T14" fmla="*/ 14 w 86"/>
                    <a:gd name="T15" fmla="*/ 11 h 84"/>
                    <a:gd name="T16" fmla="*/ 14 w 86"/>
                    <a:gd name="T17" fmla="*/ 11 h 84"/>
                    <a:gd name="T18" fmla="*/ 12 w 86"/>
                    <a:gd name="T19" fmla="*/ 48 h 84"/>
                    <a:gd name="T20" fmla="*/ 10 w 86"/>
                    <a:gd name="T21" fmla="*/ 84 h 84"/>
                    <a:gd name="T22" fmla="*/ 0 w 86"/>
                    <a:gd name="T23" fmla="*/ 84 h 84"/>
                    <a:gd name="T24" fmla="*/ 6 w 86"/>
                    <a:gd name="T25" fmla="*/ 0 h 84"/>
                    <a:gd name="T26" fmla="*/ 19 w 86"/>
                    <a:gd name="T27" fmla="*/ 0 h 84"/>
                    <a:gd name="T28" fmla="*/ 34 w 86"/>
                    <a:gd name="T29" fmla="*/ 41 h 84"/>
                    <a:gd name="T30" fmla="*/ 42 w 86"/>
                    <a:gd name="T31" fmla="*/ 69 h 84"/>
                    <a:gd name="T32" fmla="*/ 43 w 86"/>
                    <a:gd name="T33" fmla="*/ 69 h 84"/>
                    <a:gd name="T34" fmla="*/ 52 w 86"/>
                    <a:gd name="T35" fmla="*/ 41 h 84"/>
                    <a:gd name="T36" fmla="*/ 67 w 86"/>
                    <a:gd name="T37" fmla="*/ 0 h 84"/>
                    <a:gd name="T38" fmla="*/ 81 w 86"/>
                    <a:gd name="T39" fmla="*/ 0 h 84"/>
                    <a:gd name="T40" fmla="*/ 86 w 86"/>
                    <a:gd name="T41" fmla="*/ 84 h 84"/>
                    <a:gd name="T42" fmla="*/ 75 w 86"/>
                    <a:gd name="T43" fmla="*/ 84 h 84"/>
                    <a:gd name="T44" fmla="*/ 73 w 86"/>
                    <a:gd name="T45" fmla="*/ 47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86" h="84">
                      <a:moveTo>
                        <a:pt x="73" y="47"/>
                      </a:moveTo>
                      <a:cubicBezTo>
                        <a:pt x="73" y="35"/>
                        <a:pt x="72" y="21"/>
                        <a:pt x="72" y="11"/>
                      </a:cubicBezTo>
                      <a:cubicBezTo>
                        <a:pt x="72" y="11"/>
                        <a:pt x="72" y="11"/>
                        <a:pt x="72" y="11"/>
                      </a:cubicBezTo>
                      <a:cubicBezTo>
                        <a:pt x="69" y="20"/>
                        <a:pt x="65" y="31"/>
                        <a:pt x="61" y="43"/>
                      </a:cubicBezTo>
                      <a:cubicBezTo>
                        <a:pt x="46" y="84"/>
                        <a:pt x="46" y="84"/>
                        <a:pt x="46" y="84"/>
                      </a:cubicBezTo>
                      <a:cubicBezTo>
                        <a:pt x="38" y="84"/>
                        <a:pt x="38" y="84"/>
                        <a:pt x="38" y="84"/>
                      </a:cubicBezTo>
                      <a:cubicBezTo>
                        <a:pt x="24" y="43"/>
                        <a:pt x="24" y="43"/>
                        <a:pt x="24" y="43"/>
                      </a:cubicBezTo>
                      <a:cubicBezTo>
                        <a:pt x="20" y="32"/>
                        <a:pt x="17" y="21"/>
                        <a:pt x="14" y="11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4" y="21"/>
                        <a:pt x="13" y="35"/>
                        <a:pt x="12" y="48"/>
                      </a:cubicBezTo>
                      <a:cubicBezTo>
                        <a:pt x="10" y="84"/>
                        <a:pt x="10" y="84"/>
                        <a:pt x="10" y="84"/>
                      </a:cubicBez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34" y="41"/>
                        <a:pt x="34" y="41"/>
                        <a:pt x="34" y="41"/>
                      </a:cubicBezTo>
                      <a:cubicBezTo>
                        <a:pt x="37" y="51"/>
                        <a:pt x="40" y="60"/>
                        <a:pt x="42" y="69"/>
                      </a:cubicBezTo>
                      <a:cubicBezTo>
                        <a:pt x="43" y="69"/>
                        <a:pt x="43" y="69"/>
                        <a:pt x="43" y="69"/>
                      </a:cubicBezTo>
                      <a:cubicBezTo>
                        <a:pt x="45" y="61"/>
                        <a:pt x="48" y="51"/>
                        <a:pt x="52" y="41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81" y="0"/>
                        <a:pt x="81" y="0"/>
                        <a:pt x="81" y="0"/>
                      </a:cubicBezTo>
                      <a:cubicBezTo>
                        <a:pt x="86" y="84"/>
                        <a:pt x="86" y="84"/>
                        <a:pt x="86" y="84"/>
                      </a:cubicBezTo>
                      <a:cubicBezTo>
                        <a:pt x="75" y="84"/>
                        <a:pt x="75" y="84"/>
                        <a:pt x="75" y="84"/>
                      </a:cubicBezTo>
                      <a:lnTo>
                        <a:pt x="73" y="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55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7" name="isḷiďé"/>
            <p:cNvSpPr/>
            <p:nvPr/>
          </p:nvSpPr>
          <p:spPr>
            <a:xfrm>
              <a:off x="2987559" y="1433765"/>
              <a:ext cx="6216883" cy="6216882"/>
            </a:xfrm>
            <a:prstGeom prst="donut">
              <a:avLst>
                <a:gd name="adj" fmla="val 21222"/>
              </a:avLst>
            </a:prstGeom>
            <a:gradFill flip="none" rotWithShape="1">
              <a:gsLst>
                <a:gs pos="57000">
                  <a:schemeClr val="accent1">
                    <a:lumMod val="0"/>
                    <a:lumOff val="100000"/>
                    <a:alpha val="0"/>
                  </a:schemeClr>
                </a:gs>
                <a:gs pos="100000">
                  <a:schemeClr val="bg1">
                    <a:lumMod val="85000"/>
                    <a:alpha val="39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8" name="iśļíḑe"/>
            <p:cNvSpPr/>
            <p:nvPr/>
          </p:nvSpPr>
          <p:spPr>
            <a:xfrm>
              <a:off x="3298193" y="2619952"/>
              <a:ext cx="445185" cy="445185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" name="í$lïḍe"/>
            <p:cNvSpPr/>
            <p:nvPr/>
          </p:nvSpPr>
          <p:spPr>
            <a:xfrm>
              <a:off x="8473201" y="2619952"/>
              <a:ext cx="445185" cy="445185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3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ïṣ1ide"/>
            <p:cNvSpPr/>
            <p:nvPr/>
          </p:nvSpPr>
          <p:spPr>
            <a:xfrm>
              <a:off x="5935017" y="1227567"/>
              <a:ext cx="445185" cy="445185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ïSlîďe"/>
            <p:cNvSpPr txBox="1"/>
            <p:nvPr/>
          </p:nvSpPr>
          <p:spPr bwMode="auto">
            <a:xfrm>
              <a:off x="660400" y="3077941"/>
              <a:ext cx="317702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iṡ1íḍé"/>
            <p:cNvSpPr/>
            <p:nvPr/>
          </p:nvSpPr>
          <p:spPr bwMode="auto">
            <a:xfrm>
              <a:off x="660400" y="3519748"/>
              <a:ext cx="3177029" cy="867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r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Copy paste fonts. Choose the only option to retain text.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r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iṧľíďé"/>
            <p:cNvSpPr txBox="1"/>
            <p:nvPr/>
          </p:nvSpPr>
          <p:spPr bwMode="auto">
            <a:xfrm>
              <a:off x="8341871" y="3077941"/>
              <a:ext cx="317702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ïSḷïḑê"/>
            <p:cNvSpPr/>
            <p:nvPr/>
          </p:nvSpPr>
          <p:spPr bwMode="auto">
            <a:xfrm>
              <a:off x="8341871" y="3519748"/>
              <a:ext cx="3177029" cy="867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Copy paste fonts. Choose the only option to retain text.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5" name="íṡļîďè"/>
            <p:cNvGrpSpPr/>
            <p:nvPr/>
          </p:nvGrpSpPr>
          <p:grpSpPr>
            <a:xfrm>
              <a:off x="4637185" y="1718911"/>
              <a:ext cx="3040848" cy="1391187"/>
              <a:chOff x="1137914" y="4323816"/>
              <a:chExt cx="2687394" cy="1308761"/>
            </a:xfrm>
          </p:grpSpPr>
          <p:sp>
            <p:nvSpPr>
              <p:cNvPr id="16" name="iṩḷïḓé"/>
              <p:cNvSpPr txBox="1"/>
              <p:nvPr/>
            </p:nvSpPr>
            <p:spPr bwMode="auto">
              <a:xfrm>
                <a:off x="1137914" y="4323816"/>
                <a:ext cx="268739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îs1îḋê"/>
              <p:cNvSpPr/>
              <p:nvPr/>
            </p:nvSpPr>
            <p:spPr bwMode="auto">
              <a:xfrm>
                <a:off x="1137914" y="4765622"/>
                <a:ext cx="2687394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77" name="图片 76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2aecac5-32bc-45f9-9441-9ce60d148f0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2426" y="1627800"/>
            <a:ext cx="10853863" cy="4500987"/>
            <a:chOff x="662426" y="1627800"/>
            <a:chExt cx="10853863" cy="4500987"/>
          </a:xfrm>
        </p:grpSpPr>
        <p:sp>
          <p:nvSpPr>
            <p:cNvPr id="6" name="ïSḻîḓé"/>
            <p:cNvSpPr/>
            <p:nvPr/>
          </p:nvSpPr>
          <p:spPr bwMode="auto">
            <a:xfrm>
              <a:off x="5876925" y="4377591"/>
              <a:ext cx="438150" cy="729334"/>
            </a:xfrm>
            <a:custGeom>
              <a:avLst/>
              <a:gdLst>
                <a:gd name="T0" fmla="*/ 150 w 255"/>
                <a:gd name="T1" fmla="*/ 243 h 425"/>
                <a:gd name="T2" fmla="*/ 161 w 255"/>
                <a:gd name="T3" fmla="*/ 243 h 425"/>
                <a:gd name="T4" fmla="*/ 161 w 255"/>
                <a:gd name="T5" fmla="*/ 229 h 425"/>
                <a:gd name="T6" fmla="*/ 149 w 255"/>
                <a:gd name="T7" fmla="*/ 229 h 425"/>
                <a:gd name="T8" fmla="*/ 149 w 255"/>
                <a:gd name="T9" fmla="*/ 212 h 425"/>
                <a:gd name="T10" fmla="*/ 206 w 255"/>
                <a:gd name="T11" fmla="*/ 243 h 425"/>
                <a:gd name="T12" fmla="*/ 195 w 255"/>
                <a:gd name="T13" fmla="*/ 154 h 425"/>
                <a:gd name="T14" fmla="*/ 255 w 255"/>
                <a:gd name="T15" fmla="*/ 93 h 425"/>
                <a:gd name="T16" fmla="*/ 169 w 255"/>
                <a:gd name="T17" fmla="*/ 81 h 425"/>
                <a:gd name="T18" fmla="*/ 128 w 255"/>
                <a:gd name="T19" fmla="*/ 1 h 425"/>
                <a:gd name="T20" fmla="*/ 127 w 255"/>
                <a:gd name="T21" fmla="*/ 0 h 425"/>
                <a:gd name="T22" fmla="*/ 127 w 255"/>
                <a:gd name="T23" fmla="*/ 0 h 425"/>
                <a:gd name="T24" fmla="*/ 85 w 255"/>
                <a:gd name="T25" fmla="*/ 81 h 425"/>
                <a:gd name="T26" fmla="*/ 0 w 255"/>
                <a:gd name="T27" fmla="*/ 93 h 425"/>
                <a:gd name="T28" fmla="*/ 59 w 255"/>
                <a:gd name="T29" fmla="*/ 154 h 425"/>
                <a:gd name="T30" fmla="*/ 48 w 255"/>
                <a:gd name="T31" fmla="*/ 243 h 425"/>
                <a:gd name="T32" fmla="*/ 106 w 255"/>
                <a:gd name="T33" fmla="*/ 212 h 425"/>
                <a:gd name="T34" fmla="*/ 105 w 255"/>
                <a:gd name="T35" fmla="*/ 229 h 425"/>
                <a:gd name="T36" fmla="*/ 94 w 255"/>
                <a:gd name="T37" fmla="*/ 229 h 425"/>
                <a:gd name="T38" fmla="*/ 94 w 255"/>
                <a:gd name="T39" fmla="*/ 243 h 425"/>
                <a:gd name="T40" fmla="*/ 105 w 255"/>
                <a:gd name="T41" fmla="*/ 243 h 425"/>
                <a:gd name="T42" fmla="*/ 73 w 255"/>
                <a:gd name="T43" fmla="*/ 326 h 425"/>
                <a:gd name="T44" fmla="*/ 40 w 255"/>
                <a:gd name="T45" fmla="*/ 326 h 425"/>
                <a:gd name="T46" fmla="*/ 40 w 255"/>
                <a:gd name="T47" fmla="*/ 425 h 425"/>
                <a:gd name="T48" fmla="*/ 127 w 255"/>
                <a:gd name="T49" fmla="*/ 425 h 425"/>
                <a:gd name="T50" fmla="*/ 127 w 255"/>
                <a:gd name="T51" fmla="*/ 425 h 425"/>
                <a:gd name="T52" fmla="*/ 215 w 255"/>
                <a:gd name="T53" fmla="*/ 425 h 425"/>
                <a:gd name="T54" fmla="*/ 215 w 255"/>
                <a:gd name="T55" fmla="*/ 326 h 425"/>
                <a:gd name="T56" fmla="*/ 182 w 255"/>
                <a:gd name="T57" fmla="*/ 326 h 425"/>
                <a:gd name="T58" fmla="*/ 150 w 255"/>
                <a:gd name="T59" fmla="*/ 243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5" h="425">
                  <a:moveTo>
                    <a:pt x="150" y="243"/>
                  </a:moveTo>
                  <a:lnTo>
                    <a:pt x="161" y="243"/>
                  </a:lnTo>
                  <a:lnTo>
                    <a:pt x="161" y="229"/>
                  </a:lnTo>
                  <a:lnTo>
                    <a:pt x="149" y="229"/>
                  </a:lnTo>
                  <a:cubicBezTo>
                    <a:pt x="149" y="222"/>
                    <a:pt x="149" y="216"/>
                    <a:pt x="149" y="212"/>
                  </a:cubicBezTo>
                  <a:lnTo>
                    <a:pt x="206" y="243"/>
                  </a:lnTo>
                  <a:lnTo>
                    <a:pt x="195" y="154"/>
                  </a:lnTo>
                  <a:lnTo>
                    <a:pt x="255" y="93"/>
                  </a:lnTo>
                  <a:lnTo>
                    <a:pt x="169" y="81"/>
                  </a:lnTo>
                  <a:lnTo>
                    <a:pt x="128" y="1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85" y="81"/>
                  </a:lnTo>
                  <a:lnTo>
                    <a:pt x="0" y="93"/>
                  </a:lnTo>
                  <a:lnTo>
                    <a:pt x="59" y="154"/>
                  </a:lnTo>
                  <a:lnTo>
                    <a:pt x="48" y="243"/>
                  </a:lnTo>
                  <a:lnTo>
                    <a:pt x="106" y="212"/>
                  </a:lnTo>
                  <a:cubicBezTo>
                    <a:pt x="106" y="216"/>
                    <a:pt x="106" y="222"/>
                    <a:pt x="105" y="229"/>
                  </a:cubicBezTo>
                  <a:lnTo>
                    <a:pt x="94" y="229"/>
                  </a:lnTo>
                  <a:lnTo>
                    <a:pt x="94" y="243"/>
                  </a:lnTo>
                  <a:lnTo>
                    <a:pt x="105" y="243"/>
                  </a:lnTo>
                  <a:cubicBezTo>
                    <a:pt x="102" y="279"/>
                    <a:pt x="94" y="326"/>
                    <a:pt x="73" y="326"/>
                  </a:cubicBezTo>
                  <a:lnTo>
                    <a:pt x="40" y="326"/>
                  </a:lnTo>
                  <a:lnTo>
                    <a:pt x="40" y="425"/>
                  </a:lnTo>
                  <a:lnTo>
                    <a:pt x="127" y="425"/>
                  </a:lnTo>
                  <a:lnTo>
                    <a:pt x="127" y="425"/>
                  </a:lnTo>
                  <a:lnTo>
                    <a:pt x="215" y="425"/>
                  </a:lnTo>
                  <a:lnTo>
                    <a:pt x="215" y="326"/>
                  </a:lnTo>
                  <a:lnTo>
                    <a:pt x="182" y="326"/>
                  </a:lnTo>
                  <a:cubicBezTo>
                    <a:pt x="161" y="326"/>
                    <a:pt x="153" y="279"/>
                    <a:pt x="150" y="2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îṣḷïde"/>
            <p:cNvSpPr/>
            <p:nvPr/>
          </p:nvSpPr>
          <p:spPr>
            <a:xfrm rot="5400000" flipV="1">
              <a:off x="3052764" y="3872295"/>
              <a:ext cx="1702138" cy="1702139"/>
            </a:xfrm>
            <a:prstGeom prst="diamond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îṣľïḍe"/>
            <p:cNvSpPr/>
            <p:nvPr/>
          </p:nvSpPr>
          <p:spPr bwMode="auto">
            <a:xfrm>
              <a:off x="3585320" y="4406033"/>
              <a:ext cx="637025" cy="634664"/>
            </a:xfrm>
            <a:custGeom>
              <a:avLst/>
              <a:gdLst>
                <a:gd name="connsiteX0" fmla="*/ 503895 w 609473"/>
                <a:gd name="connsiteY0" fmla="*/ 296940 h 607216"/>
                <a:gd name="connsiteX1" fmla="*/ 511570 w 609473"/>
                <a:gd name="connsiteY1" fmla="*/ 296940 h 607216"/>
                <a:gd name="connsiteX2" fmla="*/ 538816 w 609473"/>
                <a:gd name="connsiteY2" fmla="*/ 296940 h 607216"/>
                <a:gd name="connsiteX3" fmla="*/ 549465 w 609473"/>
                <a:gd name="connsiteY3" fmla="*/ 307624 h 607216"/>
                <a:gd name="connsiteX4" fmla="*/ 549465 w 609473"/>
                <a:gd name="connsiteY4" fmla="*/ 324202 h 607216"/>
                <a:gd name="connsiteX5" fmla="*/ 577094 w 609473"/>
                <a:gd name="connsiteY5" fmla="*/ 338384 h 607216"/>
                <a:gd name="connsiteX6" fmla="*/ 603717 w 609473"/>
                <a:gd name="connsiteY6" fmla="*/ 388308 h 607216"/>
                <a:gd name="connsiteX7" fmla="*/ 594699 w 609473"/>
                <a:gd name="connsiteY7" fmla="*/ 400381 h 607216"/>
                <a:gd name="connsiteX8" fmla="*/ 560353 w 609473"/>
                <a:gd name="connsiteY8" fmla="*/ 405460 h 607216"/>
                <a:gd name="connsiteX9" fmla="*/ 558771 w 609473"/>
                <a:gd name="connsiteY9" fmla="*/ 405604 h 607216"/>
                <a:gd name="connsiteX10" fmla="*/ 548218 w 609473"/>
                <a:gd name="connsiteY10" fmla="*/ 396548 h 607216"/>
                <a:gd name="connsiteX11" fmla="*/ 541310 w 609473"/>
                <a:gd name="connsiteY11" fmla="*/ 378581 h 607216"/>
                <a:gd name="connsiteX12" fmla="*/ 521067 w 609473"/>
                <a:gd name="connsiteY12" fmla="*/ 370676 h 607216"/>
                <a:gd name="connsiteX13" fmla="*/ 511618 w 609473"/>
                <a:gd name="connsiteY13" fmla="*/ 371922 h 607216"/>
                <a:gd name="connsiteX14" fmla="*/ 498426 w 609473"/>
                <a:gd name="connsiteY14" fmla="*/ 379683 h 607216"/>
                <a:gd name="connsiteX15" fmla="*/ 492574 w 609473"/>
                <a:gd name="connsiteY15" fmla="*/ 395398 h 607216"/>
                <a:gd name="connsiteX16" fmla="*/ 497371 w 609473"/>
                <a:gd name="connsiteY16" fmla="*/ 410395 h 607216"/>
                <a:gd name="connsiteX17" fmla="*/ 500537 w 609473"/>
                <a:gd name="connsiteY17" fmla="*/ 413605 h 607216"/>
                <a:gd name="connsiteX18" fmla="*/ 533731 w 609473"/>
                <a:gd name="connsiteY18" fmla="*/ 425343 h 607216"/>
                <a:gd name="connsiteX19" fmla="*/ 563232 w 609473"/>
                <a:gd name="connsiteY19" fmla="*/ 433536 h 607216"/>
                <a:gd name="connsiteX20" fmla="*/ 588415 w 609473"/>
                <a:gd name="connsiteY20" fmla="*/ 450209 h 607216"/>
                <a:gd name="connsiteX21" fmla="*/ 604149 w 609473"/>
                <a:gd name="connsiteY21" fmla="*/ 474405 h 607216"/>
                <a:gd name="connsiteX22" fmla="*/ 609473 w 609473"/>
                <a:gd name="connsiteY22" fmla="*/ 503583 h 607216"/>
                <a:gd name="connsiteX23" fmla="*/ 587408 w 609473"/>
                <a:gd name="connsiteY23" fmla="*/ 560885 h 607216"/>
                <a:gd name="connsiteX24" fmla="*/ 549465 w 609473"/>
                <a:gd name="connsiteY24" fmla="*/ 583116 h 607216"/>
                <a:gd name="connsiteX25" fmla="*/ 549465 w 609473"/>
                <a:gd name="connsiteY25" fmla="*/ 596532 h 607216"/>
                <a:gd name="connsiteX26" fmla="*/ 538816 w 609473"/>
                <a:gd name="connsiteY26" fmla="*/ 607216 h 607216"/>
                <a:gd name="connsiteX27" fmla="*/ 503991 w 609473"/>
                <a:gd name="connsiteY27" fmla="*/ 607216 h 607216"/>
                <a:gd name="connsiteX28" fmla="*/ 493342 w 609473"/>
                <a:gd name="connsiteY28" fmla="*/ 596532 h 607216"/>
                <a:gd name="connsiteX29" fmla="*/ 493342 w 609473"/>
                <a:gd name="connsiteY29" fmla="*/ 582829 h 607216"/>
                <a:gd name="connsiteX30" fmla="*/ 473819 w 609473"/>
                <a:gd name="connsiteY30" fmla="*/ 575259 h 607216"/>
                <a:gd name="connsiteX31" fmla="*/ 446045 w 609473"/>
                <a:gd name="connsiteY31" fmla="*/ 548907 h 607216"/>
                <a:gd name="connsiteX32" fmla="*/ 432950 w 609473"/>
                <a:gd name="connsiteY32" fmla="*/ 506170 h 607216"/>
                <a:gd name="connsiteX33" fmla="*/ 441776 w 609473"/>
                <a:gd name="connsiteY33" fmla="*/ 494863 h 607216"/>
                <a:gd name="connsiteX34" fmla="*/ 475354 w 609473"/>
                <a:gd name="connsiteY34" fmla="*/ 489018 h 607216"/>
                <a:gd name="connsiteX35" fmla="*/ 477224 w 609473"/>
                <a:gd name="connsiteY35" fmla="*/ 488826 h 607216"/>
                <a:gd name="connsiteX36" fmla="*/ 487777 w 609473"/>
                <a:gd name="connsiteY36" fmla="*/ 497977 h 607216"/>
                <a:gd name="connsiteX37" fmla="*/ 496412 w 609473"/>
                <a:gd name="connsiteY37" fmla="*/ 524377 h 607216"/>
                <a:gd name="connsiteX38" fmla="*/ 522602 w 609473"/>
                <a:gd name="connsiteY38" fmla="*/ 536307 h 607216"/>
                <a:gd name="connsiteX39" fmla="*/ 528071 w 609473"/>
                <a:gd name="connsiteY39" fmla="*/ 535923 h 607216"/>
                <a:gd name="connsiteX40" fmla="*/ 546539 w 609473"/>
                <a:gd name="connsiteY40" fmla="*/ 526197 h 607216"/>
                <a:gd name="connsiteX41" fmla="*/ 553686 w 609473"/>
                <a:gd name="connsiteY41" fmla="*/ 505452 h 607216"/>
                <a:gd name="connsiteX42" fmla="*/ 549273 w 609473"/>
                <a:gd name="connsiteY42" fmla="*/ 489784 h 607216"/>
                <a:gd name="connsiteX43" fmla="*/ 519724 w 609473"/>
                <a:gd name="connsiteY43" fmla="*/ 475986 h 607216"/>
                <a:gd name="connsiteX44" fmla="*/ 472140 w 609473"/>
                <a:gd name="connsiteY44" fmla="*/ 459648 h 607216"/>
                <a:gd name="connsiteX45" fmla="*/ 446429 w 609473"/>
                <a:gd name="connsiteY45" fmla="*/ 433824 h 607216"/>
                <a:gd name="connsiteX46" fmla="*/ 439857 w 609473"/>
                <a:gd name="connsiteY46" fmla="*/ 416767 h 607216"/>
                <a:gd name="connsiteX47" fmla="*/ 437603 w 609473"/>
                <a:gd name="connsiteY47" fmla="*/ 397602 h 607216"/>
                <a:gd name="connsiteX48" fmla="*/ 463218 w 609473"/>
                <a:gd name="connsiteY48" fmla="*/ 339629 h 607216"/>
                <a:gd name="connsiteX49" fmla="*/ 493198 w 609473"/>
                <a:gd name="connsiteY49" fmla="*/ 323962 h 607216"/>
                <a:gd name="connsiteX50" fmla="*/ 493198 w 609473"/>
                <a:gd name="connsiteY50" fmla="*/ 307624 h 607216"/>
                <a:gd name="connsiteX51" fmla="*/ 503895 w 609473"/>
                <a:gd name="connsiteY51" fmla="*/ 296940 h 607216"/>
                <a:gd name="connsiteX52" fmla="*/ 382097 w 609473"/>
                <a:gd name="connsiteY52" fmla="*/ 246415 h 607216"/>
                <a:gd name="connsiteX53" fmla="*/ 489125 w 609473"/>
                <a:gd name="connsiteY53" fmla="*/ 246415 h 607216"/>
                <a:gd name="connsiteX54" fmla="*/ 511528 w 609473"/>
                <a:gd name="connsiteY54" fmla="*/ 268793 h 607216"/>
                <a:gd name="connsiteX55" fmla="*/ 511528 w 609473"/>
                <a:gd name="connsiteY55" fmla="*/ 276891 h 607216"/>
                <a:gd name="connsiteX56" fmla="*/ 503852 w 609473"/>
                <a:gd name="connsiteY56" fmla="*/ 276891 h 607216"/>
                <a:gd name="connsiteX57" fmla="*/ 473150 w 609473"/>
                <a:gd name="connsiteY57" fmla="*/ 307558 h 607216"/>
                <a:gd name="connsiteX58" fmla="*/ 473150 w 609473"/>
                <a:gd name="connsiteY58" fmla="*/ 309858 h 607216"/>
                <a:gd name="connsiteX59" fmla="*/ 449979 w 609473"/>
                <a:gd name="connsiteY59" fmla="*/ 324521 h 607216"/>
                <a:gd name="connsiteX60" fmla="*/ 425657 w 609473"/>
                <a:gd name="connsiteY60" fmla="*/ 357105 h 607216"/>
                <a:gd name="connsiteX61" fmla="*/ 417549 w 609473"/>
                <a:gd name="connsiteY61" fmla="*/ 397452 h 607216"/>
                <a:gd name="connsiteX62" fmla="*/ 419324 w 609473"/>
                <a:gd name="connsiteY62" fmla="*/ 416619 h 607216"/>
                <a:gd name="connsiteX63" fmla="*/ 382097 w 609473"/>
                <a:gd name="connsiteY63" fmla="*/ 416619 h 607216"/>
                <a:gd name="connsiteX64" fmla="*/ 359742 w 609473"/>
                <a:gd name="connsiteY64" fmla="*/ 394289 h 607216"/>
                <a:gd name="connsiteX65" fmla="*/ 359742 w 609473"/>
                <a:gd name="connsiteY65" fmla="*/ 268793 h 607216"/>
                <a:gd name="connsiteX66" fmla="*/ 382097 w 609473"/>
                <a:gd name="connsiteY66" fmla="*/ 246415 h 607216"/>
                <a:gd name="connsiteX67" fmla="*/ 22403 w 609473"/>
                <a:gd name="connsiteY67" fmla="*/ 117844 h 607216"/>
                <a:gd name="connsiteX68" fmla="*/ 129383 w 609473"/>
                <a:gd name="connsiteY68" fmla="*/ 117844 h 607216"/>
                <a:gd name="connsiteX69" fmla="*/ 151786 w 609473"/>
                <a:gd name="connsiteY69" fmla="*/ 140217 h 607216"/>
                <a:gd name="connsiteX70" fmla="*/ 151786 w 609473"/>
                <a:gd name="connsiteY70" fmla="*/ 394316 h 607216"/>
                <a:gd name="connsiteX71" fmla="*/ 129335 w 609473"/>
                <a:gd name="connsiteY71" fmla="*/ 416689 h 607216"/>
                <a:gd name="connsiteX72" fmla="*/ 22403 w 609473"/>
                <a:gd name="connsiteY72" fmla="*/ 416689 h 607216"/>
                <a:gd name="connsiteX73" fmla="*/ 0 w 609473"/>
                <a:gd name="connsiteY73" fmla="*/ 394316 h 607216"/>
                <a:gd name="connsiteX74" fmla="*/ 0 w 609473"/>
                <a:gd name="connsiteY74" fmla="*/ 140217 h 607216"/>
                <a:gd name="connsiteX75" fmla="*/ 22403 w 609473"/>
                <a:gd name="connsiteY75" fmla="*/ 117844 h 607216"/>
                <a:gd name="connsiteX76" fmla="*/ 202271 w 609473"/>
                <a:gd name="connsiteY76" fmla="*/ 0 h 607216"/>
                <a:gd name="connsiteX77" fmla="*/ 309187 w 609473"/>
                <a:gd name="connsiteY77" fmla="*/ 0 h 607216"/>
                <a:gd name="connsiteX78" fmla="*/ 331587 w 609473"/>
                <a:gd name="connsiteY78" fmla="*/ 22371 h 607216"/>
                <a:gd name="connsiteX79" fmla="*/ 331587 w 609473"/>
                <a:gd name="connsiteY79" fmla="*/ 394296 h 607216"/>
                <a:gd name="connsiteX80" fmla="*/ 309187 w 609473"/>
                <a:gd name="connsiteY80" fmla="*/ 416619 h 607216"/>
                <a:gd name="connsiteX81" fmla="*/ 202271 w 609473"/>
                <a:gd name="connsiteY81" fmla="*/ 416619 h 607216"/>
                <a:gd name="connsiteX82" fmla="*/ 179871 w 609473"/>
                <a:gd name="connsiteY82" fmla="*/ 394296 h 607216"/>
                <a:gd name="connsiteX83" fmla="*/ 179871 w 609473"/>
                <a:gd name="connsiteY83" fmla="*/ 22371 h 607216"/>
                <a:gd name="connsiteX84" fmla="*/ 202271 w 609473"/>
                <a:gd name="connsiteY84" fmla="*/ 0 h 60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09473" h="607216">
                  <a:moveTo>
                    <a:pt x="503895" y="296940"/>
                  </a:moveTo>
                  <a:lnTo>
                    <a:pt x="511570" y="296940"/>
                  </a:lnTo>
                  <a:lnTo>
                    <a:pt x="538816" y="296940"/>
                  </a:lnTo>
                  <a:cubicBezTo>
                    <a:pt x="544668" y="296940"/>
                    <a:pt x="549465" y="301731"/>
                    <a:pt x="549465" y="307624"/>
                  </a:cubicBezTo>
                  <a:lnTo>
                    <a:pt x="549465" y="324202"/>
                  </a:lnTo>
                  <a:cubicBezTo>
                    <a:pt x="560114" y="327268"/>
                    <a:pt x="569563" y="332155"/>
                    <a:pt x="577094" y="338384"/>
                  </a:cubicBezTo>
                  <a:cubicBezTo>
                    <a:pt x="591821" y="350601"/>
                    <a:pt x="600791" y="367418"/>
                    <a:pt x="603717" y="388308"/>
                  </a:cubicBezTo>
                  <a:cubicBezTo>
                    <a:pt x="604532" y="394105"/>
                    <a:pt x="600503" y="399471"/>
                    <a:pt x="594699" y="400381"/>
                  </a:cubicBezTo>
                  <a:lnTo>
                    <a:pt x="560353" y="405460"/>
                  </a:lnTo>
                  <a:cubicBezTo>
                    <a:pt x="559826" y="405556"/>
                    <a:pt x="559250" y="405604"/>
                    <a:pt x="558771" y="405604"/>
                  </a:cubicBezTo>
                  <a:cubicBezTo>
                    <a:pt x="553590" y="405604"/>
                    <a:pt x="549033" y="401819"/>
                    <a:pt x="548218" y="396548"/>
                  </a:cubicBezTo>
                  <a:cubicBezTo>
                    <a:pt x="546970" y="388499"/>
                    <a:pt x="544620" y="382271"/>
                    <a:pt x="541310" y="378581"/>
                  </a:cubicBezTo>
                  <a:cubicBezTo>
                    <a:pt x="536801" y="373551"/>
                    <a:pt x="529414" y="370676"/>
                    <a:pt x="521067" y="370676"/>
                  </a:cubicBezTo>
                  <a:cubicBezTo>
                    <a:pt x="517806" y="370676"/>
                    <a:pt x="514640" y="371107"/>
                    <a:pt x="511618" y="371922"/>
                  </a:cubicBezTo>
                  <a:cubicBezTo>
                    <a:pt x="506293" y="373407"/>
                    <a:pt x="501640" y="376090"/>
                    <a:pt x="498426" y="379683"/>
                  </a:cubicBezTo>
                  <a:cubicBezTo>
                    <a:pt x="494397" y="384139"/>
                    <a:pt x="492574" y="389122"/>
                    <a:pt x="492574" y="395398"/>
                  </a:cubicBezTo>
                  <a:cubicBezTo>
                    <a:pt x="492574" y="401579"/>
                    <a:pt x="494157" y="406514"/>
                    <a:pt x="497371" y="410395"/>
                  </a:cubicBezTo>
                  <a:cubicBezTo>
                    <a:pt x="498331" y="411545"/>
                    <a:pt x="499386" y="412647"/>
                    <a:pt x="500537" y="413605"/>
                  </a:cubicBezTo>
                  <a:cubicBezTo>
                    <a:pt x="508548" y="420313"/>
                    <a:pt x="520828" y="422708"/>
                    <a:pt x="533731" y="425343"/>
                  </a:cubicBezTo>
                  <a:cubicBezTo>
                    <a:pt x="543613" y="427308"/>
                    <a:pt x="553830" y="429368"/>
                    <a:pt x="563232" y="433536"/>
                  </a:cubicBezTo>
                  <a:cubicBezTo>
                    <a:pt x="573353" y="437992"/>
                    <a:pt x="581843" y="443598"/>
                    <a:pt x="588415" y="450209"/>
                  </a:cubicBezTo>
                  <a:cubicBezTo>
                    <a:pt x="595130" y="456965"/>
                    <a:pt x="600407" y="465014"/>
                    <a:pt x="604149" y="474405"/>
                  </a:cubicBezTo>
                  <a:cubicBezTo>
                    <a:pt x="607698" y="483412"/>
                    <a:pt x="609473" y="493234"/>
                    <a:pt x="609473" y="503583"/>
                  </a:cubicBezTo>
                  <a:cubicBezTo>
                    <a:pt x="609473" y="526293"/>
                    <a:pt x="602038" y="545554"/>
                    <a:pt x="587408" y="560885"/>
                  </a:cubicBezTo>
                  <a:cubicBezTo>
                    <a:pt x="577382" y="571426"/>
                    <a:pt x="564383" y="578996"/>
                    <a:pt x="549465" y="583116"/>
                  </a:cubicBezTo>
                  <a:lnTo>
                    <a:pt x="549465" y="596532"/>
                  </a:lnTo>
                  <a:cubicBezTo>
                    <a:pt x="549465" y="602425"/>
                    <a:pt x="544668" y="607216"/>
                    <a:pt x="538816" y="607216"/>
                  </a:cubicBezTo>
                  <a:lnTo>
                    <a:pt x="503991" y="607216"/>
                  </a:lnTo>
                  <a:cubicBezTo>
                    <a:pt x="498139" y="607216"/>
                    <a:pt x="493342" y="602425"/>
                    <a:pt x="493342" y="596532"/>
                  </a:cubicBezTo>
                  <a:lnTo>
                    <a:pt x="493342" y="582829"/>
                  </a:lnTo>
                  <a:cubicBezTo>
                    <a:pt x="486482" y="580960"/>
                    <a:pt x="479959" y="578421"/>
                    <a:pt x="473819" y="575259"/>
                  </a:cubicBezTo>
                  <a:cubicBezTo>
                    <a:pt x="463026" y="569701"/>
                    <a:pt x="453672" y="560837"/>
                    <a:pt x="446045" y="548907"/>
                  </a:cubicBezTo>
                  <a:cubicBezTo>
                    <a:pt x="438514" y="537073"/>
                    <a:pt x="434101" y="522700"/>
                    <a:pt x="432950" y="506170"/>
                  </a:cubicBezTo>
                  <a:cubicBezTo>
                    <a:pt x="432566" y="500660"/>
                    <a:pt x="436403" y="495821"/>
                    <a:pt x="441776" y="494863"/>
                  </a:cubicBezTo>
                  <a:lnTo>
                    <a:pt x="475354" y="489018"/>
                  </a:lnTo>
                  <a:cubicBezTo>
                    <a:pt x="475977" y="488922"/>
                    <a:pt x="476553" y="488826"/>
                    <a:pt x="477224" y="488826"/>
                  </a:cubicBezTo>
                  <a:cubicBezTo>
                    <a:pt x="482405" y="488826"/>
                    <a:pt x="487010" y="492659"/>
                    <a:pt x="487777" y="497977"/>
                  </a:cubicBezTo>
                  <a:cubicBezTo>
                    <a:pt x="489984" y="513501"/>
                    <a:pt x="493726" y="520927"/>
                    <a:pt x="496412" y="524377"/>
                  </a:cubicBezTo>
                  <a:cubicBezTo>
                    <a:pt x="502216" y="531851"/>
                    <a:pt x="512001" y="536307"/>
                    <a:pt x="522602" y="536307"/>
                  </a:cubicBezTo>
                  <a:cubicBezTo>
                    <a:pt x="524473" y="536307"/>
                    <a:pt x="526248" y="536163"/>
                    <a:pt x="528071" y="535923"/>
                  </a:cubicBezTo>
                  <a:cubicBezTo>
                    <a:pt x="535458" y="534774"/>
                    <a:pt x="542078" y="531324"/>
                    <a:pt x="546539" y="526197"/>
                  </a:cubicBezTo>
                  <a:cubicBezTo>
                    <a:pt x="551335" y="520735"/>
                    <a:pt x="553686" y="513884"/>
                    <a:pt x="553686" y="505452"/>
                  </a:cubicBezTo>
                  <a:cubicBezTo>
                    <a:pt x="553686" y="498696"/>
                    <a:pt x="552247" y="493378"/>
                    <a:pt x="549273" y="489784"/>
                  </a:cubicBezTo>
                  <a:cubicBezTo>
                    <a:pt x="543037" y="482119"/>
                    <a:pt x="530805" y="478477"/>
                    <a:pt x="519724" y="475986"/>
                  </a:cubicBezTo>
                  <a:cubicBezTo>
                    <a:pt x="502983" y="472249"/>
                    <a:pt x="487825" y="468416"/>
                    <a:pt x="472140" y="459648"/>
                  </a:cubicBezTo>
                  <a:cubicBezTo>
                    <a:pt x="461107" y="453467"/>
                    <a:pt x="452473" y="444748"/>
                    <a:pt x="446429" y="433824"/>
                  </a:cubicBezTo>
                  <a:cubicBezTo>
                    <a:pt x="443503" y="428458"/>
                    <a:pt x="441344" y="422804"/>
                    <a:pt x="439857" y="416767"/>
                  </a:cubicBezTo>
                  <a:cubicBezTo>
                    <a:pt x="438370" y="410730"/>
                    <a:pt x="437603" y="404310"/>
                    <a:pt x="437603" y="397602"/>
                  </a:cubicBezTo>
                  <a:cubicBezTo>
                    <a:pt x="437603" y="373982"/>
                    <a:pt x="446237" y="354434"/>
                    <a:pt x="463218" y="339629"/>
                  </a:cubicBezTo>
                  <a:cubicBezTo>
                    <a:pt x="471276" y="332538"/>
                    <a:pt x="481494" y="327220"/>
                    <a:pt x="493198" y="323962"/>
                  </a:cubicBezTo>
                  <a:lnTo>
                    <a:pt x="493198" y="307624"/>
                  </a:lnTo>
                  <a:cubicBezTo>
                    <a:pt x="493198" y="301731"/>
                    <a:pt x="497995" y="296940"/>
                    <a:pt x="503895" y="296940"/>
                  </a:cubicBezTo>
                  <a:close/>
                  <a:moveTo>
                    <a:pt x="382097" y="246415"/>
                  </a:moveTo>
                  <a:lnTo>
                    <a:pt x="489125" y="246415"/>
                  </a:lnTo>
                  <a:cubicBezTo>
                    <a:pt x="501454" y="246415"/>
                    <a:pt x="511528" y="256478"/>
                    <a:pt x="511528" y="268793"/>
                  </a:cubicBezTo>
                  <a:lnTo>
                    <a:pt x="511528" y="276891"/>
                  </a:lnTo>
                  <a:lnTo>
                    <a:pt x="503852" y="276891"/>
                  </a:lnTo>
                  <a:cubicBezTo>
                    <a:pt x="486870" y="276891"/>
                    <a:pt x="473150" y="290643"/>
                    <a:pt x="473150" y="307558"/>
                  </a:cubicBezTo>
                  <a:lnTo>
                    <a:pt x="473150" y="309858"/>
                  </a:lnTo>
                  <a:cubicBezTo>
                    <a:pt x="464515" y="313692"/>
                    <a:pt x="456743" y="318627"/>
                    <a:pt x="449979" y="324521"/>
                  </a:cubicBezTo>
                  <a:cubicBezTo>
                    <a:pt x="439281" y="333769"/>
                    <a:pt x="431126" y="344838"/>
                    <a:pt x="425657" y="357105"/>
                  </a:cubicBezTo>
                  <a:cubicBezTo>
                    <a:pt x="420284" y="369276"/>
                    <a:pt x="417549" y="382885"/>
                    <a:pt x="417549" y="397452"/>
                  </a:cubicBezTo>
                  <a:cubicBezTo>
                    <a:pt x="417549" y="404112"/>
                    <a:pt x="418173" y="410486"/>
                    <a:pt x="419324" y="416619"/>
                  </a:cubicBezTo>
                  <a:lnTo>
                    <a:pt x="382097" y="416619"/>
                  </a:lnTo>
                  <a:cubicBezTo>
                    <a:pt x="369768" y="416619"/>
                    <a:pt x="359742" y="406604"/>
                    <a:pt x="359742" y="394289"/>
                  </a:cubicBezTo>
                  <a:lnTo>
                    <a:pt x="359742" y="268793"/>
                  </a:lnTo>
                  <a:cubicBezTo>
                    <a:pt x="359742" y="256478"/>
                    <a:pt x="369768" y="246415"/>
                    <a:pt x="382097" y="246415"/>
                  </a:cubicBezTo>
                  <a:close/>
                  <a:moveTo>
                    <a:pt x="22403" y="117844"/>
                  </a:moveTo>
                  <a:lnTo>
                    <a:pt x="129383" y="117844"/>
                  </a:lnTo>
                  <a:cubicBezTo>
                    <a:pt x="141760" y="117844"/>
                    <a:pt x="151786" y="127905"/>
                    <a:pt x="151786" y="140217"/>
                  </a:cubicBezTo>
                  <a:lnTo>
                    <a:pt x="151786" y="394316"/>
                  </a:lnTo>
                  <a:cubicBezTo>
                    <a:pt x="151786" y="406629"/>
                    <a:pt x="141760" y="416689"/>
                    <a:pt x="129335" y="416689"/>
                  </a:cubicBezTo>
                  <a:lnTo>
                    <a:pt x="22403" y="416689"/>
                  </a:lnTo>
                  <a:cubicBezTo>
                    <a:pt x="10026" y="416689"/>
                    <a:pt x="0" y="406629"/>
                    <a:pt x="0" y="394316"/>
                  </a:cubicBezTo>
                  <a:lnTo>
                    <a:pt x="0" y="140217"/>
                  </a:lnTo>
                  <a:cubicBezTo>
                    <a:pt x="0" y="127905"/>
                    <a:pt x="10026" y="117844"/>
                    <a:pt x="22403" y="117844"/>
                  </a:cubicBezTo>
                  <a:close/>
                  <a:moveTo>
                    <a:pt x="202271" y="0"/>
                  </a:moveTo>
                  <a:lnTo>
                    <a:pt x="309187" y="0"/>
                  </a:lnTo>
                  <a:cubicBezTo>
                    <a:pt x="321562" y="0"/>
                    <a:pt x="331587" y="10012"/>
                    <a:pt x="331587" y="22371"/>
                  </a:cubicBezTo>
                  <a:lnTo>
                    <a:pt x="331587" y="394296"/>
                  </a:lnTo>
                  <a:cubicBezTo>
                    <a:pt x="331587" y="406607"/>
                    <a:pt x="321562" y="416619"/>
                    <a:pt x="309187" y="416619"/>
                  </a:cubicBezTo>
                  <a:lnTo>
                    <a:pt x="202271" y="416619"/>
                  </a:lnTo>
                  <a:cubicBezTo>
                    <a:pt x="189944" y="416619"/>
                    <a:pt x="179871" y="406607"/>
                    <a:pt x="179871" y="394296"/>
                  </a:cubicBezTo>
                  <a:lnTo>
                    <a:pt x="179871" y="22371"/>
                  </a:lnTo>
                  <a:cubicBezTo>
                    <a:pt x="179871" y="10012"/>
                    <a:pt x="189944" y="0"/>
                    <a:pt x="202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9" name="is1íḋê"/>
            <p:cNvSpPr/>
            <p:nvPr/>
          </p:nvSpPr>
          <p:spPr>
            <a:xfrm rot="5400000">
              <a:off x="6343818" y="2759607"/>
              <a:ext cx="1702138" cy="1702139"/>
            </a:xfrm>
            <a:prstGeom prst="diamond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íṩḷíďê"/>
            <p:cNvSpPr/>
            <p:nvPr/>
          </p:nvSpPr>
          <p:spPr bwMode="auto">
            <a:xfrm>
              <a:off x="6876374" y="3293344"/>
              <a:ext cx="637025" cy="634664"/>
            </a:xfrm>
            <a:custGeom>
              <a:avLst/>
              <a:gdLst>
                <a:gd name="connsiteX0" fmla="*/ 503895 w 609473"/>
                <a:gd name="connsiteY0" fmla="*/ 296940 h 607216"/>
                <a:gd name="connsiteX1" fmla="*/ 511570 w 609473"/>
                <a:gd name="connsiteY1" fmla="*/ 296940 h 607216"/>
                <a:gd name="connsiteX2" fmla="*/ 538816 w 609473"/>
                <a:gd name="connsiteY2" fmla="*/ 296940 h 607216"/>
                <a:gd name="connsiteX3" fmla="*/ 549465 w 609473"/>
                <a:gd name="connsiteY3" fmla="*/ 307624 h 607216"/>
                <a:gd name="connsiteX4" fmla="*/ 549465 w 609473"/>
                <a:gd name="connsiteY4" fmla="*/ 324202 h 607216"/>
                <a:gd name="connsiteX5" fmla="*/ 577094 w 609473"/>
                <a:gd name="connsiteY5" fmla="*/ 338384 h 607216"/>
                <a:gd name="connsiteX6" fmla="*/ 603717 w 609473"/>
                <a:gd name="connsiteY6" fmla="*/ 388308 h 607216"/>
                <a:gd name="connsiteX7" fmla="*/ 594699 w 609473"/>
                <a:gd name="connsiteY7" fmla="*/ 400381 h 607216"/>
                <a:gd name="connsiteX8" fmla="*/ 560353 w 609473"/>
                <a:gd name="connsiteY8" fmla="*/ 405460 h 607216"/>
                <a:gd name="connsiteX9" fmla="*/ 558771 w 609473"/>
                <a:gd name="connsiteY9" fmla="*/ 405604 h 607216"/>
                <a:gd name="connsiteX10" fmla="*/ 548218 w 609473"/>
                <a:gd name="connsiteY10" fmla="*/ 396548 h 607216"/>
                <a:gd name="connsiteX11" fmla="*/ 541310 w 609473"/>
                <a:gd name="connsiteY11" fmla="*/ 378581 h 607216"/>
                <a:gd name="connsiteX12" fmla="*/ 521067 w 609473"/>
                <a:gd name="connsiteY12" fmla="*/ 370676 h 607216"/>
                <a:gd name="connsiteX13" fmla="*/ 511618 w 609473"/>
                <a:gd name="connsiteY13" fmla="*/ 371922 h 607216"/>
                <a:gd name="connsiteX14" fmla="*/ 498426 w 609473"/>
                <a:gd name="connsiteY14" fmla="*/ 379683 h 607216"/>
                <a:gd name="connsiteX15" fmla="*/ 492574 w 609473"/>
                <a:gd name="connsiteY15" fmla="*/ 395398 h 607216"/>
                <a:gd name="connsiteX16" fmla="*/ 497371 w 609473"/>
                <a:gd name="connsiteY16" fmla="*/ 410395 h 607216"/>
                <a:gd name="connsiteX17" fmla="*/ 500537 w 609473"/>
                <a:gd name="connsiteY17" fmla="*/ 413605 h 607216"/>
                <a:gd name="connsiteX18" fmla="*/ 533731 w 609473"/>
                <a:gd name="connsiteY18" fmla="*/ 425343 h 607216"/>
                <a:gd name="connsiteX19" fmla="*/ 563232 w 609473"/>
                <a:gd name="connsiteY19" fmla="*/ 433536 h 607216"/>
                <a:gd name="connsiteX20" fmla="*/ 588415 w 609473"/>
                <a:gd name="connsiteY20" fmla="*/ 450209 h 607216"/>
                <a:gd name="connsiteX21" fmla="*/ 604149 w 609473"/>
                <a:gd name="connsiteY21" fmla="*/ 474405 h 607216"/>
                <a:gd name="connsiteX22" fmla="*/ 609473 w 609473"/>
                <a:gd name="connsiteY22" fmla="*/ 503583 h 607216"/>
                <a:gd name="connsiteX23" fmla="*/ 587408 w 609473"/>
                <a:gd name="connsiteY23" fmla="*/ 560885 h 607216"/>
                <a:gd name="connsiteX24" fmla="*/ 549465 w 609473"/>
                <a:gd name="connsiteY24" fmla="*/ 583116 h 607216"/>
                <a:gd name="connsiteX25" fmla="*/ 549465 w 609473"/>
                <a:gd name="connsiteY25" fmla="*/ 596532 h 607216"/>
                <a:gd name="connsiteX26" fmla="*/ 538816 w 609473"/>
                <a:gd name="connsiteY26" fmla="*/ 607216 h 607216"/>
                <a:gd name="connsiteX27" fmla="*/ 503991 w 609473"/>
                <a:gd name="connsiteY27" fmla="*/ 607216 h 607216"/>
                <a:gd name="connsiteX28" fmla="*/ 493342 w 609473"/>
                <a:gd name="connsiteY28" fmla="*/ 596532 h 607216"/>
                <a:gd name="connsiteX29" fmla="*/ 493342 w 609473"/>
                <a:gd name="connsiteY29" fmla="*/ 582829 h 607216"/>
                <a:gd name="connsiteX30" fmla="*/ 473819 w 609473"/>
                <a:gd name="connsiteY30" fmla="*/ 575259 h 607216"/>
                <a:gd name="connsiteX31" fmla="*/ 446045 w 609473"/>
                <a:gd name="connsiteY31" fmla="*/ 548907 h 607216"/>
                <a:gd name="connsiteX32" fmla="*/ 432950 w 609473"/>
                <a:gd name="connsiteY32" fmla="*/ 506170 h 607216"/>
                <a:gd name="connsiteX33" fmla="*/ 441776 w 609473"/>
                <a:gd name="connsiteY33" fmla="*/ 494863 h 607216"/>
                <a:gd name="connsiteX34" fmla="*/ 475354 w 609473"/>
                <a:gd name="connsiteY34" fmla="*/ 489018 h 607216"/>
                <a:gd name="connsiteX35" fmla="*/ 477224 w 609473"/>
                <a:gd name="connsiteY35" fmla="*/ 488826 h 607216"/>
                <a:gd name="connsiteX36" fmla="*/ 487777 w 609473"/>
                <a:gd name="connsiteY36" fmla="*/ 497977 h 607216"/>
                <a:gd name="connsiteX37" fmla="*/ 496412 w 609473"/>
                <a:gd name="connsiteY37" fmla="*/ 524377 h 607216"/>
                <a:gd name="connsiteX38" fmla="*/ 522602 w 609473"/>
                <a:gd name="connsiteY38" fmla="*/ 536307 h 607216"/>
                <a:gd name="connsiteX39" fmla="*/ 528071 w 609473"/>
                <a:gd name="connsiteY39" fmla="*/ 535923 h 607216"/>
                <a:gd name="connsiteX40" fmla="*/ 546539 w 609473"/>
                <a:gd name="connsiteY40" fmla="*/ 526197 h 607216"/>
                <a:gd name="connsiteX41" fmla="*/ 553686 w 609473"/>
                <a:gd name="connsiteY41" fmla="*/ 505452 h 607216"/>
                <a:gd name="connsiteX42" fmla="*/ 549273 w 609473"/>
                <a:gd name="connsiteY42" fmla="*/ 489784 h 607216"/>
                <a:gd name="connsiteX43" fmla="*/ 519724 w 609473"/>
                <a:gd name="connsiteY43" fmla="*/ 475986 h 607216"/>
                <a:gd name="connsiteX44" fmla="*/ 472140 w 609473"/>
                <a:gd name="connsiteY44" fmla="*/ 459648 h 607216"/>
                <a:gd name="connsiteX45" fmla="*/ 446429 w 609473"/>
                <a:gd name="connsiteY45" fmla="*/ 433824 h 607216"/>
                <a:gd name="connsiteX46" fmla="*/ 439857 w 609473"/>
                <a:gd name="connsiteY46" fmla="*/ 416767 h 607216"/>
                <a:gd name="connsiteX47" fmla="*/ 437603 w 609473"/>
                <a:gd name="connsiteY47" fmla="*/ 397602 h 607216"/>
                <a:gd name="connsiteX48" fmla="*/ 463218 w 609473"/>
                <a:gd name="connsiteY48" fmla="*/ 339629 h 607216"/>
                <a:gd name="connsiteX49" fmla="*/ 493198 w 609473"/>
                <a:gd name="connsiteY49" fmla="*/ 323962 h 607216"/>
                <a:gd name="connsiteX50" fmla="*/ 493198 w 609473"/>
                <a:gd name="connsiteY50" fmla="*/ 307624 h 607216"/>
                <a:gd name="connsiteX51" fmla="*/ 503895 w 609473"/>
                <a:gd name="connsiteY51" fmla="*/ 296940 h 607216"/>
                <a:gd name="connsiteX52" fmla="*/ 382097 w 609473"/>
                <a:gd name="connsiteY52" fmla="*/ 246415 h 607216"/>
                <a:gd name="connsiteX53" fmla="*/ 489125 w 609473"/>
                <a:gd name="connsiteY53" fmla="*/ 246415 h 607216"/>
                <a:gd name="connsiteX54" fmla="*/ 511528 w 609473"/>
                <a:gd name="connsiteY54" fmla="*/ 268793 h 607216"/>
                <a:gd name="connsiteX55" fmla="*/ 511528 w 609473"/>
                <a:gd name="connsiteY55" fmla="*/ 276891 h 607216"/>
                <a:gd name="connsiteX56" fmla="*/ 503852 w 609473"/>
                <a:gd name="connsiteY56" fmla="*/ 276891 h 607216"/>
                <a:gd name="connsiteX57" fmla="*/ 473150 w 609473"/>
                <a:gd name="connsiteY57" fmla="*/ 307558 h 607216"/>
                <a:gd name="connsiteX58" fmla="*/ 473150 w 609473"/>
                <a:gd name="connsiteY58" fmla="*/ 309858 h 607216"/>
                <a:gd name="connsiteX59" fmla="*/ 449979 w 609473"/>
                <a:gd name="connsiteY59" fmla="*/ 324521 h 607216"/>
                <a:gd name="connsiteX60" fmla="*/ 425657 w 609473"/>
                <a:gd name="connsiteY60" fmla="*/ 357105 h 607216"/>
                <a:gd name="connsiteX61" fmla="*/ 417549 w 609473"/>
                <a:gd name="connsiteY61" fmla="*/ 397452 h 607216"/>
                <a:gd name="connsiteX62" fmla="*/ 419324 w 609473"/>
                <a:gd name="connsiteY62" fmla="*/ 416619 h 607216"/>
                <a:gd name="connsiteX63" fmla="*/ 382097 w 609473"/>
                <a:gd name="connsiteY63" fmla="*/ 416619 h 607216"/>
                <a:gd name="connsiteX64" fmla="*/ 359742 w 609473"/>
                <a:gd name="connsiteY64" fmla="*/ 394289 h 607216"/>
                <a:gd name="connsiteX65" fmla="*/ 359742 w 609473"/>
                <a:gd name="connsiteY65" fmla="*/ 268793 h 607216"/>
                <a:gd name="connsiteX66" fmla="*/ 382097 w 609473"/>
                <a:gd name="connsiteY66" fmla="*/ 246415 h 607216"/>
                <a:gd name="connsiteX67" fmla="*/ 22403 w 609473"/>
                <a:gd name="connsiteY67" fmla="*/ 117844 h 607216"/>
                <a:gd name="connsiteX68" fmla="*/ 129383 w 609473"/>
                <a:gd name="connsiteY68" fmla="*/ 117844 h 607216"/>
                <a:gd name="connsiteX69" fmla="*/ 151786 w 609473"/>
                <a:gd name="connsiteY69" fmla="*/ 140217 h 607216"/>
                <a:gd name="connsiteX70" fmla="*/ 151786 w 609473"/>
                <a:gd name="connsiteY70" fmla="*/ 394316 h 607216"/>
                <a:gd name="connsiteX71" fmla="*/ 129335 w 609473"/>
                <a:gd name="connsiteY71" fmla="*/ 416689 h 607216"/>
                <a:gd name="connsiteX72" fmla="*/ 22403 w 609473"/>
                <a:gd name="connsiteY72" fmla="*/ 416689 h 607216"/>
                <a:gd name="connsiteX73" fmla="*/ 0 w 609473"/>
                <a:gd name="connsiteY73" fmla="*/ 394316 h 607216"/>
                <a:gd name="connsiteX74" fmla="*/ 0 w 609473"/>
                <a:gd name="connsiteY74" fmla="*/ 140217 h 607216"/>
                <a:gd name="connsiteX75" fmla="*/ 22403 w 609473"/>
                <a:gd name="connsiteY75" fmla="*/ 117844 h 607216"/>
                <a:gd name="connsiteX76" fmla="*/ 202271 w 609473"/>
                <a:gd name="connsiteY76" fmla="*/ 0 h 607216"/>
                <a:gd name="connsiteX77" fmla="*/ 309187 w 609473"/>
                <a:gd name="connsiteY77" fmla="*/ 0 h 607216"/>
                <a:gd name="connsiteX78" fmla="*/ 331587 w 609473"/>
                <a:gd name="connsiteY78" fmla="*/ 22371 h 607216"/>
                <a:gd name="connsiteX79" fmla="*/ 331587 w 609473"/>
                <a:gd name="connsiteY79" fmla="*/ 394296 h 607216"/>
                <a:gd name="connsiteX80" fmla="*/ 309187 w 609473"/>
                <a:gd name="connsiteY80" fmla="*/ 416619 h 607216"/>
                <a:gd name="connsiteX81" fmla="*/ 202271 w 609473"/>
                <a:gd name="connsiteY81" fmla="*/ 416619 h 607216"/>
                <a:gd name="connsiteX82" fmla="*/ 179871 w 609473"/>
                <a:gd name="connsiteY82" fmla="*/ 394296 h 607216"/>
                <a:gd name="connsiteX83" fmla="*/ 179871 w 609473"/>
                <a:gd name="connsiteY83" fmla="*/ 22371 h 607216"/>
                <a:gd name="connsiteX84" fmla="*/ 202271 w 609473"/>
                <a:gd name="connsiteY84" fmla="*/ 0 h 60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09473" h="607216">
                  <a:moveTo>
                    <a:pt x="503895" y="296940"/>
                  </a:moveTo>
                  <a:lnTo>
                    <a:pt x="511570" y="296940"/>
                  </a:lnTo>
                  <a:lnTo>
                    <a:pt x="538816" y="296940"/>
                  </a:lnTo>
                  <a:cubicBezTo>
                    <a:pt x="544668" y="296940"/>
                    <a:pt x="549465" y="301731"/>
                    <a:pt x="549465" y="307624"/>
                  </a:cubicBezTo>
                  <a:lnTo>
                    <a:pt x="549465" y="324202"/>
                  </a:lnTo>
                  <a:cubicBezTo>
                    <a:pt x="560114" y="327268"/>
                    <a:pt x="569563" y="332155"/>
                    <a:pt x="577094" y="338384"/>
                  </a:cubicBezTo>
                  <a:cubicBezTo>
                    <a:pt x="591821" y="350601"/>
                    <a:pt x="600791" y="367418"/>
                    <a:pt x="603717" y="388308"/>
                  </a:cubicBezTo>
                  <a:cubicBezTo>
                    <a:pt x="604532" y="394105"/>
                    <a:pt x="600503" y="399471"/>
                    <a:pt x="594699" y="400381"/>
                  </a:cubicBezTo>
                  <a:lnTo>
                    <a:pt x="560353" y="405460"/>
                  </a:lnTo>
                  <a:cubicBezTo>
                    <a:pt x="559826" y="405556"/>
                    <a:pt x="559250" y="405604"/>
                    <a:pt x="558771" y="405604"/>
                  </a:cubicBezTo>
                  <a:cubicBezTo>
                    <a:pt x="553590" y="405604"/>
                    <a:pt x="549033" y="401819"/>
                    <a:pt x="548218" y="396548"/>
                  </a:cubicBezTo>
                  <a:cubicBezTo>
                    <a:pt x="546970" y="388499"/>
                    <a:pt x="544620" y="382271"/>
                    <a:pt x="541310" y="378581"/>
                  </a:cubicBezTo>
                  <a:cubicBezTo>
                    <a:pt x="536801" y="373551"/>
                    <a:pt x="529414" y="370676"/>
                    <a:pt x="521067" y="370676"/>
                  </a:cubicBezTo>
                  <a:cubicBezTo>
                    <a:pt x="517806" y="370676"/>
                    <a:pt x="514640" y="371107"/>
                    <a:pt x="511618" y="371922"/>
                  </a:cubicBezTo>
                  <a:cubicBezTo>
                    <a:pt x="506293" y="373407"/>
                    <a:pt x="501640" y="376090"/>
                    <a:pt x="498426" y="379683"/>
                  </a:cubicBezTo>
                  <a:cubicBezTo>
                    <a:pt x="494397" y="384139"/>
                    <a:pt x="492574" y="389122"/>
                    <a:pt x="492574" y="395398"/>
                  </a:cubicBezTo>
                  <a:cubicBezTo>
                    <a:pt x="492574" y="401579"/>
                    <a:pt x="494157" y="406514"/>
                    <a:pt x="497371" y="410395"/>
                  </a:cubicBezTo>
                  <a:cubicBezTo>
                    <a:pt x="498331" y="411545"/>
                    <a:pt x="499386" y="412647"/>
                    <a:pt x="500537" y="413605"/>
                  </a:cubicBezTo>
                  <a:cubicBezTo>
                    <a:pt x="508548" y="420313"/>
                    <a:pt x="520828" y="422708"/>
                    <a:pt x="533731" y="425343"/>
                  </a:cubicBezTo>
                  <a:cubicBezTo>
                    <a:pt x="543613" y="427308"/>
                    <a:pt x="553830" y="429368"/>
                    <a:pt x="563232" y="433536"/>
                  </a:cubicBezTo>
                  <a:cubicBezTo>
                    <a:pt x="573353" y="437992"/>
                    <a:pt x="581843" y="443598"/>
                    <a:pt x="588415" y="450209"/>
                  </a:cubicBezTo>
                  <a:cubicBezTo>
                    <a:pt x="595130" y="456965"/>
                    <a:pt x="600407" y="465014"/>
                    <a:pt x="604149" y="474405"/>
                  </a:cubicBezTo>
                  <a:cubicBezTo>
                    <a:pt x="607698" y="483412"/>
                    <a:pt x="609473" y="493234"/>
                    <a:pt x="609473" y="503583"/>
                  </a:cubicBezTo>
                  <a:cubicBezTo>
                    <a:pt x="609473" y="526293"/>
                    <a:pt x="602038" y="545554"/>
                    <a:pt x="587408" y="560885"/>
                  </a:cubicBezTo>
                  <a:cubicBezTo>
                    <a:pt x="577382" y="571426"/>
                    <a:pt x="564383" y="578996"/>
                    <a:pt x="549465" y="583116"/>
                  </a:cubicBezTo>
                  <a:lnTo>
                    <a:pt x="549465" y="596532"/>
                  </a:lnTo>
                  <a:cubicBezTo>
                    <a:pt x="549465" y="602425"/>
                    <a:pt x="544668" y="607216"/>
                    <a:pt x="538816" y="607216"/>
                  </a:cubicBezTo>
                  <a:lnTo>
                    <a:pt x="503991" y="607216"/>
                  </a:lnTo>
                  <a:cubicBezTo>
                    <a:pt x="498139" y="607216"/>
                    <a:pt x="493342" y="602425"/>
                    <a:pt x="493342" y="596532"/>
                  </a:cubicBezTo>
                  <a:lnTo>
                    <a:pt x="493342" y="582829"/>
                  </a:lnTo>
                  <a:cubicBezTo>
                    <a:pt x="486482" y="580960"/>
                    <a:pt x="479959" y="578421"/>
                    <a:pt x="473819" y="575259"/>
                  </a:cubicBezTo>
                  <a:cubicBezTo>
                    <a:pt x="463026" y="569701"/>
                    <a:pt x="453672" y="560837"/>
                    <a:pt x="446045" y="548907"/>
                  </a:cubicBezTo>
                  <a:cubicBezTo>
                    <a:pt x="438514" y="537073"/>
                    <a:pt x="434101" y="522700"/>
                    <a:pt x="432950" y="506170"/>
                  </a:cubicBezTo>
                  <a:cubicBezTo>
                    <a:pt x="432566" y="500660"/>
                    <a:pt x="436403" y="495821"/>
                    <a:pt x="441776" y="494863"/>
                  </a:cubicBezTo>
                  <a:lnTo>
                    <a:pt x="475354" y="489018"/>
                  </a:lnTo>
                  <a:cubicBezTo>
                    <a:pt x="475977" y="488922"/>
                    <a:pt x="476553" y="488826"/>
                    <a:pt x="477224" y="488826"/>
                  </a:cubicBezTo>
                  <a:cubicBezTo>
                    <a:pt x="482405" y="488826"/>
                    <a:pt x="487010" y="492659"/>
                    <a:pt x="487777" y="497977"/>
                  </a:cubicBezTo>
                  <a:cubicBezTo>
                    <a:pt x="489984" y="513501"/>
                    <a:pt x="493726" y="520927"/>
                    <a:pt x="496412" y="524377"/>
                  </a:cubicBezTo>
                  <a:cubicBezTo>
                    <a:pt x="502216" y="531851"/>
                    <a:pt x="512001" y="536307"/>
                    <a:pt x="522602" y="536307"/>
                  </a:cubicBezTo>
                  <a:cubicBezTo>
                    <a:pt x="524473" y="536307"/>
                    <a:pt x="526248" y="536163"/>
                    <a:pt x="528071" y="535923"/>
                  </a:cubicBezTo>
                  <a:cubicBezTo>
                    <a:pt x="535458" y="534774"/>
                    <a:pt x="542078" y="531324"/>
                    <a:pt x="546539" y="526197"/>
                  </a:cubicBezTo>
                  <a:cubicBezTo>
                    <a:pt x="551335" y="520735"/>
                    <a:pt x="553686" y="513884"/>
                    <a:pt x="553686" y="505452"/>
                  </a:cubicBezTo>
                  <a:cubicBezTo>
                    <a:pt x="553686" y="498696"/>
                    <a:pt x="552247" y="493378"/>
                    <a:pt x="549273" y="489784"/>
                  </a:cubicBezTo>
                  <a:cubicBezTo>
                    <a:pt x="543037" y="482119"/>
                    <a:pt x="530805" y="478477"/>
                    <a:pt x="519724" y="475986"/>
                  </a:cubicBezTo>
                  <a:cubicBezTo>
                    <a:pt x="502983" y="472249"/>
                    <a:pt x="487825" y="468416"/>
                    <a:pt x="472140" y="459648"/>
                  </a:cubicBezTo>
                  <a:cubicBezTo>
                    <a:pt x="461107" y="453467"/>
                    <a:pt x="452473" y="444748"/>
                    <a:pt x="446429" y="433824"/>
                  </a:cubicBezTo>
                  <a:cubicBezTo>
                    <a:pt x="443503" y="428458"/>
                    <a:pt x="441344" y="422804"/>
                    <a:pt x="439857" y="416767"/>
                  </a:cubicBezTo>
                  <a:cubicBezTo>
                    <a:pt x="438370" y="410730"/>
                    <a:pt x="437603" y="404310"/>
                    <a:pt x="437603" y="397602"/>
                  </a:cubicBezTo>
                  <a:cubicBezTo>
                    <a:pt x="437603" y="373982"/>
                    <a:pt x="446237" y="354434"/>
                    <a:pt x="463218" y="339629"/>
                  </a:cubicBezTo>
                  <a:cubicBezTo>
                    <a:pt x="471276" y="332538"/>
                    <a:pt x="481494" y="327220"/>
                    <a:pt x="493198" y="323962"/>
                  </a:cubicBezTo>
                  <a:lnTo>
                    <a:pt x="493198" y="307624"/>
                  </a:lnTo>
                  <a:cubicBezTo>
                    <a:pt x="493198" y="301731"/>
                    <a:pt x="497995" y="296940"/>
                    <a:pt x="503895" y="296940"/>
                  </a:cubicBezTo>
                  <a:close/>
                  <a:moveTo>
                    <a:pt x="382097" y="246415"/>
                  </a:moveTo>
                  <a:lnTo>
                    <a:pt x="489125" y="246415"/>
                  </a:lnTo>
                  <a:cubicBezTo>
                    <a:pt x="501454" y="246415"/>
                    <a:pt x="511528" y="256478"/>
                    <a:pt x="511528" y="268793"/>
                  </a:cubicBezTo>
                  <a:lnTo>
                    <a:pt x="511528" y="276891"/>
                  </a:lnTo>
                  <a:lnTo>
                    <a:pt x="503852" y="276891"/>
                  </a:lnTo>
                  <a:cubicBezTo>
                    <a:pt x="486870" y="276891"/>
                    <a:pt x="473150" y="290643"/>
                    <a:pt x="473150" y="307558"/>
                  </a:cubicBezTo>
                  <a:lnTo>
                    <a:pt x="473150" y="309858"/>
                  </a:lnTo>
                  <a:cubicBezTo>
                    <a:pt x="464515" y="313692"/>
                    <a:pt x="456743" y="318627"/>
                    <a:pt x="449979" y="324521"/>
                  </a:cubicBezTo>
                  <a:cubicBezTo>
                    <a:pt x="439281" y="333769"/>
                    <a:pt x="431126" y="344838"/>
                    <a:pt x="425657" y="357105"/>
                  </a:cubicBezTo>
                  <a:cubicBezTo>
                    <a:pt x="420284" y="369276"/>
                    <a:pt x="417549" y="382885"/>
                    <a:pt x="417549" y="397452"/>
                  </a:cubicBezTo>
                  <a:cubicBezTo>
                    <a:pt x="417549" y="404112"/>
                    <a:pt x="418173" y="410486"/>
                    <a:pt x="419324" y="416619"/>
                  </a:cubicBezTo>
                  <a:lnTo>
                    <a:pt x="382097" y="416619"/>
                  </a:lnTo>
                  <a:cubicBezTo>
                    <a:pt x="369768" y="416619"/>
                    <a:pt x="359742" y="406604"/>
                    <a:pt x="359742" y="394289"/>
                  </a:cubicBezTo>
                  <a:lnTo>
                    <a:pt x="359742" y="268793"/>
                  </a:lnTo>
                  <a:cubicBezTo>
                    <a:pt x="359742" y="256478"/>
                    <a:pt x="369768" y="246415"/>
                    <a:pt x="382097" y="246415"/>
                  </a:cubicBezTo>
                  <a:close/>
                  <a:moveTo>
                    <a:pt x="22403" y="117844"/>
                  </a:moveTo>
                  <a:lnTo>
                    <a:pt x="129383" y="117844"/>
                  </a:lnTo>
                  <a:cubicBezTo>
                    <a:pt x="141760" y="117844"/>
                    <a:pt x="151786" y="127905"/>
                    <a:pt x="151786" y="140217"/>
                  </a:cubicBezTo>
                  <a:lnTo>
                    <a:pt x="151786" y="394316"/>
                  </a:lnTo>
                  <a:cubicBezTo>
                    <a:pt x="151786" y="406629"/>
                    <a:pt x="141760" y="416689"/>
                    <a:pt x="129335" y="416689"/>
                  </a:cubicBezTo>
                  <a:lnTo>
                    <a:pt x="22403" y="416689"/>
                  </a:lnTo>
                  <a:cubicBezTo>
                    <a:pt x="10026" y="416689"/>
                    <a:pt x="0" y="406629"/>
                    <a:pt x="0" y="394316"/>
                  </a:cubicBezTo>
                  <a:lnTo>
                    <a:pt x="0" y="140217"/>
                  </a:lnTo>
                  <a:cubicBezTo>
                    <a:pt x="0" y="127905"/>
                    <a:pt x="10026" y="117844"/>
                    <a:pt x="22403" y="117844"/>
                  </a:cubicBezTo>
                  <a:close/>
                  <a:moveTo>
                    <a:pt x="202271" y="0"/>
                  </a:moveTo>
                  <a:lnTo>
                    <a:pt x="309187" y="0"/>
                  </a:lnTo>
                  <a:cubicBezTo>
                    <a:pt x="321562" y="0"/>
                    <a:pt x="331587" y="10012"/>
                    <a:pt x="331587" y="22371"/>
                  </a:cubicBezTo>
                  <a:lnTo>
                    <a:pt x="331587" y="394296"/>
                  </a:lnTo>
                  <a:cubicBezTo>
                    <a:pt x="331587" y="406607"/>
                    <a:pt x="321562" y="416619"/>
                    <a:pt x="309187" y="416619"/>
                  </a:cubicBezTo>
                  <a:lnTo>
                    <a:pt x="202271" y="416619"/>
                  </a:lnTo>
                  <a:cubicBezTo>
                    <a:pt x="189944" y="416619"/>
                    <a:pt x="179871" y="406607"/>
                    <a:pt x="179871" y="394296"/>
                  </a:cubicBezTo>
                  <a:lnTo>
                    <a:pt x="179871" y="22371"/>
                  </a:lnTo>
                  <a:cubicBezTo>
                    <a:pt x="179871" y="10012"/>
                    <a:pt x="189944" y="0"/>
                    <a:pt x="202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1" name="iṧ1idê"/>
            <p:cNvSpPr/>
            <p:nvPr/>
          </p:nvSpPr>
          <p:spPr>
            <a:xfrm rot="5400000">
              <a:off x="7437100" y="3891415"/>
              <a:ext cx="1702138" cy="1702139"/>
            </a:xfrm>
            <a:prstGeom prst="diamond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îšľïḍê"/>
            <p:cNvSpPr/>
            <p:nvPr/>
          </p:nvSpPr>
          <p:spPr bwMode="auto">
            <a:xfrm>
              <a:off x="7969656" y="4425152"/>
              <a:ext cx="637025" cy="634664"/>
            </a:xfrm>
            <a:custGeom>
              <a:avLst/>
              <a:gdLst>
                <a:gd name="connsiteX0" fmla="*/ 503895 w 609473"/>
                <a:gd name="connsiteY0" fmla="*/ 296940 h 607216"/>
                <a:gd name="connsiteX1" fmla="*/ 511570 w 609473"/>
                <a:gd name="connsiteY1" fmla="*/ 296940 h 607216"/>
                <a:gd name="connsiteX2" fmla="*/ 538816 w 609473"/>
                <a:gd name="connsiteY2" fmla="*/ 296940 h 607216"/>
                <a:gd name="connsiteX3" fmla="*/ 549465 w 609473"/>
                <a:gd name="connsiteY3" fmla="*/ 307624 h 607216"/>
                <a:gd name="connsiteX4" fmla="*/ 549465 w 609473"/>
                <a:gd name="connsiteY4" fmla="*/ 324202 h 607216"/>
                <a:gd name="connsiteX5" fmla="*/ 577094 w 609473"/>
                <a:gd name="connsiteY5" fmla="*/ 338384 h 607216"/>
                <a:gd name="connsiteX6" fmla="*/ 603717 w 609473"/>
                <a:gd name="connsiteY6" fmla="*/ 388308 h 607216"/>
                <a:gd name="connsiteX7" fmla="*/ 594699 w 609473"/>
                <a:gd name="connsiteY7" fmla="*/ 400381 h 607216"/>
                <a:gd name="connsiteX8" fmla="*/ 560353 w 609473"/>
                <a:gd name="connsiteY8" fmla="*/ 405460 h 607216"/>
                <a:gd name="connsiteX9" fmla="*/ 558771 w 609473"/>
                <a:gd name="connsiteY9" fmla="*/ 405604 h 607216"/>
                <a:gd name="connsiteX10" fmla="*/ 548218 w 609473"/>
                <a:gd name="connsiteY10" fmla="*/ 396548 h 607216"/>
                <a:gd name="connsiteX11" fmla="*/ 541310 w 609473"/>
                <a:gd name="connsiteY11" fmla="*/ 378581 h 607216"/>
                <a:gd name="connsiteX12" fmla="*/ 521067 w 609473"/>
                <a:gd name="connsiteY12" fmla="*/ 370676 h 607216"/>
                <a:gd name="connsiteX13" fmla="*/ 511618 w 609473"/>
                <a:gd name="connsiteY13" fmla="*/ 371922 h 607216"/>
                <a:gd name="connsiteX14" fmla="*/ 498426 w 609473"/>
                <a:gd name="connsiteY14" fmla="*/ 379683 h 607216"/>
                <a:gd name="connsiteX15" fmla="*/ 492574 w 609473"/>
                <a:gd name="connsiteY15" fmla="*/ 395398 h 607216"/>
                <a:gd name="connsiteX16" fmla="*/ 497371 w 609473"/>
                <a:gd name="connsiteY16" fmla="*/ 410395 h 607216"/>
                <a:gd name="connsiteX17" fmla="*/ 500537 w 609473"/>
                <a:gd name="connsiteY17" fmla="*/ 413605 h 607216"/>
                <a:gd name="connsiteX18" fmla="*/ 533731 w 609473"/>
                <a:gd name="connsiteY18" fmla="*/ 425343 h 607216"/>
                <a:gd name="connsiteX19" fmla="*/ 563232 w 609473"/>
                <a:gd name="connsiteY19" fmla="*/ 433536 h 607216"/>
                <a:gd name="connsiteX20" fmla="*/ 588415 w 609473"/>
                <a:gd name="connsiteY20" fmla="*/ 450209 h 607216"/>
                <a:gd name="connsiteX21" fmla="*/ 604149 w 609473"/>
                <a:gd name="connsiteY21" fmla="*/ 474405 h 607216"/>
                <a:gd name="connsiteX22" fmla="*/ 609473 w 609473"/>
                <a:gd name="connsiteY22" fmla="*/ 503583 h 607216"/>
                <a:gd name="connsiteX23" fmla="*/ 587408 w 609473"/>
                <a:gd name="connsiteY23" fmla="*/ 560885 h 607216"/>
                <a:gd name="connsiteX24" fmla="*/ 549465 w 609473"/>
                <a:gd name="connsiteY24" fmla="*/ 583116 h 607216"/>
                <a:gd name="connsiteX25" fmla="*/ 549465 w 609473"/>
                <a:gd name="connsiteY25" fmla="*/ 596532 h 607216"/>
                <a:gd name="connsiteX26" fmla="*/ 538816 w 609473"/>
                <a:gd name="connsiteY26" fmla="*/ 607216 h 607216"/>
                <a:gd name="connsiteX27" fmla="*/ 503991 w 609473"/>
                <a:gd name="connsiteY27" fmla="*/ 607216 h 607216"/>
                <a:gd name="connsiteX28" fmla="*/ 493342 w 609473"/>
                <a:gd name="connsiteY28" fmla="*/ 596532 h 607216"/>
                <a:gd name="connsiteX29" fmla="*/ 493342 w 609473"/>
                <a:gd name="connsiteY29" fmla="*/ 582829 h 607216"/>
                <a:gd name="connsiteX30" fmla="*/ 473819 w 609473"/>
                <a:gd name="connsiteY30" fmla="*/ 575259 h 607216"/>
                <a:gd name="connsiteX31" fmla="*/ 446045 w 609473"/>
                <a:gd name="connsiteY31" fmla="*/ 548907 h 607216"/>
                <a:gd name="connsiteX32" fmla="*/ 432950 w 609473"/>
                <a:gd name="connsiteY32" fmla="*/ 506170 h 607216"/>
                <a:gd name="connsiteX33" fmla="*/ 441776 w 609473"/>
                <a:gd name="connsiteY33" fmla="*/ 494863 h 607216"/>
                <a:gd name="connsiteX34" fmla="*/ 475354 w 609473"/>
                <a:gd name="connsiteY34" fmla="*/ 489018 h 607216"/>
                <a:gd name="connsiteX35" fmla="*/ 477224 w 609473"/>
                <a:gd name="connsiteY35" fmla="*/ 488826 h 607216"/>
                <a:gd name="connsiteX36" fmla="*/ 487777 w 609473"/>
                <a:gd name="connsiteY36" fmla="*/ 497977 h 607216"/>
                <a:gd name="connsiteX37" fmla="*/ 496412 w 609473"/>
                <a:gd name="connsiteY37" fmla="*/ 524377 h 607216"/>
                <a:gd name="connsiteX38" fmla="*/ 522602 w 609473"/>
                <a:gd name="connsiteY38" fmla="*/ 536307 h 607216"/>
                <a:gd name="connsiteX39" fmla="*/ 528071 w 609473"/>
                <a:gd name="connsiteY39" fmla="*/ 535923 h 607216"/>
                <a:gd name="connsiteX40" fmla="*/ 546539 w 609473"/>
                <a:gd name="connsiteY40" fmla="*/ 526197 h 607216"/>
                <a:gd name="connsiteX41" fmla="*/ 553686 w 609473"/>
                <a:gd name="connsiteY41" fmla="*/ 505452 h 607216"/>
                <a:gd name="connsiteX42" fmla="*/ 549273 w 609473"/>
                <a:gd name="connsiteY42" fmla="*/ 489784 h 607216"/>
                <a:gd name="connsiteX43" fmla="*/ 519724 w 609473"/>
                <a:gd name="connsiteY43" fmla="*/ 475986 h 607216"/>
                <a:gd name="connsiteX44" fmla="*/ 472140 w 609473"/>
                <a:gd name="connsiteY44" fmla="*/ 459648 h 607216"/>
                <a:gd name="connsiteX45" fmla="*/ 446429 w 609473"/>
                <a:gd name="connsiteY45" fmla="*/ 433824 h 607216"/>
                <a:gd name="connsiteX46" fmla="*/ 439857 w 609473"/>
                <a:gd name="connsiteY46" fmla="*/ 416767 h 607216"/>
                <a:gd name="connsiteX47" fmla="*/ 437603 w 609473"/>
                <a:gd name="connsiteY47" fmla="*/ 397602 h 607216"/>
                <a:gd name="connsiteX48" fmla="*/ 463218 w 609473"/>
                <a:gd name="connsiteY48" fmla="*/ 339629 h 607216"/>
                <a:gd name="connsiteX49" fmla="*/ 493198 w 609473"/>
                <a:gd name="connsiteY49" fmla="*/ 323962 h 607216"/>
                <a:gd name="connsiteX50" fmla="*/ 493198 w 609473"/>
                <a:gd name="connsiteY50" fmla="*/ 307624 h 607216"/>
                <a:gd name="connsiteX51" fmla="*/ 503895 w 609473"/>
                <a:gd name="connsiteY51" fmla="*/ 296940 h 607216"/>
                <a:gd name="connsiteX52" fmla="*/ 382097 w 609473"/>
                <a:gd name="connsiteY52" fmla="*/ 246415 h 607216"/>
                <a:gd name="connsiteX53" fmla="*/ 489125 w 609473"/>
                <a:gd name="connsiteY53" fmla="*/ 246415 h 607216"/>
                <a:gd name="connsiteX54" fmla="*/ 511528 w 609473"/>
                <a:gd name="connsiteY54" fmla="*/ 268793 h 607216"/>
                <a:gd name="connsiteX55" fmla="*/ 511528 w 609473"/>
                <a:gd name="connsiteY55" fmla="*/ 276891 h 607216"/>
                <a:gd name="connsiteX56" fmla="*/ 503852 w 609473"/>
                <a:gd name="connsiteY56" fmla="*/ 276891 h 607216"/>
                <a:gd name="connsiteX57" fmla="*/ 473150 w 609473"/>
                <a:gd name="connsiteY57" fmla="*/ 307558 h 607216"/>
                <a:gd name="connsiteX58" fmla="*/ 473150 w 609473"/>
                <a:gd name="connsiteY58" fmla="*/ 309858 h 607216"/>
                <a:gd name="connsiteX59" fmla="*/ 449979 w 609473"/>
                <a:gd name="connsiteY59" fmla="*/ 324521 h 607216"/>
                <a:gd name="connsiteX60" fmla="*/ 425657 w 609473"/>
                <a:gd name="connsiteY60" fmla="*/ 357105 h 607216"/>
                <a:gd name="connsiteX61" fmla="*/ 417549 w 609473"/>
                <a:gd name="connsiteY61" fmla="*/ 397452 h 607216"/>
                <a:gd name="connsiteX62" fmla="*/ 419324 w 609473"/>
                <a:gd name="connsiteY62" fmla="*/ 416619 h 607216"/>
                <a:gd name="connsiteX63" fmla="*/ 382097 w 609473"/>
                <a:gd name="connsiteY63" fmla="*/ 416619 h 607216"/>
                <a:gd name="connsiteX64" fmla="*/ 359742 w 609473"/>
                <a:gd name="connsiteY64" fmla="*/ 394289 h 607216"/>
                <a:gd name="connsiteX65" fmla="*/ 359742 w 609473"/>
                <a:gd name="connsiteY65" fmla="*/ 268793 h 607216"/>
                <a:gd name="connsiteX66" fmla="*/ 382097 w 609473"/>
                <a:gd name="connsiteY66" fmla="*/ 246415 h 607216"/>
                <a:gd name="connsiteX67" fmla="*/ 22403 w 609473"/>
                <a:gd name="connsiteY67" fmla="*/ 117844 h 607216"/>
                <a:gd name="connsiteX68" fmla="*/ 129383 w 609473"/>
                <a:gd name="connsiteY68" fmla="*/ 117844 h 607216"/>
                <a:gd name="connsiteX69" fmla="*/ 151786 w 609473"/>
                <a:gd name="connsiteY69" fmla="*/ 140217 h 607216"/>
                <a:gd name="connsiteX70" fmla="*/ 151786 w 609473"/>
                <a:gd name="connsiteY70" fmla="*/ 394316 h 607216"/>
                <a:gd name="connsiteX71" fmla="*/ 129335 w 609473"/>
                <a:gd name="connsiteY71" fmla="*/ 416689 h 607216"/>
                <a:gd name="connsiteX72" fmla="*/ 22403 w 609473"/>
                <a:gd name="connsiteY72" fmla="*/ 416689 h 607216"/>
                <a:gd name="connsiteX73" fmla="*/ 0 w 609473"/>
                <a:gd name="connsiteY73" fmla="*/ 394316 h 607216"/>
                <a:gd name="connsiteX74" fmla="*/ 0 w 609473"/>
                <a:gd name="connsiteY74" fmla="*/ 140217 h 607216"/>
                <a:gd name="connsiteX75" fmla="*/ 22403 w 609473"/>
                <a:gd name="connsiteY75" fmla="*/ 117844 h 607216"/>
                <a:gd name="connsiteX76" fmla="*/ 202271 w 609473"/>
                <a:gd name="connsiteY76" fmla="*/ 0 h 607216"/>
                <a:gd name="connsiteX77" fmla="*/ 309187 w 609473"/>
                <a:gd name="connsiteY77" fmla="*/ 0 h 607216"/>
                <a:gd name="connsiteX78" fmla="*/ 331587 w 609473"/>
                <a:gd name="connsiteY78" fmla="*/ 22371 h 607216"/>
                <a:gd name="connsiteX79" fmla="*/ 331587 w 609473"/>
                <a:gd name="connsiteY79" fmla="*/ 394296 h 607216"/>
                <a:gd name="connsiteX80" fmla="*/ 309187 w 609473"/>
                <a:gd name="connsiteY80" fmla="*/ 416619 h 607216"/>
                <a:gd name="connsiteX81" fmla="*/ 202271 w 609473"/>
                <a:gd name="connsiteY81" fmla="*/ 416619 h 607216"/>
                <a:gd name="connsiteX82" fmla="*/ 179871 w 609473"/>
                <a:gd name="connsiteY82" fmla="*/ 394296 h 607216"/>
                <a:gd name="connsiteX83" fmla="*/ 179871 w 609473"/>
                <a:gd name="connsiteY83" fmla="*/ 22371 h 607216"/>
                <a:gd name="connsiteX84" fmla="*/ 202271 w 609473"/>
                <a:gd name="connsiteY84" fmla="*/ 0 h 60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09473" h="607216">
                  <a:moveTo>
                    <a:pt x="503895" y="296940"/>
                  </a:moveTo>
                  <a:lnTo>
                    <a:pt x="511570" y="296940"/>
                  </a:lnTo>
                  <a:lnTo>
                    <a:pt x="538816" y="296940"/>
                  </a:lnTo>
                  <a:cubicBezTo>
                    <a:pt x="544668" y="296940"/>
                    <a:pt x="549465" y="301731"/>
                    <a:pt x="549465" y="307624"/>
                  </a:cubicBezTo>
                  <a:lnTo>
                    <a:pt x="549465" y="324202"/>
                  </a:lnTo>
                  <a:cubicBezTo>
                    <a:pt x="560114" y="327268"/>
                    <a:pt x="569563" y="332155"/>
                    <a:pt x="577094" y="338384"/>
                  </a:cubicBezTo>
                  <a:cubicBezTo>
                    <a:pt x="591821" y="350601"/>
                    <a:pt x="600791" y="367418"/>
                    <a:pt x="603717" y="388308"/>
                  </a:cubicBezTo>
                  <a:cubicBezTo>
                    <a:pt x="604532" y="394105"/>
                    <a:pt x="600503" y="399471"/>
                    <a:pt x="594699" y="400381"/>
                  </a:cubicBezTo>
                  <a:lnTo>
                    <a:pt x="560353" y="405460"/>
                  </a:lnTo>
                  <a:cubicBezTo>
                    <a:pt x="559826" y="405556"/>
                    <a:pt x="559250" y="405604"/>
                    <a:pt x="558771" y="405604"/>
                  </a:cubicBezTo>
                  <a:cubicBezTo>
                    <a:pt x="553590" y="405604"/>
                    <a:pt x="549033" y="401819"/>
                    <a:pt x="548218" y="396548"/>
                  </a:cubicBezTo>
                  <a:cubicBezTo>
                    <a:pt x="546970" y="388499"/>
                    <a:pt x="544620" y="382271"/>
                    <a:pt x="541310" y="378581"/>
                  </a:cubicBezTo>
                  <a:cubicBezTo>
                    <a:pt x="536801" y="373551"/>
                    <a:pt x="529414" y="370676"/>
                    <a:pt x="521067" y="370676"/>
                  </a:cubicBezTo>
                  <a:cubicBezTo>
                    <a:pt x="517806" y="370676"/>
                    <a:pt x="514640" y="371107"/>
                    <a:pt x="511618" y="371922"/>
                  </a:cubicBezTo>
                  <a:cubicBezTo>
                    <a:pt x="506293" y="373407"/>
                    <a:pt x="501640" y="376090"/>
                    <a:pt x="498426" y="379683"/>
                  </a:cubicBezTo>
                  <a:cubicBezTo>
                    <a:pt x="494397" y="384139"/>
                    <a:pt x="492574" y="389122"/>
                    <a:pt x="492574" y="395398"/>
                  </a:cubicBezTo>
                  <a:cubicBezTo>
                    <a:pt x="492574" y="401579"/>
                    <a:pt x="494157" y="406514"/>
                    <a:pt x="497371" y="410395"/>
                  </a:cubicBezTo>
                  <a:cubicBezTo>
                    <a:pt x="498331" y="411545"/>
                    <a:pt x="499386" y="412647"/>
                    <a:pt x="500537" y="413605"/>
                  </a:cubicBezTo>
                  <a:cubicBezTo>
                    <a:pt x="508548" y="420313"/>
                    <a:pt x="520828" y="422708"/>
                    <a:pt x="533731" y="425343"/>
                  </a:cubicBezTo>
                  <a:cubicBezTo>
                    <a:pt x="543613" y="427308"/>
                    <a:pt x="553830" y="429368"/>
                    <a:pt x="563232" y="433536"/>
                  </a:cubicBezTo>
                  <a:cubicBezTo>
                    <a:pt x="573353" y="437992"/>
                    <a:pt x="581843" y="443598"/>
                    <a:pt x="588415" y="450209"/>
                  </a:cubicBezTo>
                  <a:cubicBezTo>
                    <a:pt x="595130" y="456965"/>
                    <a:pt x="600407" y="465014"/>
                    <a:pt x="604149" y="474405"/>
                  </a:cubicBezTo>
                  <a:cubicBezTo>
                    <a:pt x="607698" y="483412"/>
                    <a:pt x="609473" y="493234"/>
                    <a:pt x="609473" y="503583"/>
                  </a:cubicBezTo>
                  <a:cubicBezTo>
                    <a:pt x="609473" y="526293"/>
                    <a:pt x="602038" y="545554"/>
                    <a:pt x="587408" y="560885"/>
                  </a:cubicBezTo>
                  <a:cubicBezTo>
                    <a:pt x="577382" y="571426"/>
                    <a:pt x="564383" y="578996"/>
                    <a:pt x="549465" y="583116"/>
                  </a:cubicBezTo>
                  <a:lnTo>
                    <a:pt x="549465" y="596532"/>
                  </a:lnTo>
                  <a:cubicBezTo>
                    <a:pt x="549465" y="602425"/>
                    <a:pt x="544668" y="607216"/>
                    <a:pt x="538816" y="607216"/>
                  </a:cubicBezTo>
                  <a:lnTo>
                    <a:pt x="503991" y="607216"/>
                  </a:lnTo>
                  <a:cubicBezTo>
                    <a:pt x="498139" y="607216"/>
                    <a:pt x="493342" y="602425"/>
                    <a:pt x="493342" y="596532"/>
                  </a:cubicBezTo>
                  <a:lnTo>
                    <a:pt x="493342" y="582829"/>
                  </a:lnTo>
                  <a:cubicBezTo>
                    <a:pt x="486482" y="580960"/>
                    <a:pt x="479959" y="578421"/>
                    <a:pt x="473819" y="575259"/>
                  </a:cubicBezTo>
                  <a:cubicBezTo>
                    <a:pt x="463026" y="569701"/>
                    <a:pt x="453672" y="560837"/>
                    <a:pt x="446045" y="548907"/>
                  </a:cubicBezTo>
                  <a:cubicBezTo>
                    <a:pt x="438514" y="537073"/>
                    <a:pt x="434101" y="522700"/>
                    <a:pt x="432950" y="506170"/>
                  </a:cubicBezTo>
                  <a:cubicBezTo>
                    <a:pt x="432566" y="500660"/>
                    <a:pt x="436403" y="495821"/>
                    <a:pt x="441776" y="494863"/>
                  </a:cubicBezTo>
                  <a:lnTo>
                    <a:pt x="475354" y="489018"/>
                  </a:lnTo>
                  <a:cubicBezTo>
                    <a:pt x="475977" y="488922"/>
                    <a:pt x="476553" y="488826"/>
                    <a:pt x="477224" y="488826"/>
                  </a:cubicBezTo>
                  <a:cubicBezTo>
                    <a:pt x="482405" y="488826"/>
                    <a:pt x="487010" y="492659"/>
                    <a:pt x="487777" y="497977"/>
                  </a:cubicBezTo>
                  <a:cubicBezTo>
                    <a:pt x="489984" y="513501"/>
                    <a:pt x="493726" y="520927"/>
                    <a:pt x="496412" y="524377"/>
                  </a:cubicBezTo>
                  <a:cubicBezTo>
                    <a:pt x="502216" y="531851"/>
                    <a:pt x="512001" y="536307"/>
                    <a:pt x="522602" y="536307"/>
                  </a:cubicBezTo>
                  <a:cubicBezTo>
                    <a:pt x="524473" y="536307"/>
                    <a:pt x="526248" y="536163"/>
                    <a:pt x="528071" y="535923"/>
                  </a:cubicBezTo>
                  <a:cubicBezTo>
                    <a:pt x="535458" y="534774"/>
                    <a:pt x="542078" y="531324"/>
                    <a:pt x="546539" y="526197"/>
                  </a:cubicBezTo>
                  <a:cubicBezTo>
                    <a:pt x="551335" y="520735"/>
                    <a:pt x="553686" y="513884"/>
                    <a:pt x="553686" y="505452"/>
                  </a:cubicBezTo>
                  <a:cubicBezTo>
                    <a:pt x="553686" y="498696"/>
                    <a:pt x="552247" y="493378"/>
                    <a:pt x="549273" y="489784"/>
                  </a:cubicBezTo>
                  <a:cubicBezTo>
                    <a:pt x="543037" y="482119"/>
                    <a:pt x="530805" y="478477"/>
                    <a:pt x="519724" y="475986"/>
                  </a:cubicBezTo>
                  <a:cubicBezTo>
                    <a:pt x="502983" y="472249"/>
                    <a:pt x="487825" y="468416"/>
                    <a:pt x="472140" y="459648"/>
                  </a:cubicBezTo>
                  <a:cubicBezTo>
                    <a:pt x="461107" y="453467"/>
                    <a:pt x="452473" y="444748"/>
                    <a:pt x="446429" y="433824"/>
                  </a:cubicBezTo>
                  <a:cubicBezTo>
                    <a:pt x="443503" y="428458"/>
                    <a:pt x="441344" y="422804"/>
                    <a:pt x="439857" y="416767"/>
                  </a:cubicBezTo>
                  <a:cubicBezTo>
                    <a:pt x="438370" y="410730"/>
                    <a:pt x="437603" y="404310"/>
                    <a:pt x="437603" y="397602"/>
                  </a:cubicBezTo>
                  <a:cubicBezTo>
                    <a:pt x="437603" y="373982"/>
                    <a:pt x="446237" y="354434"/>
                    <a:pt x="463218" y="339629"/>
                  </a:cubicBezTo>
                  <a:cubicBezTo>
                    <a:pt x="471276" y="332538"/>
                    <a:pt x="481494" y="327220"/>
                    <a:pt x="493198" y="323962"/>
                  </a:cubicBezTo>
                  <a:lnTo>
                    <a:pt x="493198" y="307624"/>
                  </a:lnTo>
                  <a:cubicBezTo>
                    <a:pt x="493198" y="301731"/>
                    <a:pt x="497995" y="296940"/>
                    <a:pt x="503895" y="296940"/>
                  </a:cubicBezTo>
                  <a:close/>
                  <a:moveTo>
                    <a:pt x="382097" y="246415"/>
                  </a:moveTo>
                  <a:lnTo>
                    <a:pt x="489125" y="246415"/>
                  </a:lnTo>
                  <a:cubicBezTo>
                    <a:pt x="501454" y="246415"/>
                    <a:pt x="511528" y="256478"/>
                    <a:pt x="511528" y="268793"/>
                  </a:cubicBezTo>
                  <a:lnTo>
                    <a:pt x="511528" y="276891"/>
                  </a:lnTo>
                  <a:lnTo>
                    <a:pt x="503852" y="276891"/>
                  </a:lnTo>
                  <a:cubicBezTo>
                    <a:pt x="486870" y="276891"/>
                    <a:pt x="473150" y="290643"/>
                    <a:pt x="473150" y="307558"/>
                  </a:cubicBezTo>
                  <a:lnTo>
                    <a:pt x="473150" y="309858"/>
                  </a:lnTo>
                  <a:cubicBezTo>
                    <a:pt x="464515" y="313692"/>
                    <a:pt x="456743" y="318627"/>
                    <a:pt x="449979" y="324521"/>
                  </a:cubicBezTo>
                  <a:cubicBezTo>
                    <a:pt x="439281" y="333769"/>
                    <a:pt x="431126" y="344838"/>
                    <a:pt x="425657" y="357105"/>
                  </a:cubicBezTo>
                  <a:cubicBezTo>
                    <a:pt x="420284" y="369276"/>
                    <a:pt x="417549" y="382885"/>
                    <a:pt x="417549" y="397452"/>
                  </a:cubicBezTo>
                  <a:cubicBezTo>
                    <a:pt x="417549" y="404112"/>
                    <a:pt x="418173" y="410486"/>
                    <a:pt x="419324" y="416619"/>
                  </a:cubicBezTo>
                  <a:lnTo>
                    <a:pt x="382097" y="416619"/>
                  </a:lnTo>
                  <a:cubicBezTo>
                    <a:pt x="369768" y="416619"/>
                    <a:pt x="359742" y="406604"/>
                    <a:pt x="359742" y="394289"/>
                  </a:cubicBezTo>
                  <a:lnTo>
                    <a:pt x="359742" y="268793"/>
                  </a:lnTo>
                  <a:cubicBezTo>
                    <a:pt x="359742" y="256478"/>
                    <a:pt x="369768" y="246415"/>
                    <a:pt x="382097" y="246415"/>
                  </a:cubicBezTo>
                  <a:close/>
                  <a:moveTo>
                    <a:pt x="22403" y="117844"/>
                  </a:moveTo>
                  <a:lnTo>
                    <a:pt x="129383" y="117844"/>
                  </a:lnTo>
                  <a:cubicBezTo>
                    <a:pt x="141760" y="117844"/>
                    <a:pt x="151786" y="127905"/>
                    <a:pt x="151786" y="140217"/>
                  </a:cubicBezTo>
                  <a:lnTo>
                    <a:pt x="151786" y="394316"/>
                  </a:lnTo>
                  <a:cubicBezTo>
                    <a:pt x="151786" y="406629"/>
                    <a:pt x="141760" y="416689"/>
                    <a:pt x="129335" y="416689"/>
                  </a:cubicBezTo>
                  <a:lnTo>
                    <a:pt x="22403" y="416689"/>
                  </a:lnTo>
                  <a:cubicBezTo>
                    <a:pt x="10026" y="416689"/>
                    <a:pt x="0" y="406629"/>
                    <a:pt x="0" y="394316"/>
                  </a:cubicBezTo>
                  <a:lnTo>
                    <a:pt x="0" y="140217"/>
                  </a:lnTo>
                  <a:cubicBezTo>
                    <a:pt x="0" y="127905"/>
                    <a:pt x="10026" y="117844"/>
                    <a:pt x="22403" y="117844"/>
                  </a:cubicBezTo>
                  <a:close/>
                  <a:moveTo>
                    <a:pt x="202271" y="0"/>
                  </a:moveTo>
                  <a:lnTo>
                    <a:pt x="309187" y="0"/>
                  </a:lnTo>
                  <a:cubicBezTo>
                    <a:pt x="321562" y="0"/>
                    <a:pt x="331587" y="10012"/>
                    <a:pt x="331587" y="22371"/>
                  </a:cubicBezTo>
                  <a:lnTo>
                    <a:pt x="331587" y="394296"/>
                  </a:lnTo>
                  <a:cubicBezTo>
                    <a:pt x="331587" y="406607"/>
                    <a:pt x="321562" y="416619"/>
                    <a:pt x="309187" y="416619"/>
                  </a:cubicBezTo>
                  <a:lnTo>
                    <a:pt x="202271" y="416619"/>
                  </a:lnTo>
                  <a:cubicBezTo>
                    <a:pt x="189944" y="416619"/>
                    <a:pt x="179871" y="406607"/>
                    <a:pt x="179871" y="394296"/>
                  </a:cubicBezTo>
                  <a:lnTo>
                    <a:pt x="179871" y="22371"/>
                  </a:lnTo>
                  <a:cubicBezTo>
                    <a:pt x="179871" y="10012"/>
                    <a:pt x="189944" y="0"/>
                    <a:pt x="202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3" name="iṧḻîdê"/>
            <p:cNvSpPr/>
            <p:nvPr/>
          </p:nvSpPr>
          <p:spPr>
            <a:xfrm>
              <a:off x="5250537" y="1627800"/>
              <a:ext cx="1702138" cy="1702139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2000" b="1" dirty="0"/>
                <a:t>Text</a:t>
              </a:r>
              <a:endParaRPr sz="2000" b="1" dirty="0"/>
            </a:p>
          </p:txBody>
        </p:sp>
        <p:sp>
          <p:nvSpPr>
            <p:cNvPr id="14" name="îsḻiḓè"/>
            <p:cNvSpPr/>
            <p:nvPr/>
          </p:nvSpPr>
          <p:spPr>
            <a:xfrm rot="5400000" flipV="1">
              <a:off x="4146045" y="2740487"/>
              <a:ext cx="1702138" cy="1702139"/>
            </a:xfrm>
            <a:prstGeom prst="diamond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5" name="iṡḷiḋè"/>
            <p:cNvSpPr/>
            <p:nvPr/>
          </p:nvSpPr>
          <p:spPr bwMode="auto">
            <a:xfrm>
              <a:off x="4678601" y="3274225"/>
              <a:ext cx="637025" cy="634664"/>
            </a:xfrm>
            <a:custGeom>
              <a:avLst/>
              <a:gdLst>
                <a:gd name="connsiteX0" fmla="*/ 503895 w 609473"/>
                <a:gd name="connsiteY0" fmla="*/ 296940 h 607216"/>
                <a:gd name="connsiteX1" fmla="*/ 511570 w 609473"/>
                <a:gd name="connsiteY1" fmla="*/ 296940 h 607216"/>
                <a:gd name="connsiteX2" fmla="*/ 538816 w 609473"/>
                <a:gd name="connsiteY2" fmla="*/ 296940 h 607216"/>
                <a:gd name="connsiteX3" fmla="*/ 549465 w 609473"/>
                <a:gd name="connsiteY3" fmla="*/ 307624 h 607216"/>
                <a:gd name="connsiteX4" fmla="*/ 549465 w 609473"/>
                <a:gd name="connsiteY4" fmla="*/ 324202 h 607216"/>
                <a:gd name="connsiteX5" fmla="*/ 577094 w 609473"/>
                <a:gd name="connsiteY5" fmla="*/ 338384 h 607216"/>
                <a:gd name="connsiteX6" fmla="*/ 603717 w 609473"/>
                <a:gd name="connsiteY6" fmla="*/ 388308 h 607216"/>
                <a:gd name="connsiteX7" fmla="*/ 594699 w 609473"/>
                <a:gd name="connsiteY7" fmla="*/ 400381 h 607216"/>
                <a:gd name="connsiteX8" fmla="*/ 560353 w 609473"/>
                <a:gd name="connsiteY8" fmla="*/ 405460 h 607216"/>
                <a:gd name="connsiteX9" fmla="*/ 558771 w 609473"/>
                <a:gd name="connsiteY9" fmla="*/ 405604 h 607216"/>
                <a:gd name="connsiteX10" fmla="*/ 548218 w 609473"/>
                <a:gd name="connsiteY10" fmla="*/ 396548 h 607216"/>
                <a:gd name="connsiteX11" fmla="*/ 541310 w 609473"/>
                <a:gd name="connsiteY11" fmla="*/ 378581 h 607216"/>
                <a:gd name="connsiteX12" fmla="*/ 521067 w 609473"/>
                <a:gd name="connsiteY12" fmla="*/ 370676 h 607216"/>
                <a:gd name="connsiteX13" fmla="*/ 511618 w 609473"/>
                <a:gd name="connsiteY13" fmla="*/ 371922 h 607216"/>
                <a:gd name="connsiteX14" fmla="*/ 498426 w 609473"/>
                <a:gd name="connsiteY14" fmla="*/ 379683 h 607216"/>
                <a:gd name="connsiteX15" fmla="*/ 492574 w 609473"/>
                <a:gd name="connsiteY15" fmla="*/ 395398 h 607216"/>
                <a:gd name="connsiteX16" fmla="*/ 497371 w 609473"/>
                <a:gd name="connsiteY16" fmla="*/ 410395 h 607216"/>
                <a:gd name="connsiteX17" fmla="*/ 500537 w 609473"/>
                <a:gd name="connsiteY17" fmla="*/ 413605 h 607216"/>
                <a:gd name="connsiteX18" fmla="*/ 533731 w 609473"/>
                <a:gd name="connsiteY18" fmla="*/ 425343 h 607216"/>
                <a:gd name="connsiteX19" fmla="*/ 563232 w 609473"/>
                <a:gd name="connsiteY19" fmla="*/ 433536 h 607216"/>
                <a:gd name="connsiteX20" fmla="*/ 588415 w 609473"/>
                <a:gd name="connsiteY20" fmla="*/ 450209 h 607216"/>
                <a:gd name="connsiteX21" fmla="*/ 604149 w 609473"/>
                <a:gd name="connsiteY21" fmla="*/ 474405 h 607216"/>
                <a:gd name="connsiteX22" fmla="*/ 609473 w 609473"/>
                <a:gd name="connsiteY22" fmla="*/ 503583 h 607216"/>
                <a:gd name="connsiteX23" fmla="*/ 587408 w 609473"/>
                <a:gd name="connsiteY23" fmla="*/ 560885 h 607216"/>
                <a:gd name="connsiteX24" fmla="*/ 549465 w 609473"/>
                <a:gd name="connsiteY24" fmla="*/ 583116 h 607216"/>
                <a:gd name="connsiteX25" fmla="*/ 549465 w 609473"/>
                <a:gd name="connsiteY25" fmla="*/ 596532 h 607216"/>
                <a:gd name="connsiteX26" fmla="*/ 538816 w 609473"/>
                <a:gd name="connsiteY26" fmla="*/ 607216 h 607216"/>
                <a:gd name="connsiteX27" fmla="*/ 503991 w 609473"/>
                <a:gd name="connsiteY27" fmla="*/ 607216 h 607216"/>
                <a:gd name="connsiteX28" fmla="*/ 493342 w 609473"/>
                <a:gd name="connsiteY28" fmla="*/ 596532 h 607216"/>
                <a:gd name="connsiteX29" fmla="*/ 493342 w 609473"/>
                <a:gd name="connsiteY29" fmla="*/ 582829 h 607216"/>
                <a:gd name="connsiteX30" fmla="*/ 473819 w 609473"/>
                <a:gd name="connsiteY30" fmla="*/ 575259 h 607216"/>
                <a:gd name="connsiteX31" fmla="*/ 446045 w 609473"/>
                <a:gd name="connsiteY31" fmla="*/ 548907 h 607216"/>
                <a:gd name="connsiteX32" fmla="*/ 432950 w 609473"/>
                <a:gd name="connsiteY32" fmla="*/ 506170 h 607216"/>
                <a:gd name="connsiteX33" fmla="*/ 441776 w 609473"/>
                <a:gd name="connsiteY33" fmla="*/ 494863 h 607216"/>
                <a:gd name="connsiteX34" fmla="*/ 475354 w 609473"/>
                <a:gd name="connsiteY34" fmla="*/ 489018 h 607216"/>
                <a:gd name="connsiteX35" fmla="*/ 477224 w 609473"/>
                <a:gd name="connsiteY35" fmla="*/ 488826 h 607216"/>
                <a:gd name="connsiteX36" fmla="*/ 487777 w 609473"/>
                <a:gd name="connsiteY36" fmla="*/ 497977 h 607216"/>
                <a:gd name="connsiteX37" fmla="*/ 496412 w 609473"/>
                <a:gd name="connsiteY37" fmla="*/ 524377 h 607216"/>
                <a:gd name="connsiteX38" fmla="*/ 522602 w 609473"/>
                <a:gd name="connsiteY38" fmla="*/ 536307 h 607216"/>
                <a:gd name="connsiteX39" fmla="*/ 528071 w 609473"/>
                <a:gd name="connsiteY39" fmla="*/ 535923 h 607216"/>
                <a:gd name="connsiteX40" fmla="*/ 546539 w 609473"/>
                <a:gd name="connsiteY40" fmla="*/ 526197 h 607216"/>
                <a:gd name="connsiteX41" fmla="*/ 553686 w 609473"/>
                <a:gd name="connsiteY41" fmla="*/ 505452 h 607216"/>
                <a:gd name="connsiteX42" fmla="*/ 549273 w 609473"/>
                <a:gd name="connsiteY42" fmla="*/ 489784 h 607216"/>
                <a:gd name="connsiteX43" fmla="*/ 519724 w 609473"/>
                <a:gd name="connsiteY43" fmla="*/ 475986 h 607216"/>
                <a:gd name="connsiteX44" fmla="*/ 472140 w 609473"/>
                <a:gd name="connsiteY44" fmla="*/ 459648 h 607216"/>
                <a:gd name="connsiteX45" fmla="*/ 446429 w 609473"/>
                <a:gd name="connsiteY45" fmla="*/ 433824 h 607216"/>
                <a:gd name="connsiteX46" fmla="*/ 439857 w 609473"/>
                <a:gd name="connsiteY46" fmla="*/ 416767 h 607216"/>
                <a:gd name="connsiteX47" fmla="*/ 437603 w 609473"/>
                <a:gd name="connsiteY47" fmla="*/ 397602 h 607216"/>
                <a:gd name="connsiteX48" fmla="*/ 463218 w 609473"/>
                <a:gd name="connsiteY48" fmla="*/ 339629 h 607216"/>
                <a:gd name="connsiteX49" fmla="*/ 493198 w 609473"/>
                <a:gd name="connsiteY49" fmla="*/ 323962 h 607216"/>
                <a:gd name="connsiteX50" fmla="*/ 493198 w 609473"/>
                <a:gd name="connsiteY50" fmla="*/ 307624 h 607216"/>
                <a:gd name="connsiteX51" fmla="*/ 503895 w 609473"/>
                <a:gd name="connsiteY51" fmla="*/ 296940 h 607216"/>
                <a:gd name="connsiteX52" fmla="*/ 382097 w 609473"/>
                <a:gd name="connsiteY52" fmla="*/ 246415 h 607216"/>
                <a:gd name="connsiteX53" fmla="*/ 489125 w 609473"/>
                <a:gd name="connsiteY53" fmla="*/ 246415 h 607216"/>
                <a:gd name="connsiteX54" fmla="*/ 511528 w 609473"/>
                <a:gd name="connsiteY54" fmla="*/ 268793 h 607216"/>
                <a:gd name="connsiteX55" fmla="*/ 511528 w 609473"/>
                <a:gd name="connsiteY55" fmla="*/ 276891 h 607216"/>
                <a:gd name="connsiteX56" fmla="*/ 503852 w 609473"/>
                <a:gd name="connsiteY56" fmla="*/ 276891 h 607216"/>
                <a:gd name="connsiteX57" fmla="*/ 473150 w 609473"/>
                <a:gd name="connsiteY57" fmla="*/ 307558 h 607216"/>
                <a:gd name="connsiteX58" fmla="*/ 473150 w 609473"/>
                <a:gd name="connsiteY58" fmla="*/ 309858 h 607216"/>
                <a:gd name="connsiteX59" fmla="*/ 449979 w 609473"/>
                <a:gd name="connsiteY59" fmla="*/ 324521 h 607216"/>
                <a:gd name="connsiteX60" fmla="*/ 425657 w 609473"/>
                <a:gd name="connsiteY60" fmla="*/ 357105 h 607216"/>
                <a:gd name="connsiteX61" fmla="*/ 417549 w 609473"/>
                <a:gd name="connsiteY61" fmla="*/ 397452 h 607216"/>
                <a:gd name="connsiteX62" fmla="*/ 419324 w 609473"/>
                <a:gd name="connsiteY62" fmla="*/ 416619 h 607216"/>
                <a:gd name="connsiteX63" fmla="*/ 382097 w 609473"/>
                <a:gd name="connsiteY63" fmla="*/ 416619 h 607216"/>
                <a:gd name="connsiteX64" fmla="*/ 359742 w 609473"/>
                <a:gd name="connsiteY64" fmla="*/ 394289 h 607216"/>
                <a:gd name="connsiteX65" fmla="*/ 359742 w 609473"/>
                <a:gd name="connsiteY65" fmla="*/ 268793 h 607216"/>
                <a:gd name="connsiteX66" fmla="*/ 382097 w 609473"/>
                <a:gd name="connsiteY66" fmla="*/ 246415 h 607216"/>
                <a:gd name="connsiteX67" fmla="*/ 22403 w 609473"/>
                <a:gd name="connsiteY67" fmla="*/ 117844 h 607216"/>
                <a:gd name="connsiteX68" fmla="*/ 129383 w 609473"/>
                <a:gd name="connsiteY68" fmla="*/ 117844 h 607216"/>
                <a:gd name="connsiteX69" fmla="*/ 151786 w 609473"/>
                <a:gd name="connsiteY69" fmla="*/ 140217 h 607216"/>
                <a:gd name="connsiteX70" fmla="*/ 151786 w 609473"/>
                <a:gd name="connsiteY70" fmla="*/ 394316 h 607216"/>
                <a:gd name="connsiteX71" fmla="*/ 129335 w 609473"/>
                <a:gd name="connsiteY71" fmla="*/ 416689 h 607216"/>
                <a:gd name="connsiteX72" fmla="*/ 22403 w 609473"/>
                <a:gd name="connsiteY72" fmla="*/ 416689 h 607216"/>
                <a:gd name="connsiteX73" fmla="*/ 0 w 609473"/>
                <a:gd name="connsiteY73" fmla="*/ 394316 h 607216"/>
                <a:gd name="connsiteX74" fmla="*/ 0 w 609473"/>
                <a:gd name="connsiteY74" fmla="*/ 140217 h 607216"/>
                <a:gd name="connsiteX75" fmla="*/ 22403 w 609473"/>
                <a:gd name="connsiteY75" fmla="*/ 117844 h 607216"/>
                <a:gd name="connsiteX76" fmla="*/ 202271 w 609473"/>
                <a:gd name="connsiteY76" fmla="*/ 0 h 607216"/>
                <a:gd name="connsiteX77" fmla="*/ 309187 w 609473"/>
                <a:gd name="connsiteY77" fmla="*/ 0 h 607216"/>
                <a:gd name="connsiteX78" fmla="*/ 331587 w 609473"/>
                <a:gd name="connsiteY78" fmla="*/ 22371 h 607216"/>
                <a:gd name="connsiteX79" fmla="*/ 331587 w 609473"/>
                <a:gd name="connsiteY79" fmla="*/ 394296 h 607216"/>
                <a:gd name="connsiteX80" fmla="*/ 309187 w 609473"/>
                <a:gd name="connsiteY80" fmla="*/ 416619 h 607216"/>
                <a:gd name="connsiteX81" fmla="*/ 202271 w 609473"/>
                <a:gd name="connsiteY81" fmla="*/ 416619 h 607216"/>
                <a:gd name="connsiteX82" fmla="*/ 179871 w 609473"/>
                <a:gd name="connsiteY82" fmla="*/ 394296 h 607216"/>
                <a:gd name="connsiteX83" fmla="*/ 179871 w 609473"/>
                <a:gd name="connsiteY83" fmla="*/ 22371 h 607216"/>
                <a:gd name="connsiteX84" fmla="*/ 202271 w 609473"/>
                <a:gd name="connsiteY84" fmla="*/ 0 h 60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09473" h="607216">
                  <a:moveTo>
                    <a:pt x="503895" y="296940"/>
                  </a:moveTo>
                  <a:lnTo>
                    <a:pt x="511570" y="296940"/>
                  </a:lnTo>
                  <a:lnTo>
                    <a:pt x="538816" y="296940"/>
                  </a:lnTo>
                  <a:cubicBezTo>
                    <a:pt x="544668" y="296940"/>
                    <a:pt x="549465" y="301731"/>
                    <a:pt x="549465" y="307624"/>
                  </a:cubicBezTo>
                  <a:lnTo>
                    <a:pt x="549465" y="324202"/>
                  </a:lnTo>
                  <a:cubicBezTo>
                    <a:pt x="560114" y="327268"/>
                    <a:pt x="569563" y="332155"/>
                    <a:pt x="577094" y="338384"/>
                  </a:cubicBezTo>
                  <a:cubicBezTo>
                    <a:pt x="591821" y="350601"/>
                    <a:pt x="600791" y="367418"/>
                    <a:pt x="603717" y="388308"/>
                  </a:cubicBezTo>
                  <a:cubicBezTo>
                    <a:pt x="604532" y="394105"/>
                    <a:pt x="600503" y="399471"/>
                    <a:pt x="594699" y="400381"/>
                  </a:cubicBezTo>
                  <a:lnTo>
                    <a:pt x="560353" y="405460"/>
                  </a:lnTo>
                  <a:cubicBezTo>
                    <a:pt x="559826" y="405556"/>
                    <a:pt x="559250" y="405604"/>
                    <a:pt x="558771" y="405604"/>
                  </a:cubicBezTo>
                  <a:cubicBezTo>
                    <a:pt x="553590" y="405604"/>
                    <a:pt x="549033" y="401819"/>
                    <a:pt x="548218" y="396548"/>
                  </a:cubicBezTo>
                  <a:cubicBezTo>
                    <a:pt x="546970" y="388499"/>
                    <a:pt x="544620" y="382271"/>
                    <a:pt x="541310" y="378581"/>
                  </a:cubicBezTo>
                  <a:cubicBezTo>
                    <a:pt x="536801" y="373551"/>
                    <a:pt x="529414" y="370676"/>
                    <a:pt x="521067" y="370676"/>
                  </a:cubicBezTo>
                  <a:cubicBezTo>
                    <a:pt x="517806" y="370676"/>
                    <a:pt x="514640" y="371107"/>
                    <a:pt x="511618" y="371922"/>
                  </a:cubicBezTo>
                  <a:cubicBezTo>
                    <a:pt x="506293" y="373407"/>
                    <a:pt x="501640" y="376090"/>
                    <a:pt x="498426" y="379683"/>
                  </a:cubicBezTo>
                  <a:cubicBezTo>
                    <a:pt x="494397" y="384139"/>
                    <a:pt x="492574" y="389122"/>
                    <a:pt x="492574" y="395398"/>
                  </a:cubicBezTo>
                  <a:cubicBezTo>
                    <a:pt x="492574" y="401579"/>
                    <a:pt x="494157" y="406514"/>
                    <a:pt x="497371" y="410395"/>
                  </a:cubicBezTo>
                  <a:cubicBezTo>
                    <a:pt x="498331" y="411545"/>
                    <a:pt x="499386" y="412647"/>
                    <a:pt x="500537" y="413605"/>
                  </a:cubicBezTo>
                  <a:cubicBezTo>
                    <a:pt x="508548" y="420313"/>
                    <a:pt x="520828" y="422708"/>
                    <a:pt x="533731" y="425343"/>
                  </a:cubicBezTo>
                  <a:cubicBezTo>
                    <a:pt x="543613" y="427308"/>
                    <a:pt x="553830" y="429368"/>
                    <a:pt x="563232" y="433536"/>
                  </a:cubicBezTo>
                  <a:cubicBezTo>
                    <a:pt x="573353" y="437992"/>
                    <a:pt x="581843" y="443598"/>
                    <a:pt x="588415" y="450209"/>
                  </a:cubicBezTo>
                  <a:cubicBezTo>
                    <a:pt x="595130" y="456965"/>
                    <a:pt x="600407" y="465014"/>
                    <a:pt x="604149" y="474405"/>
                  </a:cubicBezTo>
                  <a:cubicBezTo>
                    <a:pt x="607698" y="483412"/>
                    <a:pt x="609473" y="493234"/>
                    <a:pt x="609473" y="503583"/>
                  </a:cubicBezTo>
                  <a:cubicBezTo>
                    <a:pt x="609473" y="526293"/>
                    <a:pt x="602038" y="545554"/>
                    <a:pt x="587408" y="560885"/>
                  </a:cubicBezTo>
                  <a:cubicBezTo>
                    <a:pt x="577382" y="571426"/>
                    <a:pt x="564383" y="578996"/>
                    <a:pt x="549465" y="583116"/>
                  </a:cubicBezTo>
                  <a:lnTo>
                    <a:pt x="549465" y="596532"/>
                  </a:lnTo>
                  <a:cubicBezTo>
                    <a:pt x="549465" y="602425"/>
                    <a:pt x="544668" y="607216"/>
                    <a:pt x="538816" y="607216"/>
                  </a:cubicBezTo>
                  <a:lnTo>
                    <a:pt x="503991" y="607216"/>
                  </a:lnTo>
                  <a:cubicBezTo>
                    <a:pt x="498139" y="607216"/>
                    <a:pt x="493342" y="602425"/>
                    <a:pt x="493342" y="596532"/>
                  </a:cubicBezTo>
                  <a:lnTo>
                    <a:pt x="493342" y="582829"/>
                  </a:lnTo>
                  <a:cubicBezTo>
                    <a:pt x="486482" y="580960"/>
                    <a:pt x="479959" y="578421"/>
                    <a:pt x="473819" y="575259"/>
                  </a:cubicBezTo>
                  <a:cubicBezTo>
                    <a:pt x="463026" y="569701"/>
                    <a:pt x="453672" y="560837"/>
                    <a:pt x="446045" y="548907"/>
                  </a:cubicBezTo>
                  <a:cubicBezTo>
                    <a:pt x="438514" y="537073"/>
                    <a:pt x="434101" y="522700"/>
                    <a:pt x="432950" y="506170"/>
                  </a:cubicBezTo>
                  <a:cubicBezTo>
                    <a:pt x="432566" y="500660"/>
                    <a:pt x="436403" y="495821"/>
                    <a:pt x="441776" y="494863"/>
                  </a:cubicBezTo>
                  <a:lnTo>
                    <a:pt x="475354" y="489018"/>
                  </a:lnTo>
                  <a:cubicBezTo>
                    <a:pt x="475977" y="488922"/>
                    <a:pt x="476553" y="488826"/>
                    <a:pt x="477224" y="488826"/>
                  </a:cubicBezTo>
                  <a:cubicBezTo>
                    <a:pt x="482405" y="488826"/>
                    <a:pt x="487010" y="492659"/>
                    <a:pt x="487777" y="497977"/>
                  </a:cubicBezTo>
                  <a:cubicBezTo>
                    <a:pt x="489984" y="513501"/>
                    <a:pt x="493726" y="520927"/>
                    <a:pt x="496412" y="524377"/>
                  </a:cubicBezTo>
                  <a:cubicBezTo>
                    <a:pt x="502216" y="531851"/>
                    <a:pt x="512001" y="536307"/>
                    <a:pt x="522602" y="536307"/>
                  </a:cubicBezTo>
                  <a:cubicBezTo>
                    <a:pt x="524473" y="536307"/>
                    <a:pt x="526248" y="536163"/>
                    <a:pt x="528071" y="535923"/>
                  </a:cubicBezTo>
                  <a:cubicBezTo>
                    <a:pt x="535458" y="534774"/>
                    <a:pt x="542078" y="531324"/>
                    <a:pt x="546539" y="526197"/>
                  </a:cubicBezTo>
                  <a:cubicBezTo>
                    <a:pt x="551335" y="520735"/>
                    <a:pt x="553686" y="513884"/>
                    <a:pt x="553686" y="505452"/>
                  </a:cubicBezTo>
                  <a:cubicBezTo>
                    <a:pt x="553686" y="498696"/>
                    <a:pt x="552247" y="493378"/>
                    <a:pt x="549273" y="489784"/>
                  </a:cubicBezTo>
                  <a:cubicBezTo>
                    <a:pt x="543037" y="482119"/>
                    <a:pt x="530805" y="478477"/>
                    <a:pt x="519724" y="475986"/>
                  </a:cubicBezTo>
                  <a:cubicBezTo>
                    <a:pt x="502983" y="472249"/>
                    <a:pt x="487825" y="468416"/>
                    <a:pt x="472140" y="459648"/>
                  </a:cubicBezTo>
                  <a:cubicBezTo>
                    <a:pt x="461107" y="453467"/>
                    <a:pt x="452473" y="444748"/>
                    <a:pt x="446429" y="433824"/>
                  </a:cubicBezTo>
                  <a:cubicBezTo>
                    <a:pt x="443503" y="428458"/>
                    <a:pt x="441344" y="422804"/>
                    <a:pt x="439857" y="416767"/>
                  </a:cubicBezTo>
                  <a:cubicBezTo>
                    <a:pt x="438370" y="410730"/>
                    <a:pt x="437603" y="404310"/>
                    <a:pt x="437603" y="397602"/>
                  </a:cubicBezTo>
                  <a:cubicBezTo>
                    <a:pt x="437603" y="373982"/>
                    <a:pt x="446237" y="354434"/>
                    <a:pt x="463218" y="339629"/>
                  </a:cubicBezTo>
                  <a:cubicBezTo>
                    <a:pt x="471276" y="332538"/>
                    <a:pt x="481494" y="327220"/>
                    <a:pt x="493198" y="323962"/>
                  </a:cubicBezTo>
                  <a:lnTo>
                    <a:pt x="493198" y="307624"/>
                  </a:lnTo>
                  <a:cubicBezTo>
                    <a:pt x="493198" y="301731"/>
                    <a:pt x="497995" y="296940"/>
                    <a:pt x="503895" y="296940"/>
                  </a:cubicBezTo>
                  <a:close/>
                  <a:moveTo>
                    <a:pt x="382097" y="246415"/>
                  </a:moveTo>
                  <a:lnTo>
                    <a:pt x="489125" y="246415"/>
                  </a:lnTo>
                  <a:cubicBezTo>
                    <a:pt x="501454" y="246415"/>
                    <a:pt x="511528" y="256478"/>
                    <a:pt x="511528" y="268793"/>
                  </a:cubicBezTo>
                  <a:lnTo>
                    <a:pt x="511528" y="276891"/>
                  </a:lnTo>
                  <a:lnTo>
                    <a:pt x="503852" y="276891"/>
                  </a:lnTo>
                  <a:cubicBezTo>
                    <a:pt x="486870" y="276891"/>
                    <a:pt x="473150" y="290643"/>
                    <a:pt x="473150" y="307558"/>
                  </a:cubicBezTo>
                  <a:lnTo>
                    <a:pt x="473150" y="309858"/>
                  </a:lnTo>
                  <a:cubicBezTo>
                    <a:pt x="464515" y="313692"/>
                    <a:pt x="456743" y="318627"/>
                    <a:pt x="449979" y="324521"/>
                  </a:cubicBezTo>
                  <a:cubicBezTo>
                    <a:pt x="439281" y="333769"/>
                    <a:pt x="431126" y="344838"/>
                    <a:pt x="425657" y="357105"/>
                  </a:cubicBezTo>
                  <a:cubicBezTo>
                    <a:pt x="420284" y="369276"/>
                    <a:pt x="417549" y="382885"/>
                    <a:pt x="417549" y="397452"/>
                  </a:cubicBezTo>
                  <a:cubicBezTo>
                    <a:pt x="417549" y="404112"/>
                    <a:pt x="418173" y="410486"/>
                    <a:pt x="419324" y="416619"/>
                  </a:cubicBezTo>
                  <a:lnTo>
                    <a:pt x="382097" y="416619"/>
                  </a:lnTo>
                  <a:cubicBezTo>
                    <a:pt x="369768" y="416619"/>
                    <a:pt x="359742" y="406604"/>
                    <a:pt x="359742" y="394289"/>
                  </a:cubicBezTo>
                  <a:lnTo>
                    <a:pt x="359742" y="268793"/>
                  </a:lnTo>
                  <a:cubicBezTo>
                    <a:pt x="359742" y="256478"/>
                    <a:pt x="369768" y="246415"/>
                    <a:pt x="382097" y="246415"/>
                  </a:cubicBezTo>
                  <a:close/>
                  <a:moveTo>
                    <a:pt x="22403" y="117844"/>
                  </a:moveTo>
                  <a:lnTo>
                    <a:pt x="129383" y="117844"/>
                  </a:lnTo>
                  <a:cubicBezTo>
                    <a:pt x="141760" y="117844"/>
                    <a:pt x="151786" y="127905"/>
                    <a:pt x="151786" y="140217"/>
                  </a:cubicBezTo>
                  <a:lnTo>
                    <a:pt x="151786" y="394316"/>
                  </a:lnTo>
                  <a:cubicBezTo>
                    <a:pt x="151786" y="406629"/>
                    <a:pt x="141760" y="416689"/>
                    <a:pt x="129335" y="416689"/>
                  </a:cubicBezTo>
                  <a:lnTo>
                    <a:pt x="22403" y="416689"/>
                  </a:lnTo>
                  <a:cubicBezTo>
                    <a:pt x="10026" y="416689"/>
                    <a:pt x="0" y="406629"/>
                    <a:pt x="0" y="394316"/>
                  </a:cubicBezTo>
                  <a:lnTo>
                    <a:pt x="0" y="140217"/>
                  </a:lnTo>
                  <a:cubicBezTo>
                    <a:pt x="0" y="127905"/>
                    <a:pt x="10026" y="117844"/>
                    <a:pt x="22403" y="117844"/>
                  </a:cubicBezTo>
                  <a:close/>
                  <a:moveTo>
                    <a:pt x="202271" y="0"/>
                  </a:moveTo>
                  <a:lnTo>
                    <a:pt x="309187" y="0"/>
                  </a:lnTo>
                  <a:cubicBezTo>
                    <a:pt x="321562" y="0"/>
                    <a:pt x="331587" y="10012"/>
                    <a:pt x="331587" y="22371"/>
                  </a:cubicBezTo>
                  <a:lnTo>
                    <a:pt x="331587" y="394296"/>
                  </a:lnTo>
                  <a:cubicBezTo>
                    <a:pt x="331587" y="406607"/>
                    <a:pt x="321562" y="416619"/>
                    <a:pt x="309187" y="416619"/>
                  </a:cubicBezTo>
                  <a:lnTo>
                    <a:pt x="202271" y="416619"/>
                  </a:lnTo>
                  <a:cubicBezTo>
                    <a:pt x="189944" y="416619"/>
                    <a:pt x="179871" y="406607"/>
                    <a:pt x="179871" y="394296"/>
                  </a:cubicBezTo>
                  <a:lnTo>
                    <a:pt x="179871" y="22371"/>
                  </a:lnTo>
                  <a:cubicBezTo>
                    <a:pt x="179871" y="10012"/>
                    <a:pt x="189944" y="0"/>
                    <a:pt x="202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6" name="ïsļîḓè"/>
            <p:cNvSpPr txBox="1"/>
            <p:nvPr/>
          </p:nvSpPr>
          <p:spPr bwMode="auto">
            <a:xfrm>
              <a:off x="4919639" y="5106925"/>
              <a:ext cx="2352722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dirty="0"/>
                <a:t>2018 Q1</a:t>
              </a:r>
              <a:endParaRPr lang="en-US" altLang="zh-CN" dirty="0"/>
            </a:p>
          </p:txBody>
        </p:sp>
        <p:sp>
          <p:nvSpPr>
            <p:cNvPr id="17" name="iṩļîḋé"/>
            <p:cNvSpPr/>
            <p:nvPr/>
          </p:nvSpPr>
          <p:spPr bwMode="auto">
            <a:xfrm>
              <a:off x="662426" y="5732680"/>
              <a:ext cx="10850558" cy="39610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3,000K</a:t>
              </a:r>
              <a:endParaRPr lang="en-US" altLang="zh-CN" sz="2000" b="1" dirty="0"/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>
              <a:off x="662426" y="2740488"/>
              <a:ext cx="4334689" cy="19119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7" idx="0"/>
            </p:cNvCxnSpPr>
            <p:nvPr/>
          </p:nvCxnSpPr>
          <p:spPr>
            <a:xfrm flipH="1">
              <a:off x="662426" y="4723365"/>
              <a:ext cx="2390338" cy="18893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9" idx="1"/>
            </p:cNvCxnSpPr>
            <p:nvPr/>
          </p:nvCxnSpPr>
          <p:spPr>
            <a:xfrm flipV="1">
              <a:off x="7194887" y="2740488"/>
              <a:ext cx="4318097" cy="1912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11" idx="0"/>
            </p:cNvCxnSpPr>
            <p:nvPr/>
          </p:nvCxnSpPr>
          <p:spPr>
            <a:xfrm flipV="1">
              <a:off x="9139239" y="4742258"/>
              <a:ext cx="2373745" cy="22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îśḷiḍè"/>
            <p:cNvSpPr txBox="1"/>
            <p:nvPr/>
          </p:nvSpPr>
          <p:spPr bwMode="auto">
            <a:xfrm>
              <a:off x="675712" y="2331802"/>
              <a:ext cx="29746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3" name="ïṧľiḑê"/>
            <p:cNvSpPr/>
            <p:nvPr/>
          </p:nvSpPr>
          <p:spPr bwMode="auto">
            <a:xfrm>
              <a:off x="675712" y="2773608"/>
              <a:ext cx="2974699" cy="96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4" name="iš1îdé"/>
            <p:cNvSpPr txBox="1"/>
            <p:nvPr/>
          </p:nvSpPr>
          <p:spPr bwMode="auto">
            <a:xfrm>
              <a:off x="675712" y="4300453"/>
              <a:ext cx="29746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5" name="iŝļide"/>
            <p:cNvSpPr/>
            <p:nvPr/>
          </p:nvSpPr>
          <p:spPr bwMode="auto">
            <a:xfrm>
              <a:off x="675712" y="4742259"/>
              <a:ext cx="2974699" cy="96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6" name="íṡḻîḑé"/>
            <p:cNvSpPr txBox="1"/>
            <p:nvPr/>
          </p:nvSpPr>
          <p:spPr bwMode="auto">
            <a:xfrm>
              <a:off x="8541590" y="2331802"/>
              <a:ext cx="29746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7" name="i$ḻíḑé"/>
            <p:cNvSpPr/>
            <p:nvPr/>
          </p:nvSpPr>
          <p:spPr bwMode="auto">
            <a:xfrm>
              <a:off x="8541590" y="2773608"/>
              <a:ext cx="2974699" cy="96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8" name="îšḻídè"/>
            <p:cNvSpPr txBox="1"/>
            <p:nvPr/>
          </p:nvSpPr>
          <p:spPr bwMode="auto">
            <a:xfrm>
              <a:off x="8541590" y="4300453"/>
              <a:ext cx="29746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9" name="ïŝļïḓê"/>
            <p:cNvSpPr/>
            <p:nvPr/>
          </p:nvSpPr>
          <p:spPr bwMode="auto">
            <a:xfrm>
              <a:off x="8541590" y="4742259"/>
              <a:ext cx="2974699" cy="96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9fe98f8b-66ae-4785-9341-48332d7b5d8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585434"/>
            <a:ext cx="12192000" cy="5286853"/>
            <a:chOff x="0" y="1585434"/>
            <a:chExt cx="12192000" cy="5286853"/>
          </a:xfrm>
        </p:grpSpPr>
        <p:grpSp>
          <p:nvGrpSpPr>
            <p:cNvPr id="6" name="iśḻïďê"/>
            <p:cNvGrpSpPr/>
            <p:nvPr/>
          </p:nvGrpSpPr>
          <p:grpSpPr>
            <a:xfrm>
              <a:off x="874330" y="1967340"/>
              <a:ext cx="3569653" cy="3516662"/>
              <a:chOff x="1235081" y="3352705"/>
              <a:chExt cx="2187269" cy="2154804"/>
            </a:xfrm>
          </p:grpSpPr>
          <p:sp>
            <p:nvSpPr>
              <p:cNvPr id="23" name="iṣļiďé"/>
              <p:cNvSpPr/>
              <p:nvPr/>
            </p:nvSpPr>
            <p:spPr bwMode="auto">
              <a:xfrm>
                <a:off x="1670641" y="5154461"/>
                <a:ext cx="254302" cy="262418"/>
              </a:xfrm>
              <a:custGeom>
                <a:avLst/>
                <a:gdLst>
                  <a:gd name="T0" fmla="*/ 18 w 28"/>
                  <a:gd name="T1" fmla="*/ 29 h 29"/>
                  <a:gd name="T2" fmla="*/ 28 w 28"/>
                  <a:gd name="T3" fmla="*/ 9 h 29"/>
                  <a:gd name="T4" fmla="*/ 14 w 28"/>
                  <a:gd name="T5" fmla="*/ 0 h 29"/>
                  <a:gd name="T6" fmla="*/ 0 w 28"/>
                  <a:gd name="T7" fmla="*/ 18 h 29"/>
                  <a:gd name="T8" fmla="*/ 18 w 28"/>
                  <a:gd name="T9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9">
                    <a:moveTo>
                      <a:pt x="18" y="29"/>
                    </a:moveTo>
                    <a:cubicBezTo>
                      <a:pt x="28" y="9"/>
                      <a:pt x="28" y="9"/>
                      <a:pt x="28" y="9"/>
                    </a:cubicBezTo>
                    <a:cubicBezTo>
                      <a:pt x="23" y="6"/>
                      <a:pt x="18" y="3"/>
                      <a:pt x="14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6" y="22"/>
                      <a:pt x="12" y="26"/>
                      <a:pt x="18" y="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24" name="ïṣľîḋe"/>
              <p:cNvSpPr/>
              <p:nvPr/>
            </p:nvSpPr>
            <p:spPr bwMode="auto">
              <a:xfrm>
                <a:off x="1870836" y="5245091"/>
                <a:ext cx="225896" cy="262418"/>
              </a:xfrm>
              <a:custGeom>
                <a:avLst/>
                <a:gdLst>
                  <a:gd name="T0" fmla="*/ 0 w 25"/>
                  <a:gd name="T1" fmla="*/ 21 h 29"/>
                  <a:gd name="T2" fmla="*/ 22 w 25"/>
                  <a:gd name="T3" fmla="*/ 29 h 29"/>
                  <a:gd name="T4" fmla="*/ 25 w 25"/>
                  <a:gd name="T5" fmla="*/ 6 h 29"/>
                  <a:gd name="T6" fmla="*/ 10 w 25"/>
                  <a:gd name="T7" fmla="*/ 0 h 29"/>
                  <a:gd name="T8" fmla="*/ 0 w 25"/>
                  <a:gd name="T9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9">
                    <a:moveTo>
                      <a:pt x="0" y="21"/>
                    </a:moveTo>
                    <a:cubicBezTo>
                      <a:pt x="7" y="24"/>
                      <a:pt x="14" y="27"/>
                      <a:pt x="22" y="29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19" y="4"/>
                      <a:pt x="14" y="2"/>
                      <a:pt x="10" y="0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25" name="íSḻíḋé"/>
              <p:cNvSpPr/>
              <p:nvPr/>
            </p:nvSpPr>
            <p:spPr bwMode="auto">
              <a:xfrm>
                <a:off x="1262134" y="4656679"/>
                <a:ext cx="244834" cy="198843"/>
              </a:xfrm>
              <a:custGeom>
                <a:avLst/>
                <a:gdLst>
                  <a:gd name="T0" fmla="*/ 27 w 27"/>
                  <a:gd name="T1" fmla="*/ 13 h 22"/>
                  <a:gd name="T2" fmla="*/ 23 w 27"/>
                  <a:gd name="T3" fmla="*/ 0 h 22"/>
                  <a:gd name="T4" fmla="*/ 0 w 27"/>
                  <a:gd name="T5" fmla="*/ 6 h 22"/>
                  <a:gd name="T6" fmla="*/ 6 w 27"/>
                  <a:gd name="T7" fmla="*/ 22 h 22"/>
                  <a:gd name="T8" fmla="*/ 27 w 27"/>
                  <a:gd name="T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2">
                    <a:moveTo>
                      <a:pt x="27" y="13"/>
                    </a:moveTo>
                    <a:cubicBezTo>
                      <a:pt x="25" y="9"/>
                      <a:pt x="24" y="5"/>
                      <a:pt x="23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11"/>
                      <a:pt x="4" y="17"/>
                      <a:pt x="6" y="22"/>
                    </a:cubicBezTo>
                    <a:lnTo>
                      <a:pt x="27" y="1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26" name="işḷîḋe"/>
              <p:cNvSpPr/>
              <p:nvPr/>
            </p:nvSpPr>
            <p:spPr bwMode="auto">
              <a:xfrm>
                <a:off x="1235081" y="4511943"/>
                <a:ext cx="227249" cy="162320"/>
              </a:xfrm>
              <a:custGeom>
                <a:avLst/>
                <a:gdLst>
                  <a:gd name="T0" fmla="*/ 25 w 25"/>
                  <a:gd name="T1" fmla="*/ 12 h 18"/>
                  <a:gd name="T2" fmla="*/ 23 w 25"/>
                  <a:gd name="T3" fmla="*/ 0 h 18"/>
                  <a:gd name="T4" fmla="*/ 0 w 25"/>
                  <a:gd name="T5" fmla="*/ 1 h 18"/>
                  <a:gd name="T6" fmla="*/ 2 w 25"/>
                  <a:gd name="T7" fmla="*/ 18 h 18"/>
                  <a:gd name="T8" fmla="*/ 25 w 25"/>
                  <a:gd name="T9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8">
                    <a:moveTo>
                      <a:pt x="25" y="12"/>
                    </a:moveTo>
                    <a:cubicBezTo>
                      <a:pt x="24" y="8"/>
                      <a:pt x="23" y="4"/>
                      <a:pt x="23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7"/>
                      <a:pt x="1" y="12"/>
                      <a:pt x="2" y="18"/>
                    </a:cubicBezTo>
                    <a:lnTo>
                      <a:pt x="25" y="1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27" name="iṥḷiḋé"/>
              <p:cNvSpPr/>
              <p:nvPr/>
            </p:nvSpPr>
            <p:spPr bwMode="auto">
              <a:xfrm>
                <a:off x="1235081" y="4330686"/>
                <a:ext cx="208311" cy="154204"/>
              </a:xfrm>
              <a:custGeom>
                <a:avLst/>
                <a:gdLst>
                  <a:gd name="T0" fmla="*/ 23 w 23"/>
                  <a:gd name="T1" fmla="*/ 13 h 17"/>
                  <a:gd name="T2" fmla="*/ 23 w 23"/>
                  <a:gd name="T3" fmla="*/ 3 h 17"/>
                  <a:gd name="T4" fmla="*/ 0 w 23"/>
                  <a:gd name="T5" fmla="*/ 0 h 17"/>
                  <a:gd name="T6" fmla="*/ 0 w 23"/>
                  <a:gd name="T7" fmla="*/ 13 h 17"/>
                  <a:gd name="T8" fmla="*/ 0 w 23"/>
                  <a:gd name="T9" fmla="*/ 17 h 17"/>
                  <a:gd name="T10" fmla="*/ 23 w 23"/>
                  <a:gd name="T11" fmla="*/ 16 h 17"/>
                  <a:gd name="T12" fmla="*/ 23 w 23"/>
                  <a:gd name="T13" fmla="*/ 1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17">
                    <a:moveTo>
                      <a:pt x="23" y="13"/>
                    </a:moveTo>
                    <a:cubicBezTo>
                      <a:pt x="23" y="9"/>
                      <a:pt x="23" y="6"/>
                      <a:pt x="23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8"/>
                      <a:pt x="0" y="13"/>
                    </a:cubicBezTo>
                    <a:cubicBezTo>
                      <a:pt x="0" y="14"/>
                      <a:pt x="0" y="16"/>
                      <a:pt x="0" y="17"/>
                    </a:cubicBezTo>
                    <a:cubicBezTo>
                      <a:pt x="23" y="16"/>
                      <a:pt x="23" y="16"/>
                      <a:pt x="23" y="16"/>
                    </a:cubicBezTo>
                    <a:cubicBezTo>
                      <a:pt x="23" y="15"/>
                      <a:pt x="23" y="14"/>
                      <a:pt x="2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28" name="îšļíďe"/>
              <p:cNvSpPr/>
              <p:nvPr/>
            </p:nvSpPr>
            <p:spPr bwMode="auto">
              <a:xfrm>
                <a:off x="2950267" y="3661113"/>
                <a:ext cx="371985" cy="407154"/>
              </a:xfrm>
              <a:custGeom>
                <a:avLst/>
                <a:gdLst>
                  <a:gd name="T0" fmla="*/ 20 w 41"/>
                  <a:gd name="T1" fmla="*/ 45 h 45"/>
                  <a:gd name="T2" fmla="*/ 41 w 41"/>
                  <a:gd name="T3" fmla="*/ 36 h 45"/>
                  <a:gd name="T4" fmla="*/ 15 w 41"/>
                  <a:gd name="T5" fmla="*/ 0 h 45"/>
                  <a:gd name="T6" fmla="*/ 0 w 41"/>
                  <a:gd name="T7" fmla="*/ 17 h 45"/>
                  <a:gd name="T8" fmla="*/ 20 w 41"/>
                  <a:gd name="T9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45">
                    <a:moveTo>
                      <a:pt x="20" y="45"/>
                    </a:moveTo>
                    <a:cubicBezTo>
                      <a:pt x="41" y="36"/>
                      <a:pt x="41" y="36"/>
                      <a:pt x="41" y="36"/>
                    </a:cubicBezTo>
                    <a:cubicBezTo>
                      <a:pt x="35" y="22"/>
                      <a:pt x="26" y="10"/>
                      <a:pt x="15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8" y="25"/>
                      <a:pt x="15" y="34"/>
                      <a:pt x="20" y="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29" name="ïşlîḍè"/>
              <p:cNvSpPr/>
              <p:nvPr/>
            </p:nvSpPr>
            <p:spPr bwMode="auto">
              <a:xfrm>
                <a:off x="3158578" y="4050682"/>
                <a:ext cx="263771" cy="343578"/>
              </a:xfrm>
              <a:custGeom>
                <a:avLst/>
                <a:gdLst>
                  <a:gd name="T0" fmla="*/ 21 w 29"/>
                  <a:gd name="T1" fmla="*/ 0 h 38"/>
                  <a:gd name="T2" fmla="*/ 0 w 29"/>
                  <a:gd name="T3" fmla="*/ 9 h 38"/>
                  <a:gd name="T4" fmla="*/ 6 w 29"/>
                  <a:gd name="T5" fmla="*/ 38 h 38"/>
                  <a:gd name="T6" fmla="*/ 29 w 29"/>
                  <a:gd name="T7" fmla="*/ 38 h 38"/>
                  <a:gd name="T8" fmla="*/ 21 w 29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38">
                    <a:moveTo>
                      <a:pt x="21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3" y="18"/>
                      <a:pt x="5" y="28"/>
                      <a:pt x="6" y="38"/>
                    </a:cubicBezTo>
                    <a:cubicBezTo>
                      <a:pt x="29" y="38"/>
                      <a:pt x="29" y="38"/>
                      <a:pt x="29" y="38"/>
                    </a:cubicBezTo>
                    <a:cubicBezTo>
                      <a:pt x="28" y="25"/>
                      <a:pt x="26" y="12"/>
                      <a:pt x="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0" name="iṣľîḍe"/>
              <p:cNvSpPr/>
              <p:nvPr/>
            </p:nvSpPr>
            <p:spPr bwMode="auto">
              <a:xfrm>
                <a:off x="2632390" y="3416280"/>
                <a:ext cx="399038" cy="344931"/>
              </a:xfrm>
              <a:custGeom>
                <a:avLst/>
                <a:gdLst>
                  <a:gd name="T0" fmla="*/ 0 w 44"/>
                  <a:gd name="T1" fmla="*/ 22 h 38"/>
                  <a:gd name="T2" fmla="*/ 28 w 44"/>
                  <a:gd name="T3" fmla="*/ 38 h 38"/>
                  <a:gd name="T4" fmla="*/ 44 w 44"/>
                  <a:gd name="T5" fmla="*/ 21 h 38"/>
                  <a:gd name="T6" fmla="*/ 7 w 44"/>
                  <a:gd name="T7" fmla="*/ 0 h 38"/>
                  <a:gd name="T8" fmla="*/ 0 w 44"/>
                  <a:gd name="T9" fmla="*/ 2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8">
                    <a:moveTo>
                      <a:pt x="0" y="22"/>
                    </a:moveTo>
                    <a:cubicBezTo>
                      <a:pt x="11" y="26"/>
                      <a:pt x="20" y="31"/>
                      <a:pt x="28" y="38"/>
                    </a:cubicBezTo>
                    <a:cubicBezTo>
                      <a:pt x="44" y="21"/>
                      <a:pt x="44" y="21"/>
                      <a:pt x="44" y="21"/>
                    </a:cubicBezTo>
                    <a:cubicBezTo>
                      <a:pt x="33" y="12"/>
                      <a:pt x="21" y="5"/>
                      <a:pt x="7" y="0"/>
                    </a:cubicBez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1" name="íşḷîḑè"/>
              <p:cNvSpPr/>
              <p:nvPr/>
            </p:nvSpPr>
            <p:spPr bwMode="auto">
              <a:xfrm>
                <a:off x="1471799" y="3552900"/>
                <a:ext cx="335462" cy="343578"/>
              </a:xfrm>
              <a:custGeom>
                <a:avLst/>
                <a:gdLst>
                  <a:gd name="T0" fmla="*/ 18 w 37"/>
                  <a:gd name="T1" fmla="*/ 38 h 38"/>
                  <a:gd name="T2" fmla="*/ 37 w 37"/>
                  <a:gd name="T3" fmla="*/ 19 h 38"/>
                  <a:gd name="T4" fmla="*/ 25 w 37"/>
                  <a:gd name="T5" fmla="*/ 0 h 38"/>
                  <a:gd name="T6" fmla="*/ 0 w 37"/>
                  <a:gd name="T7" fmla="*/ 24 h 38"/>
                  <a:gd name="T8" fmla="*/ 18 w 37"/>
                  <a:gd name="T9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8">
                    <a:moveTo>
                      <a:pt x="18" y="38"/>
                    </a:moveTo>
                    <a:cubicBezTo>
                      <a:pt x="24" y="31"/>
                      <a:pt x="30" y="25"/>
                      <a:pt x="37" y="19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5" y="7"/>
                      <a:pt x="7" y="15"/>
                      <a:pt x="0" y="24"/>
                    </a:cubicBezTo>
                    <a:lnTo>
                      <a:pt x="18" y="3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2" name="ïṥľíďè"/>
              <p:cNvSpPr/>
              <p:nvPr/>
            </p:nvSpPr>
            <p:spPr bwMode="auto">
              <a:xfrm>
                <a:off x="1244550" y="4149428"/>
                <a:ext cx="235365" cy="171790"/>
              </a:xfrm>
              <a:custGeom>
                <a:avLst/>
                <a:gdLst>
                  <a:gd name="T0" fmla="*/ 3 w 26"/>
                  <a:gd name="T1" fmla="*/ 0 h 19"/>
                  <a:gd name="T2" fmla="*/ 0 w 26"/>
                  <a:gd name="T3" fmla="*/ 16 h 19"/>
                  <a:gd name="T4" fmla="*/ 23 w 26"/>
                  <a:gd name="T5" fmla="*/ 19 h 19"/>
                  <a:gd name="T6" fmla="*/ 26 w 26"/>
                  <a:gd name="T7" fmla="*/ 6 h 19"/>
                  <a:gd name="T8" fmla="*/ 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3" y="0"/>
                    </a:moveTo>
                    <a:cubicBezTo>
                      <a:pt x="2" y="5"/>
                      <a:pt x="1" y="11"/>
                      <a:pt x="0" y="16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4" y="14"/>
                      <a:pt x="24" y="10"/>
                      <a:pt x="26" y="6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3" name="ïṣľïdè"/>
              <p:cNvSpPr/>
              <p:nvPr/>
            </p:nvSpPr>
            <p:spPr bwMode="auto">
              <a:xfrm>
                <a:off x="2306396" y="3352705"/>
                <a:ext cx="325994" cy="244834"/>
              </a:xfrm>
              <a:custGeom>
                <a:avLst/>
                <a:gdLst>
                  <a:gd name="T0" fmla="*/ 8 w 36"/>
                  <a:gd name="T1" fmla="*/ 23 h 27"/>
                  <a:gd name="T2" fmla="*/ 28 w 36"/>
                  <a:gd name="T3" fmla="*/ 27 h 27"/>
                  <a:gd name="T4" fmla="*/ 36 w 36"/>
                  <a:gd name="T5" fmla="*/ 5 h 27"/>
                  <a:gd name="T6" fmla="*/ 3 w 36"/>
                  <a:gd name="T7" fmla="*/ 0 h 27"/>
                  <a:gd name="T8" fmla="*/ 0 w 36"/>
                  <a:gd name="T9" fmla="*/ 0 h 27"/>
                  <a:gd name="T10" fmla="*/ 8 w 36"/>
                  <a:gd name="T11" fmla="*/ 2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7">
                    <a:moveTo>
                      <a:pt x="8" y="23"/>
                    </a:moveTo>
                    <a:cubicBezTo>
                      <a:pt x="15" y="24"/>
                      <a:pt x="22" y="25"/>
                      <a:pt x="28" y="27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25" y="2"/>
                      <a:pt x="14" y="0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  <a:lnTo>
                      <a:pt x="8" y="2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4" name="îṧ1îḋe"/>
              <p:cNvSpPr/>
              <p:nvPr/>
            </p:nvSpPr>
            <p:spPr bwMode="auto">
              <a:xfrm>
                <a:off x="3185632" y="4465953"/>
                <a:ext cx="236718" cy="298941"/>
              </a:xfrm>
              <a:custGeom>
                <a:avLst/>
                <a:gdLst>
                  <a:gd name="T0" fmla="*/ 21 w 26"/>
                  <a:gd name="T1" fmla="*/ 33 h 33"/>
                  <a:gd name="T2" fmla="*/ 26 w 26"/>
                  <a:gd name="T3" fmla="*/ 0 h 33"/>
                  <a:gd name="T4" fmla="*/ 3 w 26"/>
                  <a:gd name="T5" fmla="*/ 0 h 33"/>
                  <a:gd name="T6" fmla="*/ 0 w 26"/>
                  <a:gd name="T7" fmla="*/ 23 h 33"/>
                  <a:gd name="T8" fmla="*/ 21 w 26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3">
                    <a:moveTo>
                      <a:pt x="21" y="33"/>
                    </a:moveTo>
                    <a:cubicBezTo>
                      <a:pt x="24" y="23"/>
                      <a:pt x="26" y="12"/>
                      <a:pt x="26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8"/>
                      <a:pt x="2" y="16"/>
                      <a:pt x="0" y="23"/>
                    </a:cubicBezTo>
                    <a:lnTo>
                      <a:pt x="21" y="3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5" name="îśļíḍé"/>
              <p:cNvSpPr/>
              <p:nvPr/>
            </p:nvSpPr>
            <p:spPr bwMode="auto">
              <a:xfrm>
                <a:off x="1753154" y="3381111"/>
                <a:ext cx="343578" cy="307057"/>
              </a:xfrm>
              <a:custGeom>
                <a:avLst/>
                <a:gdLst>
                  <a:gd name="T0" fmla="*/ 38 w 38"/>
                  <a:gd name="T1" fmla="*/ 23 h 34"/>
                  <a:gd name="T2" fmla="*/ 37 w 38"/>
                  <a:gd name="T3" fmla="*/ 0 h 34"/>
                  <a:gd name="T4" fmla="*/ 0 w 38"/>
                  <a:gd name="T5" fmla="*/ 15 h 34"/>
                  <a:gd name="T6" fmla="*/ 13 w 38"/>
                  <a:gd name="T7" fmla="*/ 34 h 34"/>
                  <a:gd name="T8" fmla="*/ 38 w 38"/>
                  <a:gd name="T9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34">
                    <a:moveTo>
                      <a:pt x="38" y="23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24" y="3"/>
                      <a:pt x="11" y="8"/>
                      <a:pt x="0" y="15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21" y="29"/>
                      <a:pt x="29" y="26"/>
                      <a:pt x="38" y="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6" name="îŝ1îďè"/>
              <p:cNvSpPr/>
              <p:nvPr/>
            </p:nvSpPr>
            <p:spPr bwMode="auto">
              <a:xfrm>
                <a:off x="1535374" y="5073301"/>
                <a:ext cx="235365" cy="216427"/>
              </a:xfrm>
              <a:custGeom>
                <a:avLst/>
                <a:gdLst>
                  <a:gd name="T0" fmla="*/ 19 w 26"/>
                  <a:gd name="T1" fmla="*/ 0 h 24"/>
                  <a:gd name="T2" fmla="*/ 0 w 26"/>
                  <a:gd name="T3" fmla="*/ 13 h 24"/>
                  <a:gd name="T4" fmla="*/ 12 w 26"/>
                  <a:gd name="T5" fmla="*/ 24 h 24"/>
                  <a:gd name="T6" fmla="*/ 26 w 26"/>
                  <a:gd name="T7" fmla="*/ 6 h 24"/>
                  <a:gd name="T8" fmla="*/ 19 w 26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4">
                    <a:moveTo>
                      <a:pt x="19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3" y="17"/>
                      <a:pt x="7" y="21"/>
                      <a:pt x="12" y="2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3" y="4"/>
                      <a:pt x="21" y="2"/>
                      <a:pt x="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7" name="ïšliḑè"/>
              <p:cNvSpPr/>
              <p:nvPr/>
            </p:nvSpPr>
            <p:spPr bwMode="auto">
              <a:xfrm>
                <a:off x="1325710" y="4810883"/>
                <a:ext cx="217780" cy="206959"/>
              </a:xfrm>
              <a:custGeom>
                <a:avLst/>
                <a:gdLst>
                  <a:gd name="T0" fmla="*/ 24 w 24"/>
                  <a:gd name="T1" fmla="*/ 4 h 23"/>
                  <a:gd name="T2" fmla="*/ 21 w 24"/>
                  <a:gd name="T3" fmla="*/ 0 h 23"/>
                  <a:gd name="T4" fmla="*/ 0 w 24"/>
                  <a:gd name="T5" fmla="*/ 9 h 23"/>
                  <a:gd name="T6" fmla="*/ 8 w 24"/>
                  <a:gd name="T7" fmla="*/ 23 h 23"/>
                  <a:gd name="T8" fmla="*/ 24 w 24"/>
                  <a:gd name="T9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3">
                    <a:moveTo>
                      <a:pt x="24" y="4"/>
                    </a:moveTo>
                    <a:cubicBezTo>
                      <a:pt x="23" y="2"/>
                      <a:pt x="22" y="1"/>
                      <a:pt x="21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14"/>
                      <a:pt x="5" y="18"/>
                      <a:pt x="8" y="23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8" name="ïṩ1ïḓê"/>
              <p:cNvSpPr/>
              <p:nvPr/>
            </p:nvSpPr>
            <p:spPr bwMode="auto">
              <a:xfrm>
                <a:off x="2541761" y="4936682"/>
                <a:ext cx="743969" cy="570827"/>
              </a:xfrm>
              <a:custGeom>
                <a:avLst/>
                <a:gdLst>
                  <a:gd name="T0" fmla="*/ 0 w 82"/>
                  <a:gd name="T1" fmla="*/ 40 h 63"/>
                  <a:gd name="T2" fmla="*/ 2 w 82"/>
                  <a:gd name="T3" fmla="*/ 63 h 63"/>
                  <a:gd name="T4" fmla="*/ 82 w 82"/>
                  <a:gd name="T5" fmla="*/ 4 h 63"/>
                  <a:gd name="T6" fmla="*/ 58 w 82"/>
                  <a:gd name="T7" fmla="*/ 0 h 63"/>
                  <a:gd name="T8" fmla="*/ 0 w 82"/>
                  <a:gd name="T9" fmla="*/ 4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63">
                    <a:moveTo>
                      <a:pt x="0" y="40"/>
                    </a:moveTo>
                    <a:cubicBezTo>
                      <a:pt x="2" y="63"/>
                      <a:pt x="2" y="63"/>
                      <a:pt x="2" y="63"/>
                    </a:cubicBezTo>
                    <a:cubicBezTo>
                      <a:pt x="37" y="56"/>
                      <a:pt x="66" y="34"/>
                      <a:pt x="82" y="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45" y="20"/>
                      <a:pt x="24" y="34"/>
                      <a:pt x="0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9" name="iṡļiďé"/>
              <p:cNvSpPr/>
              <p:nvPr/>
            </p:nvSpPr>
            <p:spPr bwMode="auto">
              <a:xfrm>
                <a:off x="1289188" y="3995223"/>
                <a:ext cx="227249" cy="173142"/>
              </a:xfrm>
              <a:custGeom>
                <a:avLst/>
                <a:gdLst>
                  <a:gd name="T0" fmla="*/ 5 w 25"/>
                  <a:gd name="T1" fmla="*/ 0 h 19"/>
                  <a:gd name="T2" fmla="*/ 0 w 25"/>
                  <a:gd name="T3" fmla="*/ 13 h 19"/>
                  <a:gd name="T4" fmla="*/ 22 w 25"/>
                  <a:gd name="T5" fmla="*/ 19 h 19"/>
                  <a:gd name="T6" fmla="*/ 25 w 25"/>
                  <a:gd name="T7" fmla="*/ 10 h 19"/>
                  <a:gd name="T8" fmla="*/ 5 w 2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9">
                    <a:moveTo>
                      <a:pt x="5" y="0"/>
                    </a:moveTo>
                    <a:cubicBezTo>
                      <a:pt x="3" y="4"/>
                      <a:pt x="1" y="8"/>
                      <a:pt x="0" y="13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16"/>
                      <a:pt x="24" y="13"/>
                      <a:pt x="25" y="1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40" name="ïṣļîdè"/>
              <p:cNvSpPr/>
              <p:nvPr/>
            </p:nvSpPr>
            <p:spPr bwMode="auto">
              <a:xfrm>
                <a:off x="1344648" y="3832903"/>
                <a:ext cx="252950" cy="217780"/>
              </a:xfrm>
              <a:custGeom>
                <a:avLst/>
                <a:gdLst>
                  <a:gd name="T0" fmla="*/ 21 w 28"/>
                  <a:gd name="T1" fmla="*/ 24 h 24"/>
                  <a:gd name="T2" fmla="*/ 28 w 28"/>
                  <a:gd name="T3" fmla="*/ 13 h 24"/>
                  <a:gd name="T4" fmla="*/ 9 w 28"/>
                  <a:gd name="T5" fmla="*/ 0 h 24"/>
                  <a:gd name="T6" fmla="*/ 0 w 28"/>
                  <a:gd name="T7" fmla="*/ 14 h 24"/>
                  <a:gd name="T8" fmla="*/ 21 w 28"/>
                  <a:gd name="T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4">
                    <a:moveTo>
                      <a:pt x="21" y="24"/>
                    </a:moveTo>
                    <a:cubicBezTo>
                      <a:pt x="23" y="20"/>
                      <a:pt x="25" y="17"/>
                      <a:pt x="28" y="1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4"/>
                      <a:pt x="3" y="9"/>
                      <a:pt x="0" y="14"/>
                    </a:cubicBezTo>
                    <a:lnTo>
                      <a:pt x="21" y="2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</p:grpSp>
        <p:sp>
          <p:nvSpPr>
            <p:cNvPr id="7" name="îṣ1îďe"/>
            <p:cNvSpPr/>
            <p:nvPr/>
          </p:nvSpPr>
          <p:spPr bwMode="auto">
            <a:xfrm>
              <a:off x="2207703" y="4331655"/>
              <a:ext cx="918351" cy="2465860"/>
            </a:xfrm>
            <a:custGeom>
              <a:avLst/>
              <a:gdLst>
                <a:gd name="T0" fmla="*/ 18 w 62"/>
                <a:gd name="T1" fmla="*/ 0 h 167"/>
                <a:gd name="T2" fmla="*/ 44 w 62"/>
                <a:gd name="T3" fmla="*/ 0 h 167"/>
                <a:gd name="T4" fmla="*/ 62 w 62"/>
                <a:gd name="T5" fmla="*/ 167 h 167"/>
                <a:gd name="T6" fmla="*/ 0 w 62"/>
                <a:gd name="T7" fmla="*/ 167 h 167"/>
                <a:gd name="T8" fmla="*/ 18 w 62"/>
                <a:gd name="T9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167">
                  <a:moveTo>
                    <a:pt x="18" y="0"/>
                  </a:moveTo>
                  <a:cubicBezTo>
                    <a:pt x="26" y="2"/>
                    <a:pt x="35" y="2"/>
                    <a:pt x="44" y="0"/>
                  </a:cubicBezTo>
                  <a:cubicBezTo>
                    <a:pt x="62" y="167"/>
                    <a:pt x="62" y="167"/>
                    <a:pt x="62" y="16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18" y="0"/>
                    <a:pt x="18" y="0"/>
                    <a:pt x="18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8" name="i$ḷïďe"/>
            <p:cNvSpPr/>
            <p:nvPr/>
          </p:nvSpPr>
          <p:spPr bwMode="auto">
            <a:xfrm>
              <a:off x="889781" y="1585434"/>
              <a:ext cx="3834556" cy="3571854"/>
            </a:xfrm>
            <a:custGeom>
              <a:avLst/>
              <a:gdLst>
                <a:gd name="T0" fmla="*/ 134 w 259"/>
                <a:gd name="T1" fmla="*/ 153 h 242"/>
                <a:gd name="T2" fmla="*/ 126 w 259"/>
                <a:gd name="T3" fmla="*/ 133 h 242"/>
                <a:gd name="T4" fmla="*/ 106 w 259"/>
                <a:gd name="T5" fmla="*/ 141 h 242"/>
                <a:gd name="T6" fmla="*/ 114 w 259"/>
                <a:gd name="T7" fmla="*/ 161 h 242"/>
                <a:gd name="T8" fmla="*/ 134 w 259"/>
                <a:gd name="T9" fmla="*/ 153 h 242"/>
                <a:gd name="T10" fmla="*/ 153 w 259"/>
                <a:gd name="T11" fmla="*/ 147 h 242"/>
                <a:gd name="T12" fmla="*/ 132 w 259"/>
                <a:gd name="T13" fmla="*/ 116 h 242"/>
                <a:gd name="T14" fmla="*/ 131 w 259"/>
                <a:gd name="T15" fmla="*/ 116 h 242"/>
                <a:gd name="T16" fmla="*/ 138 w 259"/>
                <a:gd name="T17" fmla="*/ 104 h 242"/>
                <a:gd name="T18" fmla="*/ 138 w 259"/>
                <a:gd name="T19" fmla="*/ 96 h 242"/>
                <a:gd name="T20" fmla="*/ 107 w 259"/>
                <a:gd name="T21" fmla="*/ 10 h 242"/>
                <a:gd name="T22" fmla="*/ 95 w 259"/>
                <a:gd name="T23" fmla="*/ 11 h 242"/>
                <a:gd name="T24" fmla="*/ 103 w 259"/>
                <a:gd name="T25" fmla="*/ 118 h 242"/>
                <a:gd name="T26" fmla="*/ 89 w 259"/>
                <a:gd name="T27" fmla="*/ 134 h 242"/>
                <a:gd name="T28" fmla="*/ 87 w 259"/>
                <a:gd name="T29" fmla="*/ 153 h 242"/>
                <a:gd name="T30" fmla="*/ 74 w 259"/>
                <a:gd name="T31" fmla="*/ 153 h 242"/>
                <a:gd name="T32" fmla="*/ 67 w 259"/>
                <a:gd name="T33" fmla="*/ 156 h 242"/>
                <a:gd name="T34" fmla="*/ 7 w 259"/>
                <a:gd name="T35" fmla="*/ 227 h 242"/>
                <a:gd name="T36" fmla="*/ 15 w 259"/>
                <a:gd name="T37" fmla="*/ 236 h 242"/>
                <a:gd name="T38" fmla="*/ 103 w 259"/>
                <a:gd name="T39" fmla="*/ 176 h 242"/>
                <a:gd name="T40" fmla="*/ 107 w 259"/>
                <a:gd name="T41" fmla="*/ 177 h 242"/>
                <a:gd name="T42" fmla="*/ 141 w 259"/>
                <a:gd name="T43" fmla="*/ 172 h 242"/>
                <a:gd name="T44" fmla="*/ 148 w 259"/>
                <a:gd name="T45" fmla="*/ 184 h 242"/>
                <a:gd name="T46" fmla="*/ 154 w 259"/>
                <a:gd name="T47" fmla="*/ 188 h 242"/>
                <a:gd name="T48" fmla="*/ 245 w 259"/>
                <a:gd name="T49" fmla="*/ 204 h 242"/>
                <a:gd name="T50" fmla="*/ 249 w 259"/>
                <a:gd name="T51" fmla="*/ 194 h 242"/>
                <a:gd name="T52" fmla="*/ 153 w 259"/>
                <a:gd name="T53" fmla="*/ 147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9" h="242">
                  <a:moveTo>
                    <a:pt x="134" y="153"/>
                  </a:moveTo>
                  <a:cubicBezTo>
                    <a:pt x="137" y="145"/>
                    <a:pt x="133" y="136"/>
                    <a:pt x="126" y="133"/>
                  </a:cubicBezTo>
                  <a:cubicBezTo>
                    <a:pt x="118" y="130"/>
                    <a:pt x="109" y="133"/>
                    <a:pt x="106" y="141"/>
                  </a:cubicBezTo>
                  <a:cubicBezTo>
                    <a:pt x="102" y="149"/>
                    <a:pt x="106" y="158"/>
                    <a:pt x="114" y="161"/>
                  </a:cubicBezTo>
                  <a:cubicBezTo>
                    <a:pt x="122" y="164"/>
                    <a:pt x="131" y="161"/>
                    <a:pt x="134" y="153"/>
                  </a:cubicBezTo>
                  <a:close/>
                  <a:moveTo>
                    <a:pt x="153" y="147"/>
                  </a:moveTo>
                  <a:cubicBezTo>
                    <a:pt x="153" y="134"/>
                    <a:pt x="145" y="122"/>
                    <a:pt x="132" y="116"/>
                  </a:cubicBezTo>
                  <a:cubicBezTo>
                    <a:pt x="132" y="116"/>
                    <a:pt x="131" y="116"/>
                    <a:pt x="131" y="116"/>
                  </a:cubicBezTo>
                  <a:cubicBezTo>
                    <a:pt x="134" y="112"/>
                    <a:pt x="136" y="108"/>
                    <a:pt x="138" y="104"/>
                  </a:cubicBezTo>
                  <a:cubicBezTo>
                    <a:pt x="139" y="101"/>
                    <a:pt x="139" y="100"/>
                    <a:pt x="138" y="96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5" y="0"/>
                    <a:pt x="96" y="0"/>
                    <a:pt x="95" y="11"/>
                  </a:cubicBezTo>
                  <a:cubicBezTo>
                    <a:pt x="103" y="118"/>
                    <a:pt x="103" y="118"/>
                    <a:pt x="103" y="118"/>
                  </a:cubicBezTo>
                  <a:cubicBezTo>
                    <a:pt x="97" y="122"/>
                    <a:pt x="92" y="127"/>
                    <a:pt x="89" y="134"/>
                  </a:cubicBezTo>
                  <a:cubicBezTo>
                    <a:pt x="87" y="141"/>
                    <a:pt x="86" y="147"/>
                    <a:pt x="87" y="153"/>
                  </a:cubicBezTo>
                  <a:cubicBezTo>
                    <a:pt x="83" y="152"/>
                    <a:pt x="78" y="152"/>
                    <a:pt x="74" y="153"/>
                  </a:cubicBezTo>
                  <a:cubicBezTo>
                    <a:pt x="70" y="153"/>
                    <a:pt x="70" y="154"/>
                    <a:pt x="67" y="156"/>
                  </a:cubicBezTo>
                  <a:cubicBezTo>
                    <a:pt x="7" y="227"/>
                    <a:pt x="7" y="227"/>
                    <a:pt x="7" y="227"/>
                  </a:cubicBezTo>
                  <a:cubicBezTo>
                    <a:pt x="0" y="233"/>
                    <a:pt x="4" y="242"/>
                    <a:pt x="15" y="236"/>
                  </a:cubicBezTo>
                  <a:cubicBezTo>
                    <a:pt x="103" y="176"/>
                    <a:pt x="103" y="176"/>
                    <a:pt x="103" y="176"/>
                  </a:cubicBezTo>
                  <a:cubicBezTo>
                    <a:pt x="105" y="176"/>
                    <a:pt x="106" y="177"/>
                    <a:pt x="107" y="177"/>
                  </a:cubicBezTo>
                  <a:cubicBezTo>
                    <a:pt x="119" y="182"/>
                    <a:pt x="132" y="180"/>
                    <a:pt x="141" y="172"/>
                  </a:cubicBezTo>
                  <a:cubicBezTo>
                    <a:pt x="143" y="176"/>
                    <a:pt x="145" y="181"/>
                    <a:pt x="148" y="184"/>
                  </a:cubicBezTo>
                  <a:cubicBezTo>
                    <a:pt x="150" y="187"/>
                    <a:pt x="151" y="187"/>
                    <a:pt x="154" y="188"/>
                  </a:cubicBezTo>
                  <a:cubicBezTo>
                    <a:pt x="245" y="204"/>
                    <a:pt x="245" y="204"/>
                    <a:pt x="245" y="204"/>
                  </a:cubicBezTo>
                  <a:cubicBezTo>
                    <a:pt x="255" y="207"/>
                    <a:pt x="259" y="199"/>
                    <a:pt x="249" y="194"/>
                  </a:cubicBezTo>
                  <a:cubicBezTo>
                    <a:pt x="153" y="147"/>
                    <a:pt x="153" y="147"/>
                    <a:pt x="153" y="147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9" name="iṩlïḓê"/>
            <p:cNvSpPr/>
            <p:nvPr/>
          </p:nvSpPr>
          <p:spPr bwMode="auto">
            <a:xfrm>
              <a:off x="0" y="6224023"/>
              <a:ext cx="8554720" cy="628975"/>
            </a:xfrm>
            <a:custGeom>
              <a:avLst/>
              <a:gdLst>
                <a:gd name="T0" fmla="*/ 3618 w 3644"/>
                <a:gd name="T1" fmla="*/ 440 h 452"/>
                <a:gd name="T2" fmla="*/ 1494 w 3644"/>
                <a:gd name="T3" fmla="*/ 30 h 452"/>
                <a:gd name="T4" fmla="*/ 0 w 3644"/>
                <a:gd name="T5" fmla="*/ 243 h 452"/>
                <a:gd name="T6" fmla="*/ 0 w 3644"/>
                <a:gd name="T7" fmla="*/ 452 h 452"/>
                <a:gd name="T8" fmla="*/ 3639 w 3644"/>
                <a:gd name="T9" fmla="*/ 452 h 452"/>
                <a:gd name="T10" fmla="*/ 3618 w 3644"/>
                <a:gd name="T11" fmla="*/ 44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44" h="452">
                  <a:moveTo>
                    <a:pt x="3618" y="440"/>
                  </a:moveTo>
                  <a:cubicBezTo>
                    <a:pt x="2157" y="303"/>
                    <a:pt x="2238" y="64"/>
                    <a:pt x="1494" y="30"/>
                  </a:cubicBezTo>
                  <a:cubicBezTo>
                    <a:pt x="839" y="0"/>
                    <a:pt x="272" y="103"/>
                    <a:pt x="0" y="243"/>
                  </a:cubicBezTo>
                  <a:cubicBezTo>
                    <a:pt x="0" y="452"/>
                    <a:pt x="0" y="452"/>
                    <a:pt x="0" y="452"/>
                  </a:cubicBezTo>
                  <a:cubicBezTo>
                    <a:pt x="3639" y="452"/>
                    <a:pt x="3639" y="452"/>
                    <a:pt x="3639" y="452"/>
                  </a:cubicBezTo>
                  <a:cubicBezTo>
                    <a:pt x="3644" y="446"/>
                    <a:pt x="3638" y="441"/>
                    <a:pt x="3618" y="44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noAutofit/>
            </a:bodyPr>
            <a:lstStyle/>
            <a:p>
              <a:endParaRPr lang="id-ID" sz="2400"/>
            </a:p>
          </p:txBody>
        </p:sp>
        <p:sp>
          <p:nvSpPr>
            <p:cNvPr id="10" name="iṣľïde"/>
            <p:cNvSpPr/>
            <p:nvPr/>
          </p:nvSpPr>
          <p:spPr bwMode="auto">
            <a:xfrm>
              <a:off x="3275217" y="6429732"/>
              <a:ext cx="8916783" cy="442555"/>
            </a:xfrm>
            <a:custGeom>
              <a:avLst/>
              <a:gdLst>
                <a:gd name="T0" fmla="*/ 2343 w 2343"/>
                <a:gd name="T1" fmla="*/ 31 h 314"/>
                <a:gd name="T2" fmla="*/ 1710 w 2343"/>
                <a:gd name="T3" fmla="*/ 10 h 314"/>
                <a:gd name="T4" fmla="*/ 20 w 2343"/>
                <a:gd name="T5" fmla="*/ 305 h 314"/>
                <a:gd name="T6" fmla="*/ 4 w 2343"/>
                <a:gd name="T7" fmla="*/ 314 h 314"/>
                <a:gd name="T8" fmla="*/ 2343 w 2343"/>
                <a:gd name="T9" fmla="*/ 314 h 314"/>
                <a:gd name="T10" fmla="*/ 2343 w 2343"/>
                <a:gd name="T11" fmla="*/ 31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43" h="314">
                  <a:moveTo>
                    <a:pt x="2343" y="31"/>
                  </a:moveTo>
                  <a:cubicBezTo>
                    <a:pt x="2154" y="9"/>
                    <a:pt x="1939" y="0"/>
                    <a:pt x="1710" y="10"/>
                  </a:cubicBezTo>
                  <a:cubicBezTo>
                    <a:pt x="1118" y="34"/>
                    <a:pt x="1183" y="207"/>
                    <a:pt x="20" y="305"/>
                  </a:cubicBezTo>
                  <a:cubicBezTo>
                    <a:pt x="5" y="306"/>
                    <a:pt x="0" y="309"/>
                    <a:pt x="4" y="314"/>
                  </a:cubicBezTo>
                  <a:cubicBezTo>
                    <a:pt x="2343" y="314"/>
                    <a:pt x="2343" y="314"/>
                    <a:pt x="2343" y="314"/>
                  </a:cubicBezTo>
                  <a:lnTo>
                    <a:pt x="2343" y="3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grpSp>
          <p:nvGrpSpPr>
            <p:cNvPr id="11" name="îṧľídé"/>
            <p:cNvGrpSpPr/>
            <p:nvPr/>
          </p:nvGrpSpPr>
          <p:grpSpPr>
            <a:xfrm>
              <a:off x="4897502" y="2257251"/>
              <a:ext cx="2844393" cy="970279"/>
              <a:chOff x="4897502" y="1153721"/>
              <a:chExt cx="2108063" cy="970279"/>
            </a:xfrm>
          </p:grpSpPr>
          <p:sp>
            <p:nvSpPr>
              <p:cNvPr id="21" name="iṥḷíḓe"/>
              <p:cNvSpPr/>
              <p:nvPr/>
            </p:nvSpPr>
            <p:spPr bwMode="auto">
              <a:xfrm>
                <a:off x="4897502" y="156660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2" name="îśḷïḍê"/>
              <p:cNvSpPr txBox="1"/>
              <p:nvPr/>
            </p:nvSpPr>
            <p:spPr bwMode="auto">
              <a:xfrm>
                <a:off x="4897502" y="1153721"/>
                <a:ext cx="2108063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360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01.Text here</a:t>
                </a:r>
                <a:endParaRPr lang="en-US" altLang="zh-CN" sz="1800" b="1" dirty="0"/>
              </a:p>
            </p:txBody>
          </p:sp>
        </p:grpSp>
        <p:grpSp>
          <p:nvGrpSpPr>
            <p:cNvPr id="12" name="íšḷiḋé"/>
            <p:cNvGrpSpPr/>
            <p:nvPr/>
          </p:nvGrpSpPr>
          <p:grpSpPr>
            <a:xfrm>
              <a:off x="4897502" y="3850217"/>
              <a:ext cx="2844393" cy="970279"/>
              <a:chOff x="4897502" y="2624817"/>
              <a:chExt cx="2108063" cy="970279"/>
            </a:xfrm>
          </p:grpSpPr>
          <p:sp>
            <p:nvSpPr>
              <p:cNvPr id="19" name="ísļïḓé"/>
              <p:cNvSpPr/>
              <p:nvPr/>
            </p:nvSpPr>
            <p:spPr bwMode="auto">
              <a:xfrm>
                <a:off x="4897502" y="3037697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0" name="isľídè"/>
              <p:cNvSpPr txBox="1"/>
              <p:nvPr/>
            </p:nvSpPr>
            <p:spPr bwMode="auto">
              <a:xfrm>
                <a:off x="4897502" y="2624817"/>
                <a:ext cx="2108063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360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03.Text here</a:t>
                </a:r>
                <a:endParaRPr lang="en-US" altLang="zh-CN" sz="1800" b="1" dirty="0"/>
              </a:p>
            </p:txBody>
          </p:sp>
        </p:grpSp>
        <p:grpSp>
          <p:nvGrpSpPr>
            <p:cNvPr id="13" name="íṡļíḍe"/>
            <p:cNvGrpSpPr/>
            <p:nvPr/>
          </p:nvGrpSpPr>
          <p:grpSpPr>
            <a:xfrm>
              <a:off x="8676095" y="2257251"/>
              <a:ext cx="2844393" cy="970279"/>
              <a:chOff x="4897502" y="1153721"/>
              <a:chExt cx="2108063" cy="970279"/>
            </a:xfrm>
          </p:grpSpPr>
          <p:sp>
            <p:nvSpPr>
              <p:cNvPr id="17" name="ísḻïḑé"/>
              <p:cNvSpPr/>
              <p:nvPr/>
            </p:nvSpPr>
            <p:spPr bwMode="auto">
              <a:xfrm>
                <a:off x="4897502" y="156660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18" name="ïšľïḑè"/>
              <p:cNvSpPr txBox="1"/>
              <p:nvPr/>
            </p:nvSpPr>
            <p:spPr bwMode="auto">
              <a:xfrm>
                <a:off x="4897502" y="1153721"/>
                <a:ext cx="2108063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360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02.Text here</a:t>
                </a:r>
                <a:endParaRPr lang="en-US" altLang="zh-CN" sz="1800" b="1" dirty="0"/>
              </a:p>
            </p:txBody>
          </p:sp>
        </p:grpSp>
        <p:grpSp>
          <p:nvGrpSpPr>
            <p:cNvPr id="14" name="iṩḻïḓe"/>
            <p:cNvGrpSpPr/>
            <p:nvPr/>
          </p:nvGrpSpPr>
          <p:grpSpPr>
            <a:xfrm>
              <a:off x="8676095" y="3850217"/>
              <a:ext cx="2844393" cy="970279"/>
              <a:chOff x="4897502" y="2624817"/>
              <a:chExt cx="2108063" cy="970279"/>
            </a:xfrm>
          </p:grpSpPr>
          <p:sp>
            <p:nvSpPr>
              <p:cNvPr id="15" name="íŝľîḋé"/>
              <p:cNvSpPr/>
              <p:nvPr/>
            </p:nvSpPr>
            <p:spPr bwMode="auto">
              <a:xfrm>
                <a:off x="4897502" y="3037697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16" name="îSḻíḍé"/>
              <p:cNvSpPr txBox="1"/>
              <p:nvPr/>
            </p:nvSpPr>
            <p:spPr bwMode="auto">
              <a:xfrm>
                <a:off x="4897502" y="2624817"/>
                <a:ext cx="2108063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360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04.Text here</a:t>
                </a:r>
                <a:endParaRPr lang="en-US" altLang="zh-CN" sz="1800" b="1" dirty="0"/>
              </a:p>
            </p:txBody>
          </p:sp>
        </p:grpSp>
      </p:grpSp>
      <p:pic>
        <p:nvPicPr>
          <p:cNvPr id="42" name="图片 4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r>
              <a:rPr lang="zh-CN" altLang="en-US"/>
              <a:t>「 让</a:t>
            </a:r>
            <a:r>
              <a:rPr lang="en-US" altLang="zh-CN"/>
              <a:t>PPT</a:t>
            </a:r>
            <a:r>
              <a:rPr lang="zh-CN" altLang="en-US"/>
              <a:t>设计简单起来！」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677eee0-78eb-45e8-bfb4-a5781e4fb64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074427"/>
            <a:ext cx="10877413" cy="5059672"/>
            <a:chOff x="660400" y="1074427"/>
            <a:chExt cx="10877413" cy="5059672"/>
          </a:xfrm>
        </p:grpSpPr>
        <p:sp>
          <p:nvSpPr>
            <p:cNvPr id="6" name="isļiḓé"/>
            <p:cNvSpPr txBox="1"/>
            <p:nvPr/>
          </p:nvSpPr>
          <p:spPr>
            <a:xfrm>
              <a:off x="1676266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1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îṣ1îḋé"/>
            <p:cNvSpPr txBox="1"/>
            <p:nvPr/>
          </p:nvSpPr>
          <p:spPr>
            <a:xfrm>
              <a:off x="2505935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2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íS1iḋè"/>
            <p:cNvSpPr txBox="1"/>
            <p:nvPr/>
          </p:nvSpPr>
          <p:spPr>
            <a:xfrm>
              <a:off x="3335605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3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îśļíďè"/>
            <p:cNvSpPr txBox="1"/>
            <p:nvPr/>
          </p:nvSpPr>
          <p:spPr>
            <a:xfrm>
              <a:off x="4165274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4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ïs1îďè"/>
            <p:cNvSpPr txBox="1"/>
            <p:nvPr/>
          </p:nvSpPr>
          <p:spPr>
            <a:xfrm>
              <a:off x="4994944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1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iṧḷíḍê"/>
            <p:cNvSpPr txBox="1"/>
            <p:nvPr/>
          </p:nvSpPr>
          <p:spPr>
            <a:xfrm>
              <a:off x="5824613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2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iṧļiḍê"/>
            <p:cNvSpPr txBox="1"/>
            <p:nvPr/>
          </p:nvSpPr>
          <p:spPr>
            <a:xfrm>
              <a:off x="6654283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3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iş1ïḑè"/>
            <p:cNvSpPr txBox="1"/>
            <p:nvPr/>
          </p:nvSpPr>
          <p:spPr>
            <a:xfrm>
              <a:off x="7483952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4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î$ḷîḑe"/>
            <p:cNvSpPr txBox="1"/>
            <p:nvPr/>
          </p:nvSpPr>
          <p:spPr>
            <a:xfrm>
              <a:off x="8313622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1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íşlidé"/>
            <p:cNvSpPr txBox="1"/>
            <p:nvPr/>
          </p:nvSpPr>
          <p:spPr>
            <a:xfrm>
              <a:off x="9972961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3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îšḷîḍè"/>
            <p:cNvSpPr txBox="1"/>
            <p:nvPr/>
          </p:nvSpPr>
          <p:spPr>
            <a:xfrm>
              <a:off x="9143291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2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ïSļíḓè"/>
            <p:cNvSpPr txBox="1"/>
            <p:nvPr/>
          </p:nvSpPr>
          <p:spPr>
            <a:xfrm>
              <a:off x="10802625" y="5783573"/>
              <a:ext cx="735188" cy="35052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fontScale="925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WEEK 4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îṣḻîḋê"/>
            <p:cNvSpPr/>
            <p:nvPr/>
          </p:nvSpPr>
          <p:spPr>
            <a:xfrm>
              <a:off x="1695178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ísļîďé"/>
            <p:cNvSpPr/>
            <p:nvPr/>
          </p:nvSpPr>
          <p:spPr>
            <a:xfrm>
              <a:off x="2524848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ïṥlîďé"/>
            <p:cNvSpPr/>
            <p:nvPr/>
          </p:nvSpPr>
          <p:spPr>
            <a:xfrm>
              <a:off x="3354517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îsḷiḑé"/>
            <p:cNvSpPr/>
            <p:nvPr/>
          </p:nvSpPr>
          <p:spPr>
            <a:xfrm>
              <a:off x="4184187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íśľîďé"/>
            <p:cNvSpPr/>
            <p:nvPr/>
          </p:nvSpPr>
          <p:spPr>
            <a:xfrm>
              <a:off x="5013856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ïṡľidê"/>
            <p:cNvSpPr/>
            <p:nvPr/>
          </p:nvSpPr>
          <p:spPr>
            <a:xfrm>
              <a:off x="5843526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íšļiḓê"/>
            <p:cNvSpPr/>
            <p:nvPr/>
          </p:nvSpPr>
          <p:spPr>
            <a:xfrm>
              <a:off x="6673195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išḻïďê"/>
            <p:cNvSpPr/>
            <p:nvPr/>
          </p:nvSpPr>
          <p:spPr>
            <a:xfrm>
              <a:off x="7502865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íṡ1iḑé"/>
            <p:cNvSpPr/>
            <p:nvPr/>
          </p:nvSpPr>
          <p:spPr>
            <a:xfrm>
              <a:off x="8332534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ïṥ1íḋê"/>
            <p:cNvSpPr/>
            <p:nvPr/>
          </p:nvSpPr>
          <p:spPr>
            <a:xfrm>
              <a:off x="9991873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íṣlïḓé"/>
            <p:cNvSpPr/>
            <p:nvPr/>
          </p:nvSpPr>
          <p:spPr>
            <a:xfrm>
              <a:off x="9162204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íṣľiḋe"/>
            <p:cNvSpPr/>
            <p:nvPr/>
          </p:nvSpPr>
          <p:spPr>
            <a:xfrm>
              <a:off x="10821537" y="1137794"/>
              <a:ext cx="697363" cy="4645779"/>
            </a:xfrm>
            <a:prstGeom prst="rect">
              <a:avLst/>
            </a:prstGeom>
            <a:solidFill>
              <a:schemeClr val="tx2">
                <a:lumMod val="9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ïṩľîďé"/>
            <p:cNvSpPr/>
            <p:nvPr/>
          </p:nvSpPr>
          <p:spPr bwMode="auto">
            <a:xfrm>
              <a:off x="1774197" y="1395992"/>
              <a:ext cx="3107353" cy="0"/>
            </a:xfrm>
            <a:prstGeom prst="line">
              <a:avLst/>
            </a:prstGeom>
            <a:noFill/>
            <a:ln w="88900" cap="rnd">
              <a:solidFill>
                <a:schemeClr val="accent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îṡľîḍé"/>
            <p:cNvSpPr/>
            <p:nvPr/>
          </p:nvSpPr>
          <p:spPr bwMode="auto">
            <a:xfrm>
              <a:off x="1774197" y="5525376"/>
              <a:ext cx="3239659" cy="0"/>
            </a:xfrm>
            <a:prstGeom prst="line">
              <a:avLst/>
            </a:prstGeom>
            <a:noFill/>
            <a:ln w="889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îṧḷîḍè"/>
            <p:cNvSpPr/>
            <p:nvPr/>
          </p:nvSpPr>
          <p:spPr bwMode="auto">
            <a:xfrm>
              <a:off x="6773080" y="5066556"/>
              <a:ext cx="2424885" cy="0"/>
            </a:xfrm>
            <a:prstGeom prst="line">
              <a:avLst/>
            </a:prstGeom>
            <a:noFill/>
            <a:ln w="88900" cap="rnd">
              <a:solidFill>
                <a:schemeClr val="accent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ïSļîḓe"/>
            <p:cNvSpPr/>
            <p:nvPr/>
          </p:nvSpPr>
          <p:spPr bwMode="auto">
            <a:xfrm>
              <a:off x="9093332" y="4607736"/>
              <a:ext cx="2346548" cy="0"/>
            </a:xfrm>
            <a:prstGeom prst="line">
              <a:avLst/>
            </a:prstGeom>
            <a:noFill/>
            <a:ln w="889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ï$1íḑè"/>
            <p:cNvSpPr/>
            <p:nvPr/>
          </p:nvSpPr>
          <p:spPr bwMode="auto">
            <a:xfrm>
              <a:off x="1774197" y="4148915"/>
              <a:ext cx="1448014" cy="0"/>
            </a:xfrm>
            <a:prstGeom prst="line">
              <a:avLst/>
            </a:prstGeom>
            <a:noFill/>
            <a:ln w="889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ís1iḋe"/>
            <p:cNvSpPr/>
            <p:nvPr/>
          </p:nvSpPr>
          <p:spPr bwMode="auto">
            <a:xfrm>
              <a:off x="4945672" y="3690094"/>
              <a:ext cx="2424885" cy="0"/>
            </a:xfrm>
            <a:prstGeom prst="line">
              <a:avLst/>
            </a:prstGeom>
            <a:noFill/>
            <a:ln w="889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ísļíḑê"/>
            <p:cNvSpPr/>
            <p:nvPr/>
          </p:nvSpPr>
          <p:spPr bwMode="auto">
            <a:xfrm>
              <a:off x="9162204" y="3231274"/>
              <a:ext cx="2277678" cy="0"/>
            </a:xfrm>
            <a:prstGeom prst="line">
              <a:avLst/>
            </a:prstGeom>
            <a:noFill/>
            <a:ln w="88900" cap="rnd">
              <a:solidFill>
                <a:schemeClr val="accent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îšlîḋe"/>
            <p:cNvSpPr/>
            <p:nvPr/>
          </p:nvSpPr>
          <p:spPr bwMode="auto">
            <a:xfrm>
              <a:off x="3354517" y="2772454"/>
              <a:ext cx="2356702" cy="0"/>
            </a:xfrm>
            <a:prstGeom prst="line">
              <a:avLst/>
            </a:prstGeom>
            <a:noFill/>
            <a:ln w="88900" cap="rnd">
              <a:solidFill>
                <a:schemeClr val="accent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ïŝlïḋe"/>
            <p:cNvSpPr txBox="1"/>
            <p:nvPr/>
          </p:nvSpPr>
          <p:spPr>
            <a:xfrm>
              <a:off x="660400" y="1251275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XXXXX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î$ḷiďê"/>
            <p:cNvSpPr txBox="1"/>
            <p:nvPr/>
          </p:nvSpPr>
          <p:spPr>
            <a:xfrm>
              <a:off x="660400" y="1710097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îśḷidè"/>
            <p:cNvSpPr txBox="1"/>
            <p:nvPr/>
          </p:nvSpPr>
          <p:spPr>
            <a:xfrm>
              <a:off x="660400" y="2168917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íṥļîḍè"/>
            <p:cNvSpPr txBox="1"/>
            <p:nvPr/>
          </p:nvSpPr>
          <p:spPr>
            <a:xfrm>
              <a:off x="660400" y="2627737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ïṣľîdê"/>
            <p:cNvSpPr txBox="1"/>
            <p:nvPr/>
          </p:nvSpPr>
          <p:spPr>
            <a:xfrm>
              <a:off x="660400" y="3086557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XXXXX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ïsḻiḍê"/>
            <p:cNvSpPr txBox="1"/>
            <p:nvPr/>
          </p:nvSpPr>
          <p:spPr>
            <a:xfrm>
              <a:off x="660400" y="3545378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iṩḻïḑe"/>
            <p:cNvSpPr txBox="1"/>
            <p:nvPr/>
          </p:nvSpPr>
          <p:spPr>
            <a:xfrm>
              <a:off x="660400" y="4004198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íslïḓè"/>
            <p:cNvSpPr txBox="1"/>
            <p:nvPr/>
          </p:nvSpPr>
          <p:spPr>
            <a:xfrm>
              <a:off x="660400" y="4463019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XXXXX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iśḷïḋê"/>
            <p:cNvSpPr txBox="1"/>
            <p:nvPr/>
          </p:nvSpPr>
          <p:spPr>
            <a:xfrm>
              <a:off x="660400" y="4921839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íślïdé"/>
            <p:cNvSpPr txBox="1"/>
            <p:nvPr/>
          </p:nvSpPr>
          <p:spPr>
            <a:xfrm>
              <a:off x="660400" y="5380660"/>
              <a:ext cx="830838" cy="289436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91440" tIns="45720" rIns="91440" bIns="45720" rtlCol="0" anchor="ctr">
              <a:normAutofit lnSpcReduction="10000"/>
            </a:bodyPr>
            <a:lstStyle/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XXX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ïš1ïḋê"/>
            <p:cNvSpPr/>
            <p:nvPr/>
          </p:nvSpPr>
          <p:spPr bwMode="auto">
            <a:xfrm>
              <a:off x="5013856" y="2313633"/>
              <a:ext cx="3256529" cy="0"/>
            </a:xfrm>
            <a:prstGeom prst="line">
              <a:avLst/>
            </a:prstGeom>
            <a:noFill/>
            <a:ln w="889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ïṩḷïdé"/>
            <p:cNvSpPr/>
            <p:nvPr/>
          </p:nvSpPr>
          <p:spPr bwMode="auto">
            <a:xfrm>
              <a:off x="8332529" y="1854813"/>
              <a:ext cx="3107347" cy="0"/>
            </a:xfrm>
            <a:prstGeom prst="line">
              <a:avLst/>
            </a:prstGeom>
            <a:noFill/>
            <a:ln w="889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íṩ1îdè"/>
            <p:cNvSpPr/>
            <p:nvPr/>
          </p:nvSpPr>
          <p:spPr>
            <a:xfrm>
              <a:off x="1749271" y="1074427"/>
              <a:ext cx="3151191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isḻiḍê"/>
            <p:cNvSpPr/>
            <p:nvPr/>
          </p:nvSpPr>
          <p:spPr>
            <a:xfrm>
              <a:off x="5013850" y="1981440"/>
              <a:ext cx="3151191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işḻiḑe"/>
            <p:cNvSpPr/>
            <p:nvPr/>
          </p:nvSpPr>
          <p:spPr>
            <a:xfrm>
              <a:off x="3370076" y="2425168"/>
              <a:ext cx="2341143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î$ľíḋé"/>
            <p:cNvSpPr/>
            <p:nvPr/>
          </p:nvSpPr>
          <p:spPr>
            <a:xfrm>
              <a:off x="1749271" y="3830203"/>
              <a:ext cx="1781729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ïṣḷíďè"/>
            <p:cNvSpPr/>
            <p:nvPr/>
          </p:nvSpPr>
          <p:spPr>
            <a:xfrm>
              <a:off x="1749271" y="5178089"/>
              <a:ext cx="3264579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îṡliḑé"/>
            <p:cNvSpPr/>
            <p:nvPr/>
          </p:nvSpPr>
          <p:spPr>
            <a:xfrm>
              <a:off x="4901587" y="3364346"/>
              <a:ext cx="1781729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îşliḓê"/>
            <p:cNvSpPr/>
            <p:nvPr/>
          </p:nvSpPr>
          <p:spPr>
            <a:xfrm>
              <a:off x="9162198" y="2886476"/>
              <a:ext cx="1781729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îŝľíḓè"/>
            <p:cNvSpPr/>
            <p:nvPr/>
          </p:nvSpPr>
          <p:spPr>
            <a:xfrm>
              <a:off x="9162198" y="4288307"/>
              <a:ext cx="1781729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ïŝḷîḋê"/>
            <p:cNvSpPr/>
            <p:nvPr/>
          </p:nvSpPr>
          <p:spPr>
            <a:xfrm>
              <a:off x="6767180" y="4728267"/>
              <a:ext cx="1781729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íSlíḑé"/>
            <p:cNvSpPr/>
            <p:nvPr/>
          </p:nvSpPr>
          <p:spPr>
            <a:xfrm>
              <a:off x="8271333" y="1523775"/>
              <a:ext cx="1781729" cy="29717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61" name="图片 60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96972" y="524736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  <a:endParaRPr lang="zh-CN" altLang="en-US" spc="100" dirty="0">
              <a:solidFill>
                <a:schemeClr val="bg1">
                  <a:lumMod val="85000"/>
                </a:schemeClr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991533" y="149987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aa8d78a-938c-42c5-b7d5-0d84092eef6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399" y="1130299"/>
            <a:ext cx="10860883" cy="5003801"/>
            <a:chOff x="660399" y="1130299"/>
            <a:chExt cx="10860883" cy="500380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719" y="4428692"/>
              <a:ext cx="108505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íṥḻíďê"/>
            <p:cNvSpPr txBox="1"/>
            <p:nvPr/>
          </p:nvSpPr>
          <p:spPr>
            <a:xfrm>
              <a:off x="660399" y="1130299"/>
              <a:ext cx="10858500" cy="5819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buSzPct val="25000"/>
              </a:pPr>
              <a:r>
                <a:rPr lang="en-US" sz="2800" dirty="0">
                  <a:solidFill>
                    <a:srgbClr val="3A3838"/>
                  </a:solidFill>
                </a:rPr>
                <a:t>Unified fonts make reading more fluent.</a:t>
              </a:r>
              <a:endParaRPr lang="en-US" sz="2800" dirty="0">
                <a:solidFill>
                  <a:srgbClr val="3A3838"/>
                </a:solidFill>
              </a:endParaRPr>
            </a:p>
          </p:txBody>
        </p:sp>
        <p:sp>
          <p:nvSpPr>
            <p:cNvPr id="8" name="î$lídê"/>
            <p:cNvSpPr txBox="1"/>
            <p:nvPr/>
          </p:nvSpPr>
          <p:spPr>
            <a:xfrm>
              <a:off x="660401" y="1894706"/>
              <a:ext cx="10858496" cy="594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lnSpc>
                  <a:spcPct val="150000"/>
                </a:lnSpc>
                <a:buSzPct val="25000"/>
              </a:pPr>
              <a:r>
                <a:rPr lang="en-US" sz="1100" dirty="0"/>
                <a:t>Theme color makes PPT more convenient to change.</a:t>
              </a:r>
              <a:endParaRPr lang="en-US" sz="1100" dirty="0"/>
            </a:p>
            <a:p>
              <a:pPr algn="ctr">
                <a:lnSpc>
                  <a:spcPct val="150000"/>
                </a:lnSpc>
                <a:buSzPct val="25000"/>
              </a:pPr>
              <a:r>
                <a:rPr lang="en-US" sz="1100" dirty="0"/>
                <a:t>Adjust the spacing to adapt to Chinese typesetting, use the reference line in PPT.</a:t>
              </a:r>
              <a:endParaRPr lang="en-US" sz="1100" dirty="0"/>
            </a:p>
          </p:txBody>
        </p:sp>
        <p:sp>
          <p:nvSpPr>
            <p:cNvPr id="9" name="iṧľîde"/>
            <p:cNvSpPr/>
            <p:nvPr/>
          </p:nvSpPr>
          <p:spPr>
            <a:xfrm>
              <a:off x="660400" y="5164808"/>
              <a:ext cx="2905791" cy="969292"/>
            </a:xfrm>
            <a:prstGeom prst="snip2SameRect">
              <a:avLst>
                <a:gd name="adj1" fmla="val 0"/>
                <a:gd name="adj2" fmla="val 0"/>
              </a:avLst>
            </a:prstGeom>
            <a:ln>
              <a:noFill/>
            </a:ln>
          </p:spPr>
          <p:txBody>
            <a:bodyPr wrap="square" lIns="91440" tIns="45720" rIns="91440" bIns="45720"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dirty="0"/>
                <a:t>Supporting text here. </a:t>
              </a:r>
              <a:endParaRPr lang="en-US" altLang="zh-CN" sz="12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200" dirty="0"/>
                <a:t>When you copy &amp; paste, choose "keep text only" option.</a:t>
              </a:r>
              <a:endParaRPr lang="en-US" altLang="zh-CN" sz="1200" dirty="0"/>
            </a:p>
          </p:txBody>
        </p:sp>
        <p:sp>
          <p:nvSpPr>
            <p:cNvPr id="10" name="ísľîḓê"/>
            <p:cNvSpPr txBox="1"/>
            <p:nvPr/>
          </p:nvSpPr>
          <p:spPr bwMode="auto">
            <a:xfrm>
              <a:off x="660400" y="4632580"/>
              <a:ext cx="2905791" cy="516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/>
                <a:t>Text Here</a:t>
              </a:r>
              <a:endParaRPr lang="en-US" altLang="zh-CN" b="1" dirty="0"/>
            </a:p>
          </p:txBody>
        </p:sp>
        <p:grpSp>
          <p:nvGrpSpPr>
            <p:cNvPr id="11" name="íṡḻíḍê"/>
            <p:cNvGrpSpPr/>
            <p:nvPr/>
          </p:nvGrpSpPr>
          <p:grpSpPr>
            <a:xfrm>
              <a:off x="1593183" y="3144176"/>
              <a:ext cx="1040224" cy="1339354"/>
              <a:chOff x="2300116" y="3144176"/>
              <a:chExt cx="1040224" cy="1339354"/>
            </a:xfrm>
          </p:grpSpPr>
          <p:grpSp>
            <p:nvGrpSpPr>
              <p:cNvPr id="27" name="îṡ1îḑé"/>
              <p:cNvGrpSpPr/>
              <p:nvPr/>
            </p:nvGrpSpPr>
            <p:grpSpPr>
              <a:xfrm>
                <a:off x="2300116" y="3144176"/>
                <a:ext cx="1040224" cy="1208195"/>
                <a:chOff x="2300116" y="2887001"/>
                <a:chExt cx="1040224" cy="1208195"/>
              </a:xfrm>
            </p:grpSpPr>
            <p:sp>
              <p:nvSpPr>
                <p:cNvPr id="29" name="ísľiḋê"/>
                <p:cNvSpPr/>
                <p:nvPr/>
              </p:nvSpPr>
              <p:spPr>
                <a:xfrm flipV="1">
                  <a:off x="2313056" y="3568699"/>
                  <a:ext cx="1014344" cy="526497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 fontScale="77500" lnSpcReduction="20000"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ï$ḷîdè"/>
                <p:cNvSpPr/>
                <p:nvPr/>
              </p:nvSpPr>
              <p:spPr>
                <a:xfrm>
                  <a:off x="2300116" y="2887001"/>
                  <a:ext cx="1040224" cy="104022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31" name="ïṧḷïḑè"/>
                <p:cNvSpPr/>
                <p:nvPr/>
              </p:nvSpPr>
              <p:spPr bwMode="auto">
                <a:xfrm>
                  <a:off x="2587803" y="3183279"/>
                  <a:ext cx="464850" cy="447669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defTabSz="227965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</p:txBody>
            </p:sp>
          </p:grpSp>
          <p:sp>
            <p:nvSpPr>
              <p:cNvPr id="28" name="iṧ1ïḓé"/>
              <p:cNvSpPr/>
              <p:nvPr/>
            </p:nvSpPr>
            <p:spPr>
              <a:xfrm>
                <a:off x="2769842" y="4382758"/>
                <a:ext cx="100772" cy="100772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ïSlïḑe"/>
            <p:cNvSpPr/>
            <p:nvPr/>
          </p:nvSpPr>
          <p:spPr>
            <a:xfrm>
              <a:off x="8613109" y="5164808"/>
              <a:ext cx="2905791" cy="969292"/>
            </a:xfrm>
            <a:prstGeom prst="snip2SameRect">
              <a:avLst>
                <a:gd name="adj1" fmla="val 0"/>
                <a:gd name="adj2" fmla="val 0"/>
              </a:avLst>
            </a:prstGeom>
            <a:ln>
              <a:noFill/>
            </a:ln>
          </p:spPr>
          <p:txBody>
            <a:bodyPr wrap="square" lIns="91440" tIns="45720" rIns="91440" bIns="45720"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dirty="0"/>
                <a:t>Supporting text here. </a:t>
              </a:r>
              <a:endParaRPr lang="en-US" altLang="zh-CN" sz="12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200" dirty="0"/>
                <a:t>When you copy &amp; paste, choose "keep text only" option.</a:t>
              </a:r>
              <a:endParaRPr lang="en-US" altLang="zh-CN" sz="1200" dirty="0"/>
            </a:p>
          </p:txBody>
        </p:sp>
        <p:sp>
          <p:nvSpPr>
            <p:cNvPr id="13" name="íṣḷïďé"/>
            <p:cNvSpPr txBox="1"/>
            <p:nvPr/>
          </p:nvSpPr>
          <p:spPr bwMode="auto">
            <a:xfrm>
              <a:off x="8613109" y="4632580"/>
              <a:ext cx="2905791" cy="516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/>
                <a:t>Text Here</a:t>
              </a:r>
              <a:endParaRPr lang="en-US" altLang="zh-CN" b="1" dirty="0"/>
            </a:p>
          </p:txBody>
        </p:sp>
        <p:grpSp>
          <p:nvGrpSpPr>
            <p:cNvPr id="14" name="ïṩļide"/>
            <p:cNvGrpSpPr/>
            <p:nvPr/>
          </p:nvGrpSpPr>
          <p:grpSpPr>
            <a:xfrm>
              <a:off x="9545892" y="3144176"/>
              <a:ext cx="1040224" cy="1339354"/>
              <a:chOff x="2300116" y="3144176"/>
              <a:chExt cx="1040224" cy="1339354"/>
            </a:xfrm>
          </p:grpSpPr>
          <p:grpSp>
            <p:nvGrpSpPr>
              <p:cNvPr id="22" name="iṣļîde"/>
              <p:cNvGrpSpPr/>
              <p:nvPr/>
            </p:nvGrpSpPr>
            <p:grpSpPr>
              <a:xfrm>
                <a:off x="2300116" y="3144176"/>
                <a:ext cx="1040224" cy="1208195"/>
                <a:chOff x="2300116" y="2887001"/>
                <a:chExt cx="1040224" cy="1208195"/>
              </a:xfrm>
            </p:grpSpPr>
            <p:sp>
              <p:nvSpPr>
                <p:cNvPr id="24" name="íṥḻíḑê"/>
                <p:cNvSpPr/>
                <p:nvPr/>
              </p:nvSpPr>
              <p:spPr>
                <a:xfrm flipV="1">
                  <a:off x="2313056" y="3568699"/>
                  <a:ext cx="1014344" cy="526497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 fontScale="77500" lnSpcReduction="20000"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iśḷiḓè"/>
                <p:cNvSpPr/>
                <p:nvPr/>
              </p:nvSpPr>
              <p:spPr>
                <a:xfrm>
                  <a:off x="2300116" y="2887001"/>
                  <a:ext cx="1040224" cy="104022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6" name="íṣļiḑe"/>
                <p:cNvSpPr/>
                <p:nvPr/>
              </p:nvSpPr>
              <p:spPr bwMode="auto">
                <a:xfrm>
                  <a:off x="2587803" y="3183279"/>
                  <a:ext cx="464850" cy="447669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defTabSz="227965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</p:txBody>
            </p:sp>
          </p:grpSp>
          <p:sp>
            <p:nvSpPr>
              <p:cNvPr id="23" name="ïṩľïdè"/>
              <p:cNvSpPr/>
              <p:nvPr/>
            </p:nvSpPr>
            <p:spPr>
              <a:xfrm>
                <a:off x="2769842" y="4382758"/>
                <a:ext cx="100772" cy="100772"/>
              </a:xfrm>
              <a:prstGeom prst="ellipse">
                <a:avLst/>
              </a:prstGeom>
              <a:solidFill>
                <a:schemeClr val="tx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25000" lnSpcReduction="20000"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íşḷíḓe"/>
            <p:cNvGrpSpPr/>
            <p:nvPr/>
          </p:nvGrpSpPr>
          <p:grpSpPr>
            <a:xfrm>
              <a:off x="5434176" y="2776637"/>
              <a:ext cx="1323648" cy="1491618"/>
              <a:chOff x="5434176" y="2603577"/>
              <a:chExt cx="1323648" cy="1491618"/>
            </a:xfrm>
          </p:grpSpPr>
          <p:sp>
            <p:nvSpPr>
              <p:cNvPr id="19" name="îsļîḍè"/>
              <p:cNvSpPr/>
              <p:nvPr/>
            </p:nvSpPr>
            <p:spPr>
              <a:xfrm flipV="1">
                <a:off x="5537200" y="3568698"/>
                <a:ext cx="1117600" cy="526497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îšḷïḍe"/>
              <p:cNvSpPr/>
              <p:nvPr/>
            </p:nvSpPr>
            <p:spPr>
              <a:xfrm>
                <a:off x="5434176" y="2603577"/>
                <a:ext cx="1323648" cy="132364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en-GB"/>
              </a:p>
            </p:txBody>
          </p:sp>
          <p:sp>
            <p:nvSpPr>
              <p:cNvPr id="21" name="íšlíďè" title="sAFpzVTs3Zf4bNOvhUGK2sBwbXFxCSO5NolOFQXalL0pr"/>
              <p:cNvSpPr/>
              <p:nvPr/>
            </p:nvSpPr>
            <p:spPr bwMode="auto">
              <a:xfrm>
                <a:off x="5765888" y="2907241"/>
                <a:ext cx="660225" cy="716321"/>
              </a:xfrm>
              <a:custGeom>
                <a:avLst/>
                <a:gdLst>
                  <a:gd name="connsiteX0" fmla="*/ 191479 w 561065"/>
                  <a:gd name="connsiteY0" fmla="*/ 375902 h 608735"/>
                  <a:gd name="connsiteX1" fmla="*/ 245437 w 561065"/>
                  <a:gd name="connsiteY1" fmla="*/ 535655 h 608735"/>
                  <a:gd name="connsiteX2" fmla="*/ 250809 w 561065"/>
                  <a:gd name="connsiteY2" fmla="*/ 420563 h 608735"/>
                  <a:gd name="connsiteX3" fmla="*/ 246371 w 561065"/>
                  <a:gd name="connsiteY3" fmla="*/ 411817 h 608735"/>
                  <a:gd name="connsiteX4" fmla="*/ 228911 w 561065"/>
                  <a:gd name="connsiteY4" fmla="*/ 377418 h 608735"/>
                  <a:gd name="connsiteX5" fmla="*/ 280299 w 561065"/>
                  <a:gd name="connsiteY5" fmla="*/ 393743 h 608735"/>
                  <a:gd name="connsiteX6" fmla="*/ 332563 w 561065"/>
                  <a:gd name="connsiteY6" fmla="*/ 376718 h 608735"/>
                  <a:gd name="connsiteX7" fmla="*/ 314811 w 561065"/>
                  <a:gd name="connsiteY7" fmla="*/ 411817 h 608735"/>
                  <a:gd name="connsiteX8" fmla="*/ 310373 w 561065"/>
                  <a:gd name="connsiteY8" fmla="*/ 420563 h 608735"/>
                  <a:gd name="connsiteX9" fmla="*/ 315745 w 561065"/>
                  <a:gd name="connsiteY9" fmla="*/ 535655 h 608735"/>
                  <a:gd name="connsiteX10" fmla="*/ 369644 w 561065"/>
                  <a:gd name="connsiteY10" fmla="*/ 375960 h 608735"/>
                  <a:gd name="connsiteX11" fmla="*/ 443223 w 561065"/>
                  <a:gd name="connsiteY11" fmla="*/ 403946 h 608735"/>
                  <a:gd name="connsiteX12" fmla="*/ 506290 w 561065"/>
                  <a:gd name="connsiteY12" fmla="*/ 430241 h 608735"/>
                  <a:gd name="connsiteX13" fmla="*/ 507925 w 561065"/>
                  <a:gd name="connsiteY13" fmla="*/ 430999 h 608735"/>
                  <a:gd name="connsiteX14" fmla="*/ 510728 w 561065"/>
                  <a:gd name="connsiteY14" fmla="*/ 432573 h 608735"/>
                  <a:gd name="connsiteX15" fmla="*/ 528831 w 561065"/>
                  <a:gd name="connsiteY15" fmla="*/ 452630 h 608735"/>
                  <a:gd name="connsiteX16" fmla="*/ 528831 w 561065"/>
                  <a:gd name="connsiteY16" fmla="*/ 452688 h 608735"/>
                  <a:gd name="connsiteX17" fmla="*/ 532042 w 561065"/>
                  <a:gd name="connsiteY17" fmla="*/ 462308 h 608735"/>
                  <a:gd name="connsiteX18" fmla="*/ 558671 w 561065"/>
                  <a:gd name="connsiteY18" fmla="*/ 548307 h 608735"/>
                  <a:gd name="connsiteX19" fmla="*/ 560539 w 561065"/>
                  <a:gd name="connsiteY19" fmla="*/ 555828 h 608735"/>
                  <a:gd name="connsiteX20" fmla="*/ 561065 w 561065"/>
                  <a:gd name="connsiteY20" fmla="*/ 562824 h 608735"/>
                  <a:gd name="connsiteX21" fmla="*/ 515166 w 561065"/>
                  <a:gd name="connsiteY21" fmla="*/ 608710 h 608735"/>
                  <a:gd name="connsiteX22" fmla="*/ 471311 w 561065"/>
                  <a:gd name="connsiteY22" fmla="*/ 608710 h 608735"/>
                  <a:gd name="connsiteX23" fmla="*/ 283044 w 561065"/>
                  <a:gd name="connsiteY23" fmla="*/ 608710 h 608735"/>
                  <a:gd name="connsiteX24" fmla="*/ 280532 w 561065"/>
                  <a:gd name="connsiteY24" fmla="*/ 608710 h 608735"/>
                  <a:gd name="connsiteX25" fmla="*/ 278080 w 561065"/>
                  <a:gd name="connsiteY25" fmla="*/ 608710 h 608735"/>
                  <a:gd name="connsiteX26" fmla="*/ 89812 w 561065"/>
                  <a:gd name="connsiteY26" fmla="*/ 608710 h 608735"/>
                  <a:gd name="connsiteX27" fmla="*/ 45957 w 561065"/>
                  <a:gd name="connsiteY27" fmla="*/ 608710 h 608735"/>
                  <a:gd name="connsiteX28" fmla="*/ 0 w 561065"/>
                  <a:gd name="connsiteY28" fmla="*/ 562824 h 608735"/>
                  <a:gd name="connsiteX29" fmla="*/ 584 w 561065"/>
                  <a:gd name="connsiteY29" fmla="*/ 555828 h 608735"/>
                  <a:gd name="connsiteX30" fmla="*/ 2453 w 561065"/>
                  <a:gd name="connsiteY30" fmla="*/ 548307 h 608735"/>
                  <a:gd name="connsiteX31" fmla="*/ 29081 w 561065"/>
                  <a:gd name="connsiteY31" fmla="*/ 462308 h 608735"/>
                  <a:gd name="connsiteX32" fmla="*/ 32234 w 561065"/>
                  <a:gd name="connsiteY32" fmla="*/ 452688 h 608735"/>
                  <a:gd name="connsiteX33" fmla="*/ 32234 w 561065"/>
                  <a:gd name="connsiteY33" fmla="*/ 452630 h 608735"/>
                  <a:gd name="connsiteX34" fmla="*/ 50395 w 561065"/>
                  <a:gd name="connsiteY34" fmla="*/ 432457 h 608735"/>
                  <a:gd name="connsiteX35" fmla="*/ 53198 w 561065"/>
                  <a:gd name="connsiteY35" fmla="*/ 430941 h 608735"/>
                  <a:gd name="connsiteX36" fmla="*/ 54833 w 561065"/>
                  <a:gd name="connsiteY36" fmla="*/ 430125 h 608735"/>
                  <a:gd name="connsiteX37" fmla="*/ 117901 w 561065"/>
                  <a:gd name="connsiteY37" fmla="*/ 403888 h 608735"/>
                  <a:gd name="connsiteX38" fmla="*/ 191479 w 561065"/>
                  <a:gd name="connsiteY38" fmla="*/ 375902 h 608735"/>
                  <a:gd name="connsiteX39" fmla="*/ 277747 w 561065"/>
                  <a:gd name="connsiteY39" fmla="*/ 0 h 608735"/>
                  <a:gd name="connsiteX40" fmla="*/ 277980 w 561065"/>
                  <a:gd name="connsiteY40" fmla="*/ 0 h 608735"/>
                  <a:gd name="connsiteX41" fmla="*/ 278214 w 561065"/>
                  <a:gd name="connsiteY41" fmla="*/ 0 h 608735"/>
                  <a:gd name="connsiteX42" fmla="*/ 280491 w 561065"/>
                  <a:gd name="connsiteY42" fmla="*/ 0 h 608735"/>
                  <a:gd name="connsiteX43" fmla="*/ 282768 w 561065"/>
                  <a:gd name="connsiteY43" fmla="*/ 0 h 608735"/>
                  <a:gd name="connsiteX44" fmla="*/ 283001 w 561065"/>
                  <a:gd name="connsiteY44" fmla="*/ 0 h 608735"/>
                  <a:gd name="connsiteX45" fmla="*/ 283235 w 561065"/>
                  <a:gd name="connsiteY45" fmla="*/ 0 h 608735"/>
                  <a:gd name="connsiteX46" fmla="*/ 401988 w 561065"/>
                  <a:gd name="connsiteY46" fmla="*/ 118656 h 608735"/>
                  <a:gd name="connsiteX47" fmla="*/ 400470 w 561065"/>
                  <a:gd name="connsiteY47" fmla="*/ 162854 h 608735"/>
                  <a:gd name="connsiteX48" fmla="*/ 427093 w 561065"/>
                  <a:gd name="connsiteY48" fmla="*/ 188509 h 608735"/>
                  <a:gd name="connsiteX49" fmla="*/ 394456 w 561065"/>
                  <a:gd name="connsiteY49" fmla="*/ 242969 h 608735"/>
                  <a:gd name="connsiteX50" fmla="*/ 342436 w 561065"/>
                  <a:gd name="connsiteY50" fmla="*/ 326465 h 608735"/>
                  <a:gd name="connsiteX51" fmla="*/ 283001 w 561065"/>
                  <a:gd name="connsiteY51" fmla="*/ 354745 h 608735"/>
                  <a:gd name="connsiteX52" fmla="*/ 280491 w 561065"/>
                  <a:gd name="connsiteY52" fmla="*/ 354803 h 608735"/>
                  <a:gd name="connsiteX53" fmla="*/ 277980 w 561065"/>
                  <a:gd name="connsiteY53" fmla="*/ 354745 h 608735"/>
                  <a:gd name="connsiteX54" fmla="*/ 218136 w 561065"/>
                  <a:gd name="connsiteY54" fmla="*/ 326116 h 608735"/>
                  <a:gd name="connsiteX55" fmla="*/ 166467 w 561065"/>
                  <a:gd name="connsiteY55" fmla="*/ 242969 h 608735"/>
                  <a:gd name="connsiteX56" fmla="*/ 133830 w 561065"/>
                  <a:gd name="connsiteY56" fmla="*/ 188509 h 608735"/>
                  <a:gd name="connsiteX57" fmla="*/ 160453 w 561065"/>
                  <a:gd name="connsiteY57" fmla="*/ 162970 h 608735"/>
                  <a:gd name="connsiteX58" fmla="*/ 158877 w 561065"/>
                  <a:gd name="connsiteY58" fmla="*/ 118715 h 608735"/>
                  <a:gd name="connsiteX59" fmla="*/ 277747 w 561065"/>
                  <a:gd name="connsiteY59" fmla="*/ 0 h 608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561065" h="608735">
                    <a:moveTo>
                      <a:pt x="191479" y="375902"/>
                    </a:moveTo>
                    <a:cubicBezTo>
                      <a:pt x="195917" y="394559"/>
                      <a:pt x="238604" y="518455"/>
                      <a:pt x="245437" y="535655"/>
                    </a:cubicBezTo>
                    <a:lnTo>
                      <a:pt x="250809" y="420563"/>
                    </a:lnTo>
                    <a:cubicBezTo>
                      <a:pt x="248999" y="417881"/>
                      <a:pt x="247773" y="414732"/>
                      <a:pt x="246371" y="411817"/>
                    </a:cubicBezTo>
                    <a:lnTo>
                      <a:pt x="228911" y="377418"/>
                    </a:lnTo>
                    <a:cubicBezTo>
                      <a:pt x="241466" y="387446"/>
                      <a:pt x="259860" y="393743"/>
                      <a:pt x="280299" y="393743"/>
                    </a:cubicBezTo>
                    <a:cubicBezTo>
                      <a:pt x="301263" y="393743"/>
                      <a:pt x="320008" y="387155"/>
                      <a:pt x="332563" y="376718"/>
                    </a:cubicBezTo>
                    <a:lnTo>
                      <a:pt x="314811" y="411817"/>
                    </a:lnTo>
                    <a:cubicBezTo>
                      <a:pt x="313409" y="414732"/>
                      <a:pt x="312183" y="417881"/>
                      <a:pt x="310373" y="420563"/>
                    </a:cubicBezTo>
                    <a:lnTo>
                      <a:pt x="315745" y="535655"/>
                    </a:lnTo>
                    <a:cubicBezTo>
                      <a:pt x="322519" y="518455"/>
                      <a:pt x="365089" y="394618"/>
                      <a:pt x="369644" y="375960"/>
                    </a:cubicBezTo>
                    <a:cubicBezTo>
                      <a:pt x="394754" y="384881"/>
                      <a:pt x="419397" y="393685"/>
                      <a:pt x="443223" y="403946"/>
                    </a:cubicBezTo>
                    <a:cubicBezTo>
                      <a:pt x="443223" y="403946"/>
                      <a:pt x="490757" y="422895"/>
                      <a:pt x="506290" y="430241"/>
                    </a:cubicBezTo>
                    <a:cubicBezTo>
                      <a:pt x="506815" y="430475"/>
                      <a:pt x="507341" y="430766"/>
                      <a:pt x="507925" y="430999"/>
                    </a:cubicBezTo>
                    <a:cubicBezTo>
                      <a:pt x="509210" y="431699"/>
                      <a:pt x="510261" y="432224"/>
                      <a:pt x="510728" y="432573"/>
                    </a:cubicBezTo>
                    <a:cubicBezTo>
                      <a:pt x="518553" y="437238"/>
                      <a:pt x="524976" y="444234"/>
                      <a:pt x="528831" y="452630"/>
                    </a:cubicBezTo>
                    <a:lnTo>
                      <a:pt x="528831" y="452688"/>
                    </a:lnTo>
                    <a:cubicBezTo>
                      <a:pt x="530232" y="455720"/>
                      <a:pt x="531342" y="458985"/>
                      <a:pt x="532042" y="462308"/>
                    </a:cubicBezTo>
                    <a:cubicBezTo>
                      <a:pt x="538408" y="481607"/>
                      <a:pt x="552539" y="524694"/>
                      <a:pt x="558671" y="548307"/>
                    </a:cubicBezTo>
                    <a:cubicBezTo>
                      <a:pt x="559547" y="550697"/>
                      <a:pt x="560131" y="553204"/>
                      <a:pt x="560539" y="555828"/>
                    </a:cubicBezTo>
                    <a:cubicBezTo>
                      <a:pt x="560831" y="558102"/>
                      <a:pt x="561065" y="560492"/>
                      <a:pt x="561065" y="562824"/>
                    </a:cubicBezTo>
                    <a:cubicBezTo>
                      <a:pt x="561065" y="588187"/>
                      <a:pt x="540510" y="608710"/>
                      <a:pt x="515166" y="608710"/>
                    </a:cubicBezTo>
                    <a:lnTo>
                      <a:pt x="471311" y="608710"/>
                    </a:lnTo>
                    <a:lnTo>
                      <a:pt x="283044" y="608710"/>
                    </a:lnTo>
                    <a:lnTo>
                      <a:pt x="280532" y="608710"/>
                    </a:lnTo>
                    <a:lnTo>
                      <a:pt x="278080" y="608710"/>
                    </a:lnTo>
                    <a:cubicBezTo>
                      <a:pt x="215305" y="608768"/>
                      <a:pt x="152529" y="608710"/>
                      <a:pt x="89812" y="608710"/>
                    </a:cubicBezTo>
                    <a:lnTo>
                      <a:pt x="45957" y="608710"/>
                    </a:lnTo>
                    <a:cubicBezTo>
                      <a:pt x="20555" y="608710"/>
                      <a:pt x="0" y="588187"/>
                      <a:pt x="0" y="562824"/>
                    </a:cubicBezTo>
                    <a:cubicBezTo>
                      <a:pt x="0" y="560492"/>
                      <a:pt x="175" y="558102"/>
                      <a:pt x="584" y="555828"/>
                    </a:cubicBezTo>
                    <a:cubicBezTo>
                      <a:pt x="934" y="553263"/>
                      <a:pt x="1577" y="550697"/>
                      <a:pt x="2453" y="548307"/>
                    </a:cubicBezTo>
                    <a:cubicBezTo>
                      <a:pt x="8584" y="524577"/>
                      <a:pt x="22657" y="481607"/>
                      <a:pt x="29081" y="462308"/>
                    </a:cubicBezTo>
                    <a:cubicBezTo>
                      <a:pt x="29782" y="458985"/>
                      <a:pt x="30833" y="455720"/>
                      <a:pt x="32234" y="452688"/>
                    </a:cubicBezTo>
                    <a:lnTo>
                      <a:pt x="32234" y="452630"/>
                    </a:lnTo>
                    <a:cubicBezTo>
                      <a:pt x="36147" y="444234"/>
                      <a:pt x="42512" y="437238"/>
                      <a:pt x="50395" y="432457"/>
                    </a:cubicBezTo>
                    <a:cubicBezTo>
                      <a:pt x="50863" y="432107"/>
                      <a:pt x="51855" y="431524"/>
                      <a:pt x="53198" y="430941"/>
                    </a:cubicBezTo>
                    <a:cubicBezTo>
                      <a:pt x="53724" y="430591"/>
                      <a:pt x="54308" y="430358"/>
                      <a:pt x="54833" y="430125"/>
                    </a:cubicBezTo>
                    <a:cubicBezTo>
                      <a:pt x="70308" y="422895"/>
                      <a:pt x="117901" y="403888"/>
                      <a:pt x="117901" y="403888"/>
                    </a:cubicBezTo>
                    <a:cubicBezTo>
                      <a:pt x="141726" y="393626"/>
                      <a:pt x="166311" y="384823"/>
                      <a:pt x="191479" y="375902"/>
                    </a:cubicBezTo>
                    <a:close/>
                    <a:moveTo>
                      <a:pt x="277747" y="0"/>
                    </a:moveTo>
                    <a:lnTo>
                      <a:pt x="277980" y="0"/>
                    </a:lnTo>
                    <a:lnTo>
                      <a:pt x="278214" y="0"/>
                    </a:lnTo>
                    <a:lnTo>
                      <a:pt x="280491" y="0"/>
                    </a:lnTo>
                    <a:lnTo>
                      <a:pt x="282768" y="0"/>
                    </a:lnTo>
                    <a:lnTo>
                      <a:pt x="283001" y="0"/>
                    </a:lnTo>
                    <a:lnTo>
                      <a:pt x="283235" y="0"/>
                    </a:lnTo>
                    <a:cubicBezTo>
                      <a:pt x="348858" y="0"/>
                      <a:pt x="402105" y="53118"/>
                      <a:pt x="401988" y="118656"/>
                    </a:cubicBezTo>
                    <a:cubicBezTo>
                      <a:pt x="401988" y="125420"/>
                      <a:pt x="400470" y="154807"/>
                      <a:pt x="400470" y="162854"/>
                    </a:cubicBezTo>
                    <a:cubicBezTo>
                      <a:pt x="403331" y="163029"/>
                      <a:pt x="429954" y="156673"/>
                      <a:pt x="427093" y="188509"/>
                    </a:cubicBezTo>
                    <a:cubicBezTo>
                      <a:pt x="421021" y="256030"/>
                      <a:pt x="395215" y="242969"/>
                      <a:pt x="394456" y="242969"/>
                    </a:cubicBezTo>
                    <a:cubicBezTo>
                      <a:pt x="381670" y="283901"/>
                      <a:pt x="361820" y="309964"/>
                      <a:pt x="342436" y="326465"/>
                    </a:cubicBezTo>
                    <a:cubicBezTo>
                      <a:pt x="312485" y="351946"/>
                      <a:pt x="283468" y="354745"/>
                      <a:pt x="283001" y="354745"/>
                    </a:cubicBezTo>
                    <a:cubicBezTo>
                      <a:pt x="282125" y="354803"/>
                      <a:pt x="281250" y="354803"/>
                      <a:pt x="280491" y="354803"/>
                    </a:cubicBezTo>
                    <a:cubicBezTo>
                      <a:pt x="279615" y="354803"/>
                      <a:pt x="278856" y="354745"/>
                      <a:pt x="277980" y="354745"/>
                    </a:cubicBezTo>
                    <a:cubicBezTo>
                      <a:pt x="277455" y="354745"/>
                      <a:pt x="248263" y="351946"/>
                      <a:pt x="218136" y="326116"/>
                    </a:cubicBezTo>
                    <a:cubicBezTo>
                      <a:pt x="198811" y="309556"/>
                      <a:pt x="179136" y="283609"/>
                      <a:pt x="166467" y="242969"/>
                    </a:cubicBezTo>
                    <a:cubicBezTo>
                      <a:pt x="165649" y="242969"/>
                      <a:pt x="139902" y="256030"/>
                      <a:pt x="133830" y="188509"/>
                    </a:cubicBezTo>
                    <a:cubicBezTo>
                      <a:pt x="130969" y="156731"/>
                      <a:pt x="157592" y="163087"/>
                      <a:pt x="160453" y="162970"/>
                    </a:cubicBezTo>
                    <a:cubicBezTo>
                      <a:pt x="160453" y="154807"/>
                      <a:pt x="158877" y="125478"/>
                      <a:pt x="158877" y="118715"/>
                    </a:cubicBezTo>
                    <a:cubicBezTo>
                      <a:pt x="158877" y="53177"/>
                      <a:pt x="212123" y="0"/>
                      <a:pt x="27774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227965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</p:grpSp>
        <p:sp>
          <p:nvSpPr>
            <p:cNvPr id="16" name="ïšliḍe"/>
            <p:cNvSpPr/>
            <p:nvPr/>
          </p:nvSpPr>
          <p:spPr>
            <a:xfrm>
              <a:off x="4643105" y="5164808"/>
              <a:ext cx="2905791" cy="969292"/>
            </a:xfrm>
            <a:prstGeom prst="snip2SameRect">
              <a:avLst>
                <a:gd name="adj1" fmla="val 0"/>
                <a:gd name="adj2" fmla="val 0"/>
              </a:avLst>
            </a:prstGeom>
            <a:ln>
              <a:noFill/>
            </a:ln>
          </p:spPr>
          <p:txBody>
            <a:bodyPr wrap="square" lIns="91440" tIns="45720" rIns="91440" bIns="45720"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dirty="0"/>
                <a:t>Supporting text here. </a:t>
              </a:r>
              <a:endParaRPr lang="en-US" altLang="zh-CN" sz="12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200" dirty="0"/>
                <a:t>When you copy &amp; paste, choose "keep text only" option.</a:t>
              </a:r>
              <a:endParaRPr lang="en-US" altLang="zh-CN" sz="1200" dirty="0"/>
            </a:p>
          </p:txBody>
        </p:sp>
        <p:sp>
          <p:nvSpPr>
            <p:cNvPr id="17" name="î$1îḋé"/>
            <p:cNvSpPr txBox="1"/>
            <p:nvPr/>
          </p:nvSpPr>
          <p:spPr bwMode="auto">
            <a:xfrm>
              <a:off x="4643105" y="4632580"/>
              <a:ext cx="2905791" cy="516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/>
                <a:t>Text Here</a:t>
              </a:r>
              <a:endParaRPr lang="en-US" altLang="zh-CN" b="1" dirty="0"/>
            </a:p>
          </p:txBody>
        </p:sp>
        <p:sp>
          <p:nvSpPr>
            <p:cNvPr id="18" name="íṩľîḓè"/>
            <p:cNvSpPr/>
            <p:nvPr/>
          </p:nvSpPr>
          <p:spPr>
            <a:xfrm>
              <a:off x="6015781" y="4352925"/>
              <a:ext cx="160438" cy="16043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c609717-2a1b-40cf-ba34-bc8fd6ca025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521050"/>
            <a:ext cx="10845800" cy="4235000"/>
            <a:chOff x="673100" y="1521050"/>
            <a:chExt cx="10845800" cy="4235000"/>
          </a:xfrm>
        </p:grpSpPr>
        <p:sp>
          <p:nvSpPr>
            <p:cNvPr id="6" name="îšlîdé"/>
            <p:cNvSpPr/>
            <p:nvPr/>
          </p:nvSpPr>
          <p:spPr>
            <a:xfrm rot="10800000">
              <a:off x="6098599" y="1521050"/>
              <a:ext cx="2117500" cy="2117500"/>
            </a:xfrm>
            <a:custGeom>
              <a:avLst/>
              <a:gdLst>
                <a:gd name="connsiteX0" fmla="*/ 1221434 w 2442868"/>
                <a:gd name="connsiteY0" fmla="*/ 2442868 h 2442868"/>
                <a:gd name="connsiteX1" fmla="*/ 0 w 2442868"/>
                <a:gd name="connsiteY1" fmla="*/ 1221434 h 2442868"/>
                <a:gd name="connsiteX2" fmla="*/ 1 w 2442868"/>
                <a:gd name="connsiteY2" fmla="*/ 1221434 h 2442868"/>
                <a:gd name="connsiteX3" fmla="*/ 1221435 w 2442868"/>
                <a:gd name="connsiteY3" fmla="*/ 0 h 2442868"/>
                <a:gd name="connsiteX4" fmla="*/ 1493563 w 2442868"/>
                <a:gd name="connsiteY4" fmla="*/ 0 h 2442868"/>
                <a:gd name="connsiteX5" fmla="*/ 1396545 w 2442868"/>
                <a:gd name="connsiteY5" fmla="*/ 4899 h 2442868"/>
                <a:gd name="connsiteX6" fmla="*/ 544335 w 2442868"/>
                <a:gd name="connsiteY6" fmla="*/ 949265 h 2442868"/>
                <a:gd name="connsiteX7" fmla="*/ 544334 w 2442868"/>
                <a:gd name="connsiteY7" fmla="*/ 949265 h 2442868"/>
                <a:gd name="connsiteX8" fmla="*/ 1493601 w 2442868"/>
                <a:gd name="connsiteY8" fmla="*/ 1898532 h 2442868"/>
                <a:gd name="connsiteX9" fmla="*/ 2442868 w 2442868"/>
                <a:gd name="connsiteY9" fmla="*/ 949265 h 2442868"/>
                <a:gd name="connsiteX10" fmla="*/ 2442868 w 2442868"/>
                <a:gd name="connsiteY10" fmla="*/ 1221434 h 2442868"/>
                <a:gd name="connsiteX11" fmla="*/ 1221434 w 2442868"/>
                <a:gd name="connsiteY11" fmla="*/ 2442868 h 2442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42868" h="2442868">
                  <a:moveTo>
                    <a:pt x="1221434" y="2442868"/>
                  </a:moveTo>
                  <a:cubicBezTo>
                    <a:pt x="546855" y="2442868"/>
                    <a:pt x="0" y="1896013"/>
                    <a:pt x="0" y="1221434"/>
                  </a:cubicBezTo>
                  <a:lnTo>
                    <a:pt x="1" y="1221434"/>
                  </a:lnTo>
                  <a:cubicBezTo>
                    <a:pt x="1" y="546855"/>
                    <a:pt x="546856" y="0"/>
                    <a:pt x="1221435" y="0"/>
                  </a:cubicBezTo>
                  <a:lnTo>
                    <a:pt x="1493563" y="0"/>
                  </a:lnTo>
                  <a:lnTo>
                    <a:pt x="1396545" y="4899"/>
                  </a:lnTo>
                  <a:cubicBezTo>
                    <a:pt x="917871" y="53511"/>
                    <a:pt x="544335" y="457766"/>
                    <a:pt x="544335" y="949265"/>
                  </a:cubicBezTo>
                  <a:lnTo>
                    <a:pt x="544334" y="949265"/>
                  </a:lnTo>
                  <a:cubicBezTo>
                    <a:pt x="544334" y="1473531"/>
                    <a:pt x="969335" y="1898532"/>
                    <a:pt x="1493601" y="1898532"/>
                  </a:cubicBezTo>
                  <a:cubicBezTo>
                    <a:pt x="2017867" y="1898532"/>
                    <a:pt x="2442868" y="1473531"/>
                    <a:pt x="2442868" y="949265"/>
                  </a:cubicBezTo>
                  <a:lnTo>
                    <a:pt x="2442868" y="1221434"/>
                  </a:lnTo>
                  <a:cubicBezTo>
                    <a:pt x="2442868" y="1896013"/>
                    <a:pt x="1896013" y="2442868"/>
                    <a:pt x="1221434" y="244286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7" name="íṥľíḍe"/>
            <p:cNvSpPr/>
            <p:nvPr/>
          </p:nvSpPr>
          <p:spPr bwMode="auto">
            <a:xfrm>
              <a:off x="5081544" y="2627986"/>
              <a:ext cx="476186" cy="537419"/>
            </a:xfrm>
            <a:custGeom>
              <a:avLst/>
              <a:gdLst>
                <a:gd name="connsiteX0" fmla="*/ 70443 w 476186"/>
                <a:gd name="connsiteY0" fmla="*/ 350275 h 537419"/>
                <a:gd name="connsiteX1" fmla="*/ 81168 w 476186"/>
                <a:gd name="connsiteY1" fmla="*/ 357142 h 537419"/>
                <a:gd name="connsiteX2" fmla="*/ 78076 w 476186"/>
                <a:gd name="connsiteY2" fmla="*/ 381127 h 537419"/>
                <a:gd name="connsiteX3" fmla="*/ 34014 w 476186"/>
                <a:gd name="connsiteY3" fmla="*/ 435288 h 537419"/>
                <a:gd name="connsiteX4" fmla="*/ 238093 w 476186"/>
                <a:gd name="connsiteY4" fmla="*/ 503375 h 537419"/>
                <a:gd name="connsiteX5" fmla="*/ 442173 w 476186"/>
                <a:gd name="connsiteY5" fmla="*/ 435288 h 537419"/>
                <a:gd name="connsiteX6" fmla="*/ 398110 w 476186"/>
                <a:gd name="connsiteY6" fmla="*/ 381127 h 537419"/>
                <a:gd name="connsiteX7" fmla="*/ 394245 w 476186"/>
                <a:gd name="connsiteY7" fmla="*/ 357142 h 537419"/>
                <a:gd name="connsiteX8" fmla="*/ 418209 w 476186"/>
                <a:gd name="connsiteY8" fmla="*/ 353273 h 537419"/>
                <a:gd name="connsiteX9" fmla="*/ 476186 w 476186"/>
                <a:gd name="connsiteY9" fmla="*/ 435288 h 537419"/>
                <a:gd name="connsiteX10" fmla="*/ 238093 w 476186"/>
                <a:gd name="connsiteY10" fmla="*/ 537419 h 537419"/>
                <a:gd name="connsiteX11" fmla="*/ 0 w 476186"/>
                <a:gd name="connsiteY11" fmla="*/ 435288 h 537419"/>
                <a:gd name="connsiteX12" fmla="*/ 57977 w 476186"/>
                <a:gd name="connsiteY12" fmla="*/ 353273 h 537419"/>
                <a:gd name="connsiteX13" fmla="*/ 70443 w 476186"/>
                <a:gd name="connsiteY13" fmla="*/ 350275 h 537419"/>
                <a:gd name="connsiteX14" fmla="*/ 114324 w 476186"/>
                <a:gd name="connsiteY14" fmla="*/ 241350 h 537419"/>
                <a:gd name="connsiteX15" fmla="*/ 105042 w 476186"/>
                <a:gd name="connsiteY15" fmla="*/ 272292 h 537419"/>
                <a:gd name="connsiteX16" fmla="*/ 90344 w 476186"/>
                <a:gd name="connsiteY16" fmla="*/ 285442 h 537419"/>
                <a:gd name="connsiteX17" fmla="*/ 88797 w 476186"/>
                <a:gd name="connsiteY17" fmla="*/ 286216 h 537419"/>
                <a:gd name="connsiteX18" fmla="*/ 238094 w 476186"/>
                <a:gd name="connsiteY18" fmla="*/ 374402 h 537419"/>
                <a:gd name="connsiteX19" fmla="*/ 390485 w 476186"/>
                <a:gd name="connsiteY19" fmla="*/ 279254 h 537419"/>
                <a:gd name="connsiteX20" fmla="*/ 282187 w 476186"/>
                <a:gd name="connsiteY20" fmla="*/ 297819 h 537419"/>
                <a:gd name="connsiteX21" fmla="*/ 269036 w 476186"/>
                <a:gd name="connsiteY21" fmla="*/ 297819 h 537419"/>
                <a:gd name="connsiteX22" fmla="*/ 114324 w 476186"/>
                <a:gd name="connsiteY22" fmla="*/ 241350 h 537419"/>
                <a:gd name="connsiteX23" fmla="*/ 238094 w 476186"/>
                <a:gd name="connsiteY23" fmla="*/ 34036 h 537419"/>
                <a:gd name="connsiteX24" fmla="*/ 67911 w 476186"/>
                <a:gd name="connsiteY24" fmla="*/ 204219 h 537419"/>
                <a:gd name="connsiteX25" fmla="*/ 80288 w 476186"/>
                <a:gd name="connsiteY25" fmla="*/ 268424 h 537419"/>
                <a:gd name="connsiteX26" fmla="*/ 85703 w 476186"/>
                <a:gd name="connsiteY26" fmla="*/ 269198 h 537419"/>
                <a:gd name="connsiteX27" fmla="*/ 89570 w 476186"/>
                <a:gd name="connsiteY27" fmla="*/ 265330 h 537419"/>
                <a:gd name="connsiteX28" fmla="*/ 101174 w 476186"/>
                <a:gd name="connsiteY28" fmla="*/ 222011 h 537419"/>
                <a:gd name="connsiteX29" fmla="*/ 107362 w 476186"/>
                <a:gd name="connsiteY29" fmla="*/ 215822 h 537419"/>
                <a:gd name="connsiteX30" fmla="*/ 116645 w 476186"/>
                <a:gd name="connsiteY30" fmla="*/ 218916 h 537419"/>
                <a:gd name="connsiteX31" fmla="*/ 269810 w 476186"/>
                <a:gd name="connsiteY31" fmla="*/ 280801 h 537419"/>
                <a:gd name="connsiteX32" fmla="*/ 398994 w 476186"/>
                <a:gd name="connsiteY32" fmla="*/ 258368 h 537419"/>
                <a:gd name="connsiteX33" fmla="*/ 408277 w 476186"/>
                <a:gd name="connsiteY33" fmla="*/ 204219 h 537419"/>
                <a:gd name="connsiteX34" fmla="*/ 238094 w 476186"/>
                <a:gd name="connsiteY34" fmla="*/ 34036 h 537419"/>
                <a:gd name="connsiteX35" fmla="*/ 238094 w 476186"/>
                <a:gd name="connsiteY35" fmla="*/ 0 h 537419"/>
                <a:gd name="connsiteX36" fmla="*/ 442313 w 476186"/>
                <a:gd name="connsiteY36" fmla="*/ 204219 h 537419"/>
                <a:gd name="connsiteX37" fmla="*/ 238094 w 476186"/>
                <a:gd name="connsiteY37" fmla="*/ 408438 h 537419"/>
                <a:gd name="connsiteX38" fmla="*/ 33874 w 476186"/>
                <a:gd name="connsiteY38" fmla="*/ 204219 h 537419"/>
                <a:gd name="connsiteX39" fmla="*/ 238094 w 476186"/>
                <a:gd name="connsiteY39" fmla="*/ 0 h 53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76186" h="537419">
                  <a:moveTo>
                    <a:pt x="70443" y="350275"/>
                  </a:moveTo>
                  <a:cubicBezTo>
                    <a:pt x="74598" y="350952"/>
                    <a:pt x="78463" y="353273"/>
                    <a:pt x="81168" y="357142"/>
                  </a:cubicBezTo>
                  <a:cubicBezTo>
                    <a:pt x="87353" y="364879"/>
                    <a:pt x="85033" y="375711"/>
                    <a:pt x="78076" y="381127"/>
                  </a:cubicBezTo>
                  <a:cubicBezTo>
                    <a:pt x="46382" y="403565"/>
                    <a:pt x="34014" y="415945"/>
                    <a:pt x="34014" y="435288"/>
                  </a:cubicBezTo>
                  <a:cubicBezTo>
                    <a:pt x="34014" y="484806"/>
                    <a:pt x="91218" y="503375"/>
                    <a:pt x="238093" y="503375"/>
                  </a:cubicBezTo>
                  <a:cubicBezTo>
                    <a:pt x="384969" y="503375"/>
                    <a:pt x="442173" y="484806"/>
                    <a:pt x="442173" y="435288"/>
                  </a:cubicBezTo>
                  <a:cubicBezTo>
                    <a:pt x="442173" y="415945"/>
                    <a:pt x="429031" y="403565"/>
                    <a:pt x="398110" y="381127"/>
                  </a:cubicBezTo>
                  <a:cubicBezTo>
                    <a:pt x="390380" y="375711"/>
                    <a:pt x="388834" y="364879"/>
                    <a:pt x="394245" y="357142"/>
                  </a:cubicBezTo>
                  <a:cubicBezTo>
                    <a:pt x="399656" y="349405"/>
                    <a:pt x="410479" y="347857"/>
                    <a:pt x="418209" y="353273"/>
                  </a:cubicBezTo>
                  <a:cubicBezTo>
                    <a:pt x="445265" y="373390"/>
                    <a:pt x="476186" y="395828"/>
                    <a:pt x="476186" y="435288"/>
                  </a:cubicBezTo>
                  <a:cubicBezTo>
                    <a:pt x="476186" y="529682"/>
                    <a:pt x="353275" y="537419"/>
                    <a:pt x="238093" y="537419"/>
                  </a:cubicBezTo>
                  <a:cubicBezTo>
                    <a:pt x="122912" y="537419"/>
                    <a:pt x="0" y="529682"/>
                    <a:pt x="0" y="435288"/>
                  </a:cubicBezTo>
                  <a:cubicBezTo>
                    <a:pt x="0" y="395828"/>
                    <a:pt x="30921" y="373390"/>
                    <a:pt x="57977" y="353273"/>
                  </a:cubicBezTo>
                  <a:cubicBezTo>
                    <a:pt x="61843" y="350565"/>
                    <a:pt x="66288" y="349598"/>
                    <a:pt x="70443" y="350275"/>
                  </a:cubicBezTo>
                  <a:close/>
                  <a:moveTo>
                    <a:pt x="114324" y="241350"/>
                  </a:moveTo>
                  <a:cubicBezTo>
                    <a:pt x="112004" y="250632"/>
                    <a:pt x="108909" y="263009"/>
                    <a:pt x="105042" y="272292"/>
                  </a:cubicBezTo>
                  <a:cubicBezTo>
                    <a:pt x="101174" y="280801"/>
                    <a:pt x="94985" y="283895"/>
                    <a:pt x="90344" y="285442"/>
                  </a:cubicBezTo>
                  <a:cubicBezTo>
                    <a:pt x="89570" y="285442"/>
                    <a:pt x="89570" y="285442"/>
                    <a:pt x="88797" y="286216"/>
                  </a:cubicBezTo>
                  <a:cubicBezTo>
                    <a:pt x="117419" y="338818"/>
                    <a:pt x="173888" y="374402"/>
                    <a:pt x="238094" y="374402"/>
                  </a:cubicBezTo>
                  <a:cubicBezTo>
                    <a:pt x="304620" y="374402"/>
                    <a:pt x="362637" y="335724"/>
                    <a:pt x="390485" y="279254"/>
                  </a:cubicBezTo>
                  <a:cubicBezTo>
                    <a:pt x="363410" y="287763"/>
                    <a:pt x="320865" y="297819"/>
                    <a:pt x="282187" y="297819"/>
                  </a:cubicBezTo>
                  <a:cubicBezTo>
                    <a:pt x="277545" y="297819"/>
                    <a:pt x="272904" y="297819"/>
                    <a:pt x="269036" y="297819"/>
                  </a:cubicBezTo>
                  <a:cubicBezTo>
                    <a:pt x="181624" y="291631"/>
                    <a:pt x="134437" y="259141"/>
                    <a:pt x="114324" y="241350"/>
                  </a:cubicBezTo>
                  <a:close/>
                  <a:moveTo>
                    <a:pt x="238094" y="34036"/>
                  </a:moveTo>
                  <a:cubicBezTo>
                    <a:pt x="143720" y="34036"/>
                    <a:pt x="67911" y="110618"/>
                    <a:pt x="67911" y="204219"/>
                  </a:cubicBezTo>
                  <a:cubicBezTo>
                    <a:pt x="67911" y="227426"/>
                    <a:pt x="72552" y="249085"/>
                    <a:pt x="80288" y="268424"/>
                  </a:cubicBezTo>
                  <a:cubicBezTo>
                    <a:pt x="82608" y="269198"/>
                    <a:pt x="84156" y="269198"/>
                    <a:pt x="85703" y="269198"/>
                  </a:cubicBezTo>
                  <a:cubicBezTo>
                    <a:pt x="86476" y="269198"/>
                    <a:pt x="88023" y="268424"/>
                    <a:pt x="89570" y="265330"/>
                  </a:cubicBezTo>
                  <a:cubicBezTo>
                    <a:pt x="96533" y="249859"/>
                    <a:pt x="101174" y="222784"/>
                    <a:pt x="101174" y="222011"/>
                  </a:cubicBezTo>
                  <a:cubicBezTo>
                    <a:pt x="101947" y="218916"/>
                    <a:pt x="104268" y="216596"/>
                    <a:pt x="107362" y="215822"/>
                  </a:cubicBezTo>
                  <a:cubicBezTo>
                    <a:pt x="110457" y="215049"/>
                    <a:pt x="114324" y="215822"/>
                    <a:pt x="116645" y="218916"/>
                  </a:cubicBezTo>
                  <a:cubicBezTo>
                    <a:pt x="116645" y="218916"/>
                    <a:pt x="158417" y="272292"/>
                    <a:pt x="269810" y="280801"/>
                  </a:cubicBezTo>
                  <a:cubicBezTo>
                    <a:pt x="315450" y="283895"/>
                    <a:pt x="372693" y="266877"/>
                    <a:pt x="398994" y="258368"/>
                  </a:cubicBezTo>
                  <a:cubicBezTo>
                    <a:pt x="405182" y="241350"/>
                    <a:pt x="408277" y="223558"/>
                    <a:pt x="408277" y="204219"/>
                  </a:cubicBezTo>
                  <a:cubicBezTo>
                    <a:pt x="408277" y="110618"/>
                    <a:pt x="331694" y="34036"/>
                    <a:pt x="238094" y="34036"/>
                  </a:cubicBezTo>
                  <a:close/>
                  <a:moveTo>
                    <a:pt x="238094" y="0"/>
                  </a:moveTo>
                  <a:cubicBezTo>
                    <a:pt x="351033" y="0"/>
                    <a:pt x="442313" y="91280"/>
                    <a:pt x="442313" y="204219"/>
                  </a:cubicBezTo>
                  <a:cubicBezTo>
                    <a:pt x="442313" y="317158"/>
                    <a:pt x="351033" y="408438"/>
                    <a:pt x="238094" y="408438"/>
                  </a:cubicBezTo>
                  <a:cubicBezTo>
                    <a:pt x="125154" y="408438"/>
                    <a:pt x="33874" y="317158"/>
                    <a:pt x="33874" y="204219"/>
                  </a:cubicBezTo>
                  <a:cubicBezTo>
                    <a:pt x="33874" y="91280"/>
                    <a:pt x="125154" y="0"/>
                    <a:pt x="2380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8" name="ïşļíḓé"/>
            <p:cNvSpPr/>
            <p:nvPr/>
          </p:nvSpPr>
          <p:spPr bwMode="auto">
            <a:xfrm>
              <a:off x="6706432" y="4318683"/>
              <a:ext cx="565334" cy="433134"/>
            </a:xfrm>
            <a:custGeom>
              <a:avLst/>
              <a:gdLst>
                <a:gd name="T0" fmla="*/ 633 w 718"/>
                <a:gd name="T1" fmla="*/ 0 h 549"/>
                <a:gd name="T2" fmla="*/ 549 w 718"/>
                <a:gd name="T3" fmla="*/ 84 h 549"/>
                <a:gd name="T4" fmla="*/ 578 w 718"/>
                <a:gd name="T5" fmla="*/ 148 h 549"/>
                <a:gd name="T6" fmla="*/ 475 w 718"/>
                <a:gd name="T7" fmla="*/ 302 h 549"/>
                <a:gd name="T8" fmla="*/ 443 w 718"/>
                <a:gd name="T9" fmla="*/ 296 h 549"/>
                <a:gd name="T10" fmla="*/ 369 w 718"/>
                <a:gd name="T11" fmla="*/ 340 h 549"/>
                <a:gd name="T12" fmla="*/ 310 w 718"/>
                <a:gd name="T13" fmla="*/ 305 h 549"/>
                <a:gd name="T14" fmla="*/ 316 w 718"/>
                <a:gd name="T15" fmla="*/ 275 h 549"/>
                <a:gd name="T16" fmla="*/ 232 w 718"/>
                <a:gd name="T17" fmla="*/ 190 h 549"/>
                <a:gd name="T18" fmla="*/ 147 w 718"/>
                <a:gd name="T19" fmla="*/ 275 h 549"/>
                <a:gd name="T20" fmla="*/ 176 w 718"/>
                <a:gd name="T21" fmla="*/ 338 h 549"/>
                <a:gd name="T22" fmla="*/ 133 w 718"/>
                <a:gd name="T23" fmla="*/ 396 h 549"/>
                <a:gd name="T24" fmla="*/ 84 w 718"/>
                <a:gd name="T25" fmla="*/ 380 h 549"/>
                <a:gd name="T26" fmla="*/ 0 w 718"/>
                <a:gd name="T27" fmla="*/ 465 h 549"/>
                <a:gd name="T28" fmla="*/ 84 w 718"/>
                <a:gd name="T29" fmla="*/ 549 h 549"/>
                <a:gd name="T30" fmla="*/ 168 w 718"/>
                <a:gd name="T31" fmla="*/ 465 h 549"/>
                <a:gd name="T32" fmla="*/ 148 w 718"/>
                <a:gd name="T33" fmla="*/ 411 h 549"/>
                <a:gd name="T34" fmla="*/ 194 w 718"/>
                <a:gd name="T35" fmla="*/ 350 h 549"/>
                <a:gd name="T36" fmla="*/ 232 w 718"/>
                <a:gd name="T37" fmla="*/ 359 h 549"/>
                <a:gd name="T38" fmla="*/ 300 w 718"/>
                <a:gd name="T39" fmla="*/ 324 h 549"/>
                <a:gd name="T40" fmla="*/ 361 w 718"/>
                <a:gd name="T41" fmla="*/ 360 h 549"/>
                <a:gd name="T42" fmla="*/ 359 w 718"/>
                <a:gd name="T43" fmla="*/ 380 h 549"/>
                <a:gd name="T44" fmla="*/ 443 w 718"/>
                <a:gd name="T45" fmla="*/ 465 h 549"/>
                <a:gd name="T46" fmla="*/ 528 w 718"/>
                <a:gd name="T47" fmla="*/ 380 h 549"/>
                <a:gd name="T48" fmla="*/ 494 w 718"/>
                <a:gd name="T49" fmla="*/ 313 h 549"/>
                <a:gd name="T50" fmla="*/ 596 w 718"/>
                <a:gd name="T51" fmla="*/ 160 h 549"/>
                <a:gd name="T52" fmla="*/ 633 w 718"/>
                <a:gd name="T53" fmla="*/ 169 h 549"/>
                <a:gd name="T54" fmla="*/ 718 w 718"/>
                <a:gd name="T55" fmla="*/ 84 h 549"/>
                <a:gd name="T56" fmla="*/ 633 w 718"/>
                <a:gd name="T57" fmla="*/ 0 h 549"/>
                <a:gd name="T58" fmla="*/ 84 w 718"/>
                <a:gd name="T59" fmla="*/ 507 h 549"/>
                <a:gd name="T60" fmla="*/ 42 w 718"/>
                <a:gd name="T61" fmla="*/ 465 h 549"/>
                <a:gd name="T62" fmla="*/ 84 w 718"/>
                <a:gd name="T63" fmla="*/ 422 h 549"/>
                <a:gd name="T64" fmla="*/ 126 w 718"/>
                <a:gd name="T65" fmla="*/ 465 h 549"/>
                <a:gd name="T66" fmla="*/ 84 w 718"/>
                <a:gd name="T67" fmla="*/ 507 h 549"/>
                <a:gd name="T68" fmla="*/ 232 w 718"/>
                <a:gd name="T69" fmla="*/ 317 h 549"/>
                <a:gd name="T70" fmla="*/ 190 w 718"/>
                <a:gd name="T71" fmla="*/ 275 h 549"/>
                <a:gd name="T72" fmla="*/ 232 w 718"/>
                <a:gd name="T73" fmla="*/ 233 h 549"/>
                <a:gd name="T74" fmla="*/ 274 w 718"/>
                <a:gd name="T75" fmla="*/ 275 h 549"/>
                <a:gd name="T76" fmla="*/ 232 w 718"/>
                <a:gd name="T77" fmla="*/ 317 h 549"/>
                <a:gd name="T78" fmla="*/ 443 w 718"/>
                <a:gd name="T79" fmla="*/ 422 h 549"/>
                <a:gd name="T80" fmla="*/ 401 w 718"/>
                <a:gd name="T81" fmla="*/ 380 h 549"/>
                <a:gd name="T82" fmla="*/ 443 w 718"/>
                <a:gd name="T83" fmla="*/ 338 h 549"/>
                <a:gd name="T84" fmla="*/ 486 w 718"/>
                <a:gd name="T85" fmla="*/ 380 h 549"/>
                <a:gd name="T86" fmla="*/ 443 w 718"/>
                <a:gd name="T87" fmla="*/ 422 h 549"/>
                <a:gd name="T88" fmla="*/ 633 w 718"/>
                <a:gd name="T89" fmla="*/ 127 h 549"/>
                <a:gd name="T90" fmla="*/ 591 w 718"/>
                <a:gd name="T91" fmla="*/ 84 h 549"/>
                <a:gd name="T92" fmla="*/ 633 w 718"/>
                <a:gd name="T93" fmla="*/ 42 h 549"/>
                <a:gd name="T94" fmla="*/ 675 w 718"/>
                <a:gd name="T95" fmla="*/ 84 h 549"/>
                <a:gd name="T96" fmla="*/ 633 w 718"/>
                <a:gd name="T97" fmla="*/ 127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549">
                  <a:moveTo>
                    <a:pt x="633" y="0"/>
                  </a:moveTo>
                  <a:cubicBezTo>
                    <a:pt x="587" y="0"/>
                    <a:pt x="549" y="38"/>
                    <a:pt x="549" y="84"/>
                  </a:cubicBezTo>
                  <a:cubicBezTo>
                    <a:pt x="549" y="110"/>
                    <a:pt x="561" y="132"/>
                    <a:pt x="578" y="148"/>
                  </a:cubicBezTo>
                  <a:cubicBezTo>
                    <a:pt x="475" y="302"/>
                    <a:pt x="475" y="302"/>
                    <a:pt x="475" y="302"/>
                  </a:cubicBezTo>
                  <a:cubicBezTo>
                    <a:pt x="466" y="298"/>
                    <a:pt x="455" y="296"/>
                    <a:pt x="443" y="296"/>
                  </a:cubicBezTo>
                  <a:cubicBezTo>
                    <a:pt x="411" y="296"/>
                    <a:pt x="383" y="314"/>
                    <a:pt x="369" y="340"/>
                  </a:cubicBezTo>
                  <a:cubicBezTo>
                    <a:pt x="310" y="305"/>
                    <a:pt x="310" y="305"/>
                    <a:pt x="310" y="305"/>
                  </a:cubicBezTo>
                  <a:cubicBezTo>
                    <a:pt x="314" y="296"/>
                    <a:pt x="316" y="285"/>
                    <a:pt x="316" y="275"/>
                  </a:cubicBezTo>
                  <a:cubicBezTo>
                    <a:pt x="316" y="228"/>
                    <a:pt x="278" y="190"/>
                    <a:pt x="232" y="190"/>
                  </a:cubicBezTo>
                  <a:cubicBezTo>
                    <a:pt x="185" y="190"/>
                    <a:pt x="147" y="228"/>
                    <a:pt x="147" y="275"/>
                  </a:cubicBezTo>
                  <a:cubicBezTo>
                    <a:pt x="147" y="300"/>
                    <a:pt x="159" y="322"/>
                    <a:pt x="176" y="338"/>
                  </a:cubicBezTo>
                  <a:cubicBezTo>
                    <a:pt x="133" y="396"/>
                    <a:pt x="133" y="396"/>
                    <a:pt x="133" y="396"/>
                  </a:cubicBezTo>
                  <a:cubicBezTo>
                    <a:pt x="119" y="386"/>
                    <a:pt x="102" y="380"/>
                    <a:pt x="84" y="380"/>
                  </a:cubicBezTo>
                  <a:cubicBezTo>
                    <a:pt x="38" y="380"/>
                    <a:pt x="0" y="418"/>
                    <a:pt x="0" y="465"/>
                  </a:cubicBezTo>
                  <a:cubicBezTo>
                    <a:pt x="0" y="511"/>
                    <a:pt x="38" y="549"/>
                    <a:pt x="84" y="549"/>
                  </a:cubicBezTo>
                  <a:cubicBezTo>
                    <a:pt x="130" y="549"/>
                    <a:pt x="168" y="511"/>
                    <a:pt x="168" y="465"/>
                  </a:cubicBezTo>
                  <a:cubicBezTo>
                    <a:pt x="168" y="444"/>
                    <a:pt x="160" y="425"/>
                    <a:pt x="148" y="411"/>
                  </a:cubicBezTo>
                  <a:cubicBezTo>
                    <a:pt x="194" y="350"/>
                    <a:pt x="194" y="350"/>
                    <a:pt x="194" y="350"/>
                  </a:cubicBezTo>
                  <a:cubicBezTo>
                    <a:pt x="205" y="355"/>
                    <a:pt x="218" y="359"/>
                    <a:pt x="232" y="359"/>
                  </a:cubicBezTo>
                  <a:cubicBezTo>
                    <a:pt x="260" y="359"/>
                    <a:pt x="285" y="345"/>
                    <a:pt x="300" y="324"/>
                  </a:cubicBezTo>
                  <a:cubicBezTo>
                    <a:pt x="361" y="360"/>
                    <a:pt x="361" y="360"/>
                    <a:pt x="361" y="360"/>
                  </a:cubicBezTo>
                  <a:cubicBezTo>
                    <a:pt x="360" y="367"/>
                    <a:pt x="359" y="373"/>
                    <a:pt x="359" y="380"/>
                  </a:cubicBezTo>
                  <a:cubicBezTo>
                    <a:pt x="359" y="427"/>
                    <a:pt x="397" y="465"/>
                    <a:pt x="443" y="465"/>
                  </a:cubicBezTo>
                  <a:cubicBezTo>
                    <a:pt x="490" y="465"/>
                    <a:pt x="528" y="427"/>
                    <a:pt x="528" y="380"/>
                  </a:cubicBezTo>
                  <a:cubicBezTo>
                    <a:pt x="528" y="352"/>
                    <a:pt x="514" y="328"/>
                    <a:pt x="494" y="313"/>
                  </a:cubicBezTo>
                  <a:cubicBezTo>
                    <a:pt x="596" y="160"/>
                    <a:pt x="596" y="160"/>
                    <a:pt x="596" y="160"/>
                  </a:cubicBezTo>
                  <a:cubicBezTo>
                    <a:pt x="607" y="165"/>
                    <a:pt x="620" y="169"/>
                    <a:pt x="633" y="169"/>
                  </a:cubicBezTo>
                  <a:cubicBezTo>
                    <a:pt x="680" y="169"/>
                    <a:pt x="718" y="131"/>
                    <a:pt x="718" y="84"/>
                  </a:cubicBezTo>
                  <a:cubicBezTo>
                    <a:pt x="718" y="38"/>
                    <a:pt x="680" y="0"/>
                    <a:pt x="633" y="0"/>
                  </a:cubicBezTo>
                  <a:close/>
                  <a:moveTo>
                    <a:pt x="84" y="507"/>
                  </a:moveTo>
                  <a:cubicBezTo>
                    <a:pt x="61" y="507"/>
                    <a:pt x="42" y="488"/>
                    <a:pt x="42" y="465"/>
                  </a:cubicBezTo>
                  <a:cubicBezTo>
                    <a:pt x="42" y="441"/>
                    <a:pt x="61" y="422"/>
                    <a:pt x="84" y="422"/>
                  </a:cubicBezTo>
                  <a:cubicBezTo>
                    <a:pt x="107" y="422"/>
                    <a:pt x="126" y="441"/>
                    <a:pt x="126" y="465"/>
                  </a:cubicBezTo>
                  <a:cubicBezTo>
                    <a:pt x="126" y="488"/>
                    <a:pt x="107" y="507"/>
                    <a:pt x="84" y="507"/>
                  </a:cubicBezTo>
                  <a:close/>
                  <a:moveTo>
                    <a:pt x="232" y="317"/>
                  </a:moveTo>
                  <a:cubicBezTo>
                    <a:pt x="209" y="317"/>
                    <a:pt x="190" y="298"/>
                    <a:pt x="190" y="275"/>
                  </a:cubicBezTo>
                  <a:cubicBezTo>
                    <a:pt x="190" y="251"/>
                    <a:pt x="209" y="233"/>
                    <a:pt x="232" y="233"/>
                  </a:cubicBezTo>
                  <a:cubicBezTo>
                    <a:pt x="255" y="233"/>
                    <a:pt x="274" y="251"/>
                    <a:pt x="274" y="275"/>
                  </a:cubicBezTo>
                  <a:cubicBezTo>
                    <a:pt x="274" y="298"/>
                    <a:pt x="255" y="317"/>
                    <a:pt x="232" y="317"/>
                  </a:cubicBezTo>
                  <a:close/>
                  <a:moveTo>
                    <a:pt x="443" y="422"/>
                  </a:moveTo>
                  <a:cubicBezTo>
                    <a:pt x="420" y="422"/>
                    <a:pt x="401" y="403"/>
                    <a:pt x="401" y="380"/>
                  </a:cubicBezTo>
                  <a:cubicBezTo>
                    <a:pt x="401" y="357"/>
                    <a:pt x="420" y="338"/>
                    <a:pt x="443" y="338"/>
                  </a:cubicBezTo>
                  <a:cubicBezTo>
                    <a:pt x="467" y="338"/>
                    <a:pt x="486" y="357"/>
                    <a:pt x="486" y="380"/>
                  </a:cubicBezTo>
                  <a:cubicBezTo>
                    <a:pt x="486" y="403"/>
                    <a:pt x="467" y="422"/>
                    <a:pt x="443" y="422"/>
                  </a:cubicBezTo>
                  <a:close/>
                  <a:moveTo>
                    <a:pt x="633" y="127"/>
                  </a:moveTo>
                  <a:cubicBezTo>
                    <a:pt x="610" y="127"/>
                    <a:pt x="591" y="108"/>
                    <a:pt x="591" y="84"/>
                  </a:cubicBezTo>
                  <a:cubicBezTo>
                    <a:pt x="591" y="61"/>
                    <a:pt x="610" y="42"/>
                    <a:pt x="633" y="42"/>
                  </a:cubicBezTo>
                  <a:cubicBezTo>
                    <a:pt x="657" y="42"/>
                    <a:pt x="675" y="61"/>
                    <a:pt x="675" y="84"/>
                  </a:cubicBezTo>
                  <a:cubicBezTo>
                    <a:pt x="675" y="108"/>
                    <a:pt x="657" y="127"/>
                    <a:pt x="633" y="1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9" name="ï$ľiḑe"/>
            <p:cNvSpPr/>
            <p:nvPr/>
          </p:nvSpPr>
          <p:spPr bwMode="auto">
            <a:xfrm>
              <a:off x="6698484" y="2664141"/>
              <a:ext cx="581227" cy="465106"/>
            </a:xfrm>
            <a:custGeom>
              <a:avLst/>
              <a:gdLst>
                <a:gd name="connsiteX0" fmla="*/ 329149 w 581227"/>
                <a:gd name="connsiteY0" fmla="*/ 135751 h 465106"/>
                <a:gd name="connsiteX1" fmla="*/ 329149 w 581227"/>
                <a:gd name="connsiteY1" fmla="*/ 271295 h 465106"/>
                <a:gd name="connsiteX2" fmla="*/ 406425 w 581227"/>
                <a:gd name="connsiteY2" fmla="*/ 271295 h 465106"/>
                <a:gd name="connsiteX3" fmla="*/ 290511 w 581227"/>
                <a:gd name="connsiteY3" fmla="*/ 465106 h 465106"/>
                <a:gd name="connsiteX4" fmla="*/ 290511 w 581227"/>
                <a:gd name="connsiteY4" fmla="*/ 329976 h 465106"/>
                <a:gd name="connsiteX5" fmla="*/ 213234 w 581227"/>
                <a:gd name="connsiteY5" fmla="*/ 329976 h 465106"/>
                <a:gd name="connsiteX6" fmla="*/ 310184 w 581227"/>
                <a:gd name="connsiteY6" fmla="*/ 0 h 465106"/>
                <a:gd name="connsiteX7" fmla="*/ 464786 w 581227"/>
                <a:gd name="connsiteY7" fmla="*/ 155230 h 465106"/>
                <a:gd name="connsiteX8" fmla="*/ 465275 w 581227"/>
                <a:gd name="connsiteY8" fmla="*/ 155230 h 465106"/>
                <a:gd name="connsiteX9" fmla="*/ 581227 w 581227"/>
                <a:gd name="connsiteY9" fmla="*/ 271774 h 465106"/>
                <a:gd name="connsiteX10" fmla="*/ 465275 w 581227"/>
                <a:gd name="connsiteY10" fmla="*/ 387829 h 465106"/>
                <a:gd name="connsiteX11" fmla="*/ 462829 w 581227"/>
                <a:gd name="connsiteY11" fmla="*/ 387829 h 465106"/>
                <a:gd name="connsiteX12" fmla="*/ 425157 w 581227"/>
                <a:gd name="connsiteY12" fmla="*/ 387829 h 465106"/>
                <a:gd name="connsiteX13" fmla="*/ 406076 w 581227"/>
                <a:gd name="connsiteY13" fmla="*/ 368732 h 465106"/>
                <a:gd name="connsiteX14" fmla="*/ 425157 w 581227"/>
                <a:gd name="connsiteY14" fmla="*/ 349144 h 465106"/>
                <a:gd name="connsiteX15" fmla="*/ 464297 w 581227"/>
                <a:gd name="connsiteY15" fmla="*/ 349144 h 465106"/>
                <a:gd name="connsiteX16" fmla="*/ 466254 w 581227"/>
                <a:gd name="connsiteY16" fmla="*/ 349144 h 465106"/>
                <a:gd name="connsiteX17" fmla="*/ 467232 w 581227"/>
                <a:gd name="connsiteY17" fmla="*/ 349144 h 465106"/>
                <a:gd name="connsiteX18" fmla="*/ 542577 w 581227"/>
                <a:gd name="connsiteY18" fmla="*/ 271774 h 465106"/>
                <a:gd name="connsiteX19" fmla="*/ 465275 w 581227"/>
                <a:gd name="connsiteY19" fmla="*/ 193915 h 465106"/>
                <a:gd name="connsiteX20" fmla="*/ 447662 w 581227"/>
                <a:gd name="connsiteY20" fmla="*/ 196363 h 465106"/>
                <a:gd name="connsiteX21" fmla="*/ 430050 w 581227"/>
                <a:gd name="connsiteY21" fmla="*/ 191466 h 465106"/>
                <a:gd name="connsiteX22" fmla="*/ 424179 w 581227"/>
                <a:gd name="connsiteY22" fmla="*/ 174327 h 465106"/>
                <a:gd name="connsiteX23" fmla="*/ 426136 w 581227"/>
                <a:gd name="connsiteY23" fmla="*/ 155230 h 465106"/>
                <a:gd name="connsiteX24" fmla="*/ 310184 w 581227"/>
                <a:gd name="connsiteY24" fmla="*/ 38685 h 465106"/>
                <a:gd name="connsiteX25" fmla="*/ 194721 w 581227"/>
                <a:gd name="connsiteY25" fmla="*/ 144946 h 465106"/>
                <a:gd name="connsiteX26" fmla="*/ 185914 w 581227"/>
                <a:gd name="connsiteY26" fmla="*/ 159637 h 465106"/>
                <a:gd name="connsiteX27" fmla="*/ 168790 w 581227"/>
                <a:gd name="connsiteY27" fmla="*/ 161596 h 465106"/>
                <a:gd name="connsiteX28" fmla="*/ 135522 w 581227"/>
                <a:gd name="connsiteY28" fmla="*/ 155230 h 465106"/>
                <a:gd name="connsiteX29" fmla="*/ 38650 w 581227"/>
                <a:gd name="connsiteY29" fmla="*/ 252187 h 465106"/>
                <a:gd name="connsiteX30" fmla="*/ 133075 w 581227"/>
                <a:gd name="connsiteY30" fmla="*/ 349144 h 465106"/>
                <a:gd name="connsiteX31" fmla="*/ 134543 w 581227"/>
                <a:gd name="connsiteY31" fmla="*/ 349144 h 465106"/>
                <a:gd name="connsiteX32" fmla="*/ 144328 w 581227"/>
                <a:gd name="connsiteY32" fmla="*/ 349144 h 465106"/>
                <a:gd name="connsiteX33" fmla="*/ 175151 w 581227"/>
                <a:gd name="connsiteY33" fmla="*/ 349144 h 465106"/>
                <a:gd name="connsiteX34" fmla="*/ 194721 w 581227"/>
                <a:gd name="connsiteY34" fmla="*/ 368732 h 465106"/>
                <a:gd name="connsiteX35" fmla="*/ 175151 w 581227"/>
                <a:gd name="connsiteY35" fmla="*/ 387829 h 465106"/>
                <a:gd name="connsiteX36" fmla="*/ 137968 w 581227"/>
                <a:gd name="connsiteY36" fmla="*/ 387829 h 465106"/>
                <a:gd name="connsiteX37" fmla="*/ 135522 w 581227"/>
                <a:gd name="connsiteY37" fmla="*/ 387829 h 465106"/>
                <a:gd name="connsiteX38" fmla="*/ 0 w 581227"/>
                <a:gd name="connsiteY38" fmla="*/ 252187 h 465106"/>
                <a:gd name="connsiteX39" fmla="*/ 135522 w 581227"/>
                <a:gd name="connsiteY39" fmla="*/ 116544 h 465106"/>
                <a:gd name="connsiteX40" fmla="*/ 159984 w 581227"/>
                <a:gd name="connsiteY40" fmla="*/ 118503 h 465106"/>
                <a:gd name="connsiteX41" fmla="*/ 310184 w 581227"/>
                <a:gd name="connsiteY41" fmla="*/ 0 h 465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81227" h="465106">
                  <a:moveTo>
                    <a:pt x="329149" y="135751"/>
                  </a:moveTo>
                  <a:lnTo>
                    <a:pt x="329149" y="271295"/>
                  </a:lnTo>
                  <a:lnTo>
                    <a:pt x="406425" y="271295"/>
                  </a:lnTo>
                  <a:lnTo>
                    <a:pt x="290511" y="465106"/>
                  </a:lnTo>
                  <a:lnTo>
                    <a:pt x="290511" y="329976"/>
                  </a:lnTo>
                  <a:lnTo>
                    <a:pt x="213234" y="329976"/>
                  </a:lnTo>
                  <a:close/>
                  <a:moveTo>
                    <a:pt x="310184" y="0"/>
                  </a:moveTo>
                  <a:cubicBezTo>
                    <a:pt x="395313" y="0"/>
                    <a:pt x="464786" y="69535"/>
                    <a:pt x="464786" y="155230"/>
                  </a:cubicBezTo>
                  <a:cubicBezTo>
                    <a:pt x="465275" y="155230"/>
                    <a:pt x="465275" y="155230"/>
                    <a:pt x="465275" y="155230"/>
                  </a:cubicBezTo>
                  <a:cubicBezTo>
                    <a:pt x="529367" y="155230"/>
                    <a:pt x="581227" y="207626"/>
                    <a:pt x="581227" y="271774"/>
                  </a:cubicBezTo>
                  <a:cubicBezTo>
                    <a:pt x="581227" y="335923"/>
                    <a:pt x="529367" y="387829"/>
                    <a:pt x="465275" y="387829"/>
                  </a:cubicBezTo>
                  <a:cubicBezTo>
                    <a:pt x="464297" y="387829"/>
                    <a:pt x="463318" y="387829"/>
                    <a:pt x="462829" y="387829"/>
                  </a:cubicBezTo>
                  <a:lnTo>
                    <a:pt x="425157" y="387829"/>
                  </a:lnTo>
                  <a:cubicBezTo>
                    <a:pt x="414394" y="387829"/>
                    <a:pt x="406076" y="379505"/>
                    <a:pt x="406076" y="368732"/>
                  </a:cubicBezTo>
                  <a:cubicBezTo>
                    <a:pt x="406076" y="357958"/>
                    <a:pt x="414394" y="349144"/>
                    <a:pt x="425157" y="349144"/>
                  </a:cubicBezTo>
                  <a:cubicBezTo>
                    <a:pt x="464297" y="349144"/>
                    <a:pt x="464297" y="349144"/>
                    <a:pt x="464297" y="349144"/>
                  </a:cubicBezTo>
                  <a:cubicBezTo>
                    <a:pt x="464786" y="349144"/>
                    <a:pt x="465765" y="349144"/>
                    <a:pt x="466254" y="349144"/>
                  </a:cubicBezTo>
                  <a:cubicBezTo>
                    <a:pt x="466743" y="349144"/>
                    <a:pt x="467232" y="349144"/>
                    <a:pt x="467232" y="349144"/>
                  </a:cubicBezTo>
                  <a:cubicBezTo>
                    <a:pt x="509308" y="347675"/>
                    <a:pt x="542577" y="313397"/>
                    <a:pt x="542577" y="271774"/>
                  </a:cubicBezTo>
                  <a:cubicBezTo>
                    <a:pt x="542577" y="228682"/>
                    <a:pt x="507840" y="193915"/>
                    <a:pt x="465275" y="193915"/>
                  </a:cubicBezTo>
                  <a:cubicBezTo>
                    <a:pt x="459894" y="193915"/>
                    <a:pt x="454023" y="194894"/>
                    <a:pt x="447662" y="196363"/>
                  </a:cubicBezTo>
                  <a:cubicBezTo>
                    <a:pt x="441302" y="197832"/>
                    <a:pt x="434942" y="195873"/>
                    <a:pt x="430050" y="191466"/>
                  </a:cubicBezTo>
                  <a:cubicBezTo>
                    <a:pt x="425646" y="187059"/>
                    <a:pt x="423200" y="180693"/>
                    <a:pt x="424179" y="174327"/>
                  </a:cubicBezTo>
                  <a:cubicBezTo>
                    <a:pt x="425157" y="167961"/>
                    <a:pt x="426136" y="161596"/>
                    <a:pt x="426136" y="155230"/>
                  </a:cubicBezTo>
                  <a:cubicBezTo>
                    <a:pt x="426136" y="91081"/>
                    <a:pt x="374275" y="38685"/>
                    <a:pt x="310184" y="38685"/>
                  </a:cubicBezTo>
                  <a:cubicBezTo>
                    <a:pt x="249517" y="38685"/>
                    <a:pt x="200102" y="84225"/>
                    <a:pt x="194721" y="144946"/>
                  </a:cubicBezTo>
                  <a:cubicBezTo>
                    <a:pt x="194231" y="150823"/>
                    <a:pt x="190807" y="156209"/>
                    <a:pt x="185914" y="159637"/>
                  </a:cubicBezTo>
                  <a:cubicBezTo>
                    <a:pt x="181022" y="162575"/>
                    <a:pt x="174661" y="163554"/>
                    <a:pt x="168790" y="161596"/>
                  </a:cubicBezTo>
                  <a:cubicBezTo>
                    <a:pt x="157538" y="157188"/>
                    <a:pt x="146774" y="155230"/>
                    <a:pt x="135522" y="155230"/>
                  </a:cubicBezTo>
                  <a:cubicBezTo>
                    <a:pt x="82193" y="155230"/>
                    <a:pt x="38650" y="198811"/>
                    <a:pt x="38650" y="252187"/>
                  </a:cubicBezTo>
                  <a:cubicBezTo>
                    <a:pt x="38650" y="305073"/>
                    <a:pt x="80726" y="347675"/>
                    <a:pt x="133075" y="349144"/>
                  </a:cubicBezTo>
                  <a:cubicBezTo>
                    <a:pt x="133565" y="349144"/>
                    <a:pt x="134054" y="349144"/>
                    <a:pt x="134543" y="349144"/>
                  </a:cubicBezTo>
                  <a:cubicBezTo>
                    <a:pt x="144328" y="349144"/>
                    <a:pt x="144328" y="349144"/>
                    <a:pt x="144328" y="349144"/>
                  </a:cubicBezTo>
                  <a:cubicBezTo>
                    <a:pt x="175151" y="349144"/>
                    <a:pt x="175151" y="349144"/>
                    <a:pt x="175151" y="349144"/>
                  </a:cubicBezTo>
                  <a:cubicBezTo>
                    <a:pt x="185914" y="349144"/>
                    <a:pt x="194721" y="357958"/>
                    <a:pt x="194721" y="368732"/>
                  </a:cubicBezTo>
                  <a:cubicBezTo>
                    <a:pt x="194721" y="379505"/>
                    <a:pt x="185914" y="387829"/>
                    <a:pt x="175151" y="387829"/>
                  </a:cubicBezTo>
                  <a:cubicBezTo>
                    <a:pt x="137968" y="387829"/>
                    <a:pt x="137968" y="387829"/>
                    <a:pt x="137968" y="387829"/>
                  </a:cubicBezTo>
                  <a:cubicBezTo>
                    <a:pt x="137479" y="387829"/>
                    <a:pt x="136500" y="387829"/>
                    <a:pt x="135522" y="387829"/>
                  </a:cubicBezTo>
                  <a:cubicBezTo>
                    <a:pt x="60667" y="387829"/>
                    <a:pt x="0" y="327108"/>
                    <a:pt x="0" y="252187"/>
                  </a:cubicBezTo>
                  <a:cubicBezTo>
                    <a:pt x="0" y="177265"/>
                    <a:pt x="60667" y="116544"/>
                    <a:pt x="135522" y="116544"/>
                  </a:cubicBezTo>
                  <a:cubicBezTo>
                    <a:pt x="143839" y="116544"/>
                    <a:pt x="151667" y="117034"/>
                    <a:pt x="159984" y="118503"/>
                  </a:cubicBezTo>
                  <a:cubicBezTo>
                    <a:pt x="176129" y="49458"/>
                    <a:pt x="237286" y="0"/>
                    <a:pt x="310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0" name="ïŝlîďè"/>
            <p:cNvSpPr/>
            <p:nvPr/>
          </p:nvSpPr>
          <p:spPr bwMode="auto">
            <a:xfrm>
              <a:off x="5045770" y="4261387"/>
              <a:ext cx="547729" cy="547729"/>
            </a:xfrm>
            <a:custGeom>
              <a:avLst/>
              <a:gdLst>
                <a:gd name="connsiteX0" fmla="*/ 228130 w 547729"/>
                <a:gd name="connsiteY0" fmla="*/ 383189 h 547729"/>
                <a:gd name="connsiteX1" fmla="*/ 319630 w 547729"/>
                <a:gd name="connsiteY1" fmla="*/ 383189 h 547729"/>
                <a:gd name="connsiteX2" fmla="*/ 328637 w 547729"/>
                <a:gd name="connsiteY2" fmla="*/ 392264 h 547729"/>
                <a:gd name="connsiteX3" fmla="*/ 319630 w 547729"/>
                <a:gd name="connsiteY3" fmla="*/ 401816 h 547729"/>
                <a:gd name="connsiteX4" fmla="*/ 228130 w 547729"/>
                <a:gd name="connsiteY4" fmla="*/ 401816 h 547729"/>
                <a:gd name="connsiteX5" fmla="*/ 218648 w 547729"/>
                <a:gd name="connsiteY5" fmla="*/ 392264 h 547729"/>
                <a:gd name="connsiteX6" fmla="*/ 228130 w 547729"/>
                <a:gd name="connsiteY6" fmla="*/ 383189 h 547729"/>
                <a:gd name="connsiteX7" fmla="*/ 392280 w 547729"/>
                <a:gd name="connsiteY7" fmla="*/ 374111 h 547729"/>
                <a:gd name="connsiteX8" fmla="*/ 373763 w 547729"/>
                <a:gd name="connsiteY8" fmla="*/ 392059 h 547729"/>
                <a:gd name="connsiteX9" fmla="*/ 392280 w 547729"/>
                <a:gd name="connsiteY9" fmla="*/ 410479 h 547729"/>
                <a:gd name="connsiteX10" fmla="*/ 410796 w 547729"/>
                <a:gd name="connsiteY10" fmla="*/ 392059 h 547729"/>
                <a:gd name="connsiteX11" fmla="*/ 392280 w 547729"/>
                <a:gd name="connsiteY11" fmla="*/ 374111 h 547729"/>
                <a:gd name="connsiteX12" fmla="*/ 155021 w 547729"/>
                <a:gd name="connsiteY12" fmla="*/ 374111 h 547729"/>
                <a:gd name="connsiteX13" fmla="*/ 136496 w 547729"/>
                <a:gd name="connsiteY13" fmla="*/ 392059 h 547729"/>
                <a:gd name="connsiteX14" fmla="*/ 155021 w 547729"/>
                <a:gd name="connsiteY14" fmla="*/ 410479 h 547729"/>
                <a:gd name="connsiteX15" fmla="*/ 173545 w 547729"/>
                <a:gd name="connsiteY15" fmla="*/ 392059 h 547729"/>
                <a:gd name="connsiteX16" fmla="*/ 155021 w 547729"/>
                <a:gd name="connsiteY16" fmla="*/ 374111 h 547729"/>
                <a:gd name="connsiteX17" fmla="*/ 392280 w 547729"/>
                <a:gd name="connsiteY17" fmla="*/ 355691 h 547729"/>
                <a:gd name="connsiteX18" fmla="*/ 429312 w 547729"/>
                <a:gd name="connsiteY18" fmla="*/ 392059 h 547729"/>
                <a:gd name="connsiteX19" fmla="*/ 392280 w 547729"/>
                <a:gd name="connsiteY19" fmla="*/ 428426 h 547729"/>
                <a:gd name="connsiteX20" fmla="*/ 355247 w 547729"/>
                <a:gd name="connsiteY20" fmla="*/ 392059 h 547729"/>
                <a:gd name="connsiteX21" fmla="*/ 392280 w 547729"/>
                <a:gd name="connsiteY21" fmla="*/ 355691 h 547729"/>
                <a:gd name="connsiteX22" fmla="*/ 155021 w 547729"/>
                <a:gd name="connsiteY22" fmla="*/ 355691 h 547729"/>
                <a:gd name="connsiteX23" fmla="*/ 191594 w 547729"/>
                <a:gd name="connsiteY23" fmla="*/ 392059 h 547729"/>
                <a:gd name="connsiteX24" fmla="*/ 155021 w 547729"/>
                <a:gd name="connsiteY24" fmla="*/ 428426 h 547729"/>
                <a:gd name="connsiteX25" fmla="*/ 117972 w 547729"/>
                <a:gd name="connsiteY25" fmla="*/ 392059 h 547729"/>
                <a:gd name="connsiteX26" fmla="*/ 155021 w 547729"/>
                <a:gd name="connsiteY26" fmla="*/ 355691 h 547729"/>
                <a:gd name="connsiteX27" fmla="*/ 228130 w 547729"/>
                <a:gd name="connsiteY27" fmla="*/ 346821 h 547729"/>
                <a:gd name="connsiteX28" fmla="*/ 319630 w 547729"/>
                <a:gd name="connsiteY28" fmla="*/ 346821 h 547729"/>
                <a:gd name="connsiteX29" fmla="*/ 328637 w 547729"/>
                <a:gd name="connsiteY29" fmla="*/ 355913 h 547729"/>
                <a:gd name="connsiteX30" fmla="*/ 319630 w 547729"/>
                <a:gd name="connsiteY30" fmla="*/ 365005 h 547729"/>
                <a:gd name="connsiteX31" fmla="*/ 228130 w 547729"/>
                <a:gd name="connsiteY31" fmla="*/ 365005 h 547729"/>
                <a:gd name="connsiteX32" fmla="*/ 218648 w 547729"/>
                <a:gd name="connsiteY32" fmla="*/ 355913 h 547729"/>
                <a:gd name="connsiteX33" fmla="*/ 228130 w 547729"/>
                <a:gd name="connsiteY33" fmla="*/ 346821 h 547729"/>
                <a:gd name="connsiteX34" fmla="*/ 200804 w 547729"/>
                <a:gd name="connsiteY34" fmla="*/ 192038 h 547729"/>
                <a:gd name="connsiteX35" fmla="*/ 209778 w 547729"/>
                <a:gd name="connsiteY35" fmla="*/ 201012 h 547729"/>
                <a:gd name="connsiteX36" fmla="*/ 200804 w 547729"/>
                <a:gd name="connsiteY36" fmla="*/ 209986 h 547729"/>
                <a:gd name="connsiteX37" fmla="*/ 154991 w 547729"/>
                <a:gd name="connsiteY37" fmla="*/ 255799 h 547729"/>
                <a:gd name="connsiteX38" fmla="*/ 146017 w 547729"/>
                <a:gd name="connsiteY38" fmla="*/ 264773 h 547729"/>
                <a:gd name="connsiteX39" fmla="*/ 137043 w 547729"/>
                <a:gd name="connsiteY39" fmla="*/ 255799 h 547729"/>
                <a:gd name="connsiteX40" fmla="*/ 200804 w 547729"/>
                <a:gd name="connsiteY40" fmla="*/ 192038 h 547729"/>
                <a:gd name="connsiteX41" fmla="*/ 146066 w 547729"/>
                <a:gd name="connsiteY41" fmla="*/ 173223 h 547729"/>
                <a:gd name="connsiteX42" fmla="*/ 118660 w 547729"/>
                <a:gd name="connsiteY42" fmla="*/ 200647 h 547729"/>
                <a:gd name="connsiteX43" fmla="*/ 118660 w 547729"/>
                <a:gd name="connsiteY43" fmla="*/ 273461 h 547729"/>
                <a:gd name="connsiteX44" fmla="*/ 146066 w 547729"/>
                <a:gd name="connsiteY44" fmla="*/ 300884 h 547729"/>
                <a:gd name="connsiteX45" fmla="*/ 401692 w 547729"/>
                <a:gd name="connsiteY45" fmla="*/ 300884 h 547729"/>
                <a:gd name="connsiteX46" fmla="*/ 429098 w 547729"/>
                <a:gd name="connsiteY46" fmla="*/ 273461 h 547729"/>
                <a:gd name="connsiteX47" fmla="*/ 429098 w 547729"/>
                <a:gd name="connsiteY47" fmla="*/ 200647 h 547729"/>
                <a:gd name="connsiteX48" fmla="*/ 401692 w 547729"/>
                <a:gd name="connsiteY48" fmla="*/ 173223 h 547729"/>
                <a:gd name="connsiteX49" fmla="*/ 146066 w 547729"/>
                <a:gd name="connsiteY49" fmla="*/ 173223 h 547729"/>
                <a:gd name="connsiteX50" fmla="*/ 146066 w 547729"/>
                <a:gd name="connsiteY50" fmla="*/ 154783 h 547729"/>
                <a:gd name="connsiteX51" fmla="*/ 401692 w 547729"/>
                <a:gd name="connsiteY51" fmla="*/ 154783 h 547729"/>
                <a:gd name="connsiteX52" fmla="*/ 447053 w 547729"/>
                <a:gd name="connsiteY52" fmla="*/ 200647 h 547729"/>
                <a:gd name="connsiteX53" fmla="*/ 447053 w 547729"/>
                <a:gd name="connsiteY53" fmla="*/ 273461 h 547729"/>
                <a:gd name="connsiteX54" fmla="*/ 401692 w 547729"/>
                <a:gd name="connsiteY54" fmla="*/ 319324 h 547729"/>
                <a:gd name="connsiteX55" fmla="*/ 146066 w 547729"/>
                <a:gd name="connsiteY55" fmla="*/ 319324 h 547729"/>
                <a:gd name="connsiteX56" fmla="*/ 100232 w 547729"/>
                <a:gd name="connsiteY56" fmla="*/ 273461 h 547729"/>
                <a:gd name="connsiteX57" fmla="*/ 100232 w 547729"/>
                <a:gd name="connsiteY57" fmla="*/ 200647 h 547729"/>
                <a:gd name="connsiteX58" fmla="*/ 146066 w 547729"/>
                <a:gd name="connsiteY58" fmla="*/ 154783 h 547729"/>
                <a:gd name="connsiteX59" fmla="*/ 127599 w 547729"/>
                <a:gd name="connsiteY59" fmla="*/ 73251 h 547729"/>
                <a:gd name="connsiteX60" fmla="*/ 72778 w 547729"/>
                <a:gd name="connsiteY60" fmla="*/ 127598 h 547729"/>
                <a:gd name="connsiteX61" fmla="*/ 72778 w 547729"/>
                <a:gd name="connsiteY61" fmla="*/ 182419 h 547729"/>
                <a:gd name="connsiteX62" fmla="*/ 54820 w 547729"/>
                <a:gd name="connsiteY62" fmla="*/ 182419 h 547729"/>
                <a:gd name="connsiteX63" fmla="*/ 36389 w 547729"/>
                <a:gd name="connsiteY63" fmla="*/ 200850 h 547729"/>
                <a:gd name="connsiteX64" fmla="*/ 36389 w 547729"/>
                <a:gd name="connsiteY64" fmla="*/ 292059 h 547729"/>
                <a:gd name="connsiteX65" fmla="*/ 54820 w 547729"/>
                <a:gd name="connsiteY65" fmla="*/ 310490 h 547729"/>
                <a:gd name="connsiteX66" fmla="*/ 73251 w 547729"/>
                <a:gd name="connsiteY66" fmla="*/ 310490 h 547729"/>
                <a:gd name="connsiteX67" fmla="*/ 73251 w 547729"/>
                <a:gd name="connsiteY67" fmla="*/ 462191 h 547729"/>
                <a:gd name="connsiteX68" fmla="*/ 118620 w 547729"/>
                <a:gd name="connsiteY68" fmla="*/ 510867 h 547729"/>
                <a:gd name="connsiteX69" fmla="*/ 163988 w 547729"/>
                <a:gd name="connsiteY69" fmla="*/ 462191 h 547729"/>
                <a:gd name="connsiteX70" fmla="*/ 163988 w 547729"/>
                <a:gd name="connsiteY70" fmla="*/ 456047 h 547729"/>
                <a:gd name="connsiteX71" fmla="*/ 383269 w 547729"/>
                <a:gd name="connsiteY71" fmla="*/ 456047 h 547729"/>
                <a:gd name="connsiteX72" fmla="*/ 383269 w 547729"/>
                <a:gd name="connsiteY72" fmla="*/ 462191 h 547729"/>
                <a:gd name="connsiteX73" fmla="*/ 429110 w 547729"/>
                <a:gd name="connsiteY73" fmla="*/ 510867 h 547729"/>
                <a:gd name="connsiteX74" fmla="*/ 474478 w 547729"/>
                <a:gd name="connsiteY74" fmla="*/ 462191 h 547729"/>
                <a:gd name="connsiteX75" fmla="*/ 474478 w 547729"/>
                <a:gd name="connsiteY75" fmla="*/ 310490 h 547729"/>
                <a:gd name="connsiteX76" fmla="*/ 492909 w 547729"/>
                <a:gd name="connsiteY76" fmla="*/ 310490 h 547729"/>
                <a:gd name="connsiteX77" fmla="*/ 510867 w 547729"/>
                <a:gd name="connsiteY77" fmla="*/ 292059 h 547729"/>
                <a:gd name="connsiteX78" fmla="*/ 510867 w 547729"/>
                <a:gd name="connsiteY78" fmla="*/ 200850 h 547729"/>
                <a:gd name="connsiteX79" fmla="*/ 492909 w 547729"/>
                <a:gd name="connsiteY79" fmla="*/ 182419 h 547729"/>
                <a:gd name="connsiteX80" fmla="*/ 474478 w 547729"/>
                <a:gd name="connsiteY80" fmla="*/ 182419 h 547729"/>
                <a:gd name="connsiteX81" fmla="*/ 474478 w 547729"/>
                <a:gd name="connsiteY81" fmla="*/ 127598 h 547729"/>
                <a:gd name="connsiteX82" fmla="*/ 419658 w 547729"/>
                <a:gd name="connsiteY82" fmla="*/ 73251 h 547729"/>
                <a:gd name="connsiteX83" fmla="*/ 127599 w 547729"/>
                <a:gd name="connsiteY83" fmla="*/ 73251 h 547729"/>
                <a:gd name="connsiteX84" fmla="*/ 109641 w 547729"/>
                <a:gd name="connsiteY84" fmla="*/ 0 h 547729"/>
                <a:gd name="connsiteX85" fmla="*/ 438089 w 547729"/>
                <a:gd name="connsiteY85" fmla="*/ 0 h 547729"/>
                <a:gd name="connsiteX86" fmla="*/ 510867 w 547729"/>
                <a:gd name="connsiteY86" fmla="*/ 72778 h 547729"/>
                <a:gd name="connsiteX87" fmla="*/ 510867 w 547729"/>
                <a:gd name="connsiteY87" fmla="*/ 149337 h 547729"/>
                <a:gd name="connsiteX88" fmla="*/ 547729 w 547729"/>
                <a:gd name="connsiteY88" fmla="*/ 200850 h 547729"/>
                <a:gd name="connsiteX89" fmla="*/ 547729 w 547729"/>
                <a:gd name="connsiteY89" fmla="*/ 292059 h 547729"/>
                <a:gd name="connsiteX90" fmla="*/ 510867 w 547729"/>
                <a:gd name="connsiteY90" fmla="*/ 343571 h 547729"/>
                <a:gd name="connsiteX91" fmla="*/ 510867 w 547729"/>
                <a:gd name="connsiteY91" fmla="*/ 462191 h 547729"/>
                <a:gd name="connsiteX92" fmla="*/ 429110 w 547729"/>
                <a:gd name="connsiteY92" fmla="*/ 547729 h 547729"/>
                <a:gd name="connsiteX93" fmla="*/ 352551 w 547729"/>
                <a:gd name="connsiteY93" fmla="*/ 492436 h 547729"/>
                <a:gd name="connsiteX94" fmla="*/ 195179 w 547729"/>
                <a:gd name="connsiteY94" fmla="*/ 492436 h 547729"/>
                <a:gd name="connsiteX95" fmla="*/ 118620 w 547729"/>
                <a:gd name="connsiteY95" fmla="*/ 547729 h 547729"/>
                <a:gd name="connsiteX96" fmla="*/ 36389 w 547729"/>
                <a:gd name="connsiteY96" fmla="*/ 462191 h 547729"/>
                <a:gd name="connsiteX97" fmla="*/ 36389 w 547729"/>
                <a:gd name="connsiteY97" fmla="*/ 343571 h 547729"/>
                <a:gd name="connsiteX98" fmla="*/ 0 w 547729"/>
                <a:gd name="connsiteY98" fmla="*/ 292059 h 547729"/>
                <a:gd name="connsiteX99" fmla="*/ 0 w 547729"/>
                <a:gd name="connsiteY99" fmla="*/ 200850 h 547729"/>
                <a:gd name="connsiteX100" fmla="*/ 36389 w 547729"/>
                <a:gd name="connsiteY100" fmla="*/ 149337 h 547729"/>
                <a:gd name="connsiteX101" fmla="*/ 36389 w 547729"/>
                <a:gd name="connsiteY101" fmla="*/ 72778 h 547729"/>
                <a:gd name="connsiteX102" fmla="*/ 109641 w 547729"/>
                <a:gd name="connsiteY102" fmla="*/ 0 h 547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7729" h="547729">
                  <a:moveTo>
                    <a:pt x="228130" y="383189"/>
                  </a:moveTo>
                  <a:cubicBezTo>
                    <a:pt x="228130" y="383189"/>
                    <a:pt x="228130" y="383189"/>
                    <a:pt x="319630" y="383189"/>
                  </a:cubicBezTo>
                  <a:cubicBezTo>
                    <a:pt x="324370" y="383189"/>
                    <a:pt x="328637" y="387488"/>
                    <a:pt x="328637" y="392264"/>
                  </a:cubicBezTo>
                  <a:cubicBezTo>
                    <a:pt x="328637" y="397518"/>
                    <a:pt x="324370" y="401816"/>
                    <a:pt x="319630" y="401816"/>
                  </a:cubicBezTo>
                  <a:cubicBezTo>
                    <a:pt x="319630" y="401816"/>
                    <a:pt x="319630" y="401816"/>
                    <a:pt x="228130" y="401816"/>
                  </a:cubicBezTo>
                  <a:cubicBezTo>
                    <a:pt x="222915" y="401816"/>
                    <a:pt x="218648" y="397518"/>
                    <a:pt x="218648" y="392264"/>
                  </a:cubicBezTo>
                  <a:cubicBezTo>
                    <a:pt x="218648" y="387488"/>
                    <a:pt x="222915" y="383189"/>
                    <a:pt x="228130" y="383189"/>
                  </a:cubicBezTo>
                  <a:close/>
                  <a:moveTo>
                    <a:pt x="392280" y="374111"/>
                  </a:moveTo>
                  <a:cubicBezTo>
                    <a:pt x="381835" y="374111"/>
                    <a:pt x="373763" y="382140"/>
                    <a:pt x="373763" y="392059"/>
                  </a:cubicBezTo>
                  <a:cubicBezTo>
                    <a:pt x="373763" y="401977"/>
                    <a:pt x="381835" y="410479"/>
                    <a:pt x="392280" y="410479"/>
                  </a:cubicBezTo>
                  <a:cubicBezTo>
                    <a:pt x="402250" y="410479"/>
                    <a:pt x="410796" y="401977"/>
                    <a:pt x="410796" y="392059"/>
                  </a:cubicBezTo>
                  <a:cubicBezTo>
                    <a:pt x="410796" y="382140"/>
                    <a:pt x="402250" y="374111"/>
                    <a:pt x="392280" y="374111"/>
                  </a:cubicBezTo>
                  <a:close/>
                  <a:moveTo>
                    <a:pt x="155021" y="374111"/>
                  </a:moveTo>
                  <a:cubicBezTo>
                    <a:pt x="144571" y="374111"/>
                    <a:pt x="136496" y="382140"/>
                    <a:pt x="136496" y="392059"/>
                  </a:cubicBezTo>
                  <a:cubicBezTo>
                    <a:pt x="136496" y="401977"/>
                    <a:pt x="144571" y="410479"/>
                    <a:pt x="155021" y="410479"/>
                  </a:cubicBezTo>
                  <a:cubicBezTo>
                    <a:pt x="164995" y="410479"/>
                    <a:pt x="173545" y="401977"/>
                    <a:pt x="173545" y="392059"/>
                  </a:cubicBezTo>
                  <a:cubicBezTo>
                    <a:pt x="173545" y="382140"/>
                    <a:pt x="164995" y="374111"/>
                    <a:pt x="155021" y="374111"/>
                  </a:cubicBezTo>
                  <a:close/>
                  <a:moveTo>
                    <a:pt x="392280" y="355691"/>
                  </a:moveTo>
                  <a:cubicBezTo>
                    <a:pt x="412695" y="355691"/>
                    <a:pt x="429312" y="372222"/>
                    <a:pt x="429312" y="392059"/>
                  </a:cubicBezTo>
                  <a:cubicBezTo>
                    <a:pt x="429312" y="412368"/>
                    <a:pt x="412695" y="428426"/>
                    <a:pt x="392280" y="428426"/>
                  </a:cubicBezTo>
                  <a:cubicBezTo>
                    <a:pt x="371864" y="428426"/>
                    <a:pt x="355247" y="412368"/>
                    <a:pt x="355247" y="392059"/>
                  </a:cubicBezTo>
                  <a:cubicBezTo>
                    <a:pt x="355247" y="372222"/>
                    <a:pt x="371864" y="355691"/>
                    <a:pt x="392280" y="355691"/>
                  </a:cubicBezTo>
                  <a:close/>
                  <a:moveTo>
                    <a:pt x="155021" y="355691"/>
                  </a:moveTo>
                  <a:cubicBezTo>
                    <a:pt x="175445" y="355691"/>
                    <a:pt x="191594" y="372222"/>
                    <a:pt x="191594" y="392059"/>
                  </a:cubicBezTo>
                  <a:cubicBezTo>
                    <a:pt x="191594" y="412368"/>
                    <a:pt x="175445" y="428426"/>
                    <a:pt x="155021" y="428426"/>
                  </a:cubicBezTo>
                  <a:cubicBezTo>
                    <a:pt x="134597" y="428426"/>
                    <a:pt x="117972" y="412368"/>
                    <a:pt x="117972" y="392059"/>
                  </a:cubicBezTo>
                  <a:cubicBezTo>
                    <a:pt x="117972" y="372222"/>
                    <a:pt x="134597" y="355691"/>
                    <a:pt x="155021" y="355691"/>
                  </a:cubicBezTo>
                  <a:close/>
                  <a:moveTo>
                    <a:pt x="228130" y="346821"/>
                  </a:moveTo>
                  <a:cubicBezTo>
                    <a:pt x="228130" y="346821"/>
                    <a:pt x="228130" y="346821"/>
                    <a:pt x="319630" y="346821"/>
                  </a:cubicBezTo>
                  <a:cubicBezTo>
                    <a:pt x="324370" y="346821"/>
                    <a:pt x="328637" y="350649"/>
                    <a:pt x="328637" y="355913"/>
                  </a:cubicBezTo>
                  <a:cubicBezTo>
                    <a:pt x="328637" y="361177"/>
                    <a:pt x="324370" y="365005"/>
                    <a:pt x="319630" y="365005"/>
                  </a:cubicBezTo>
                  <a:cubicBezTo>
                    <a:pt x="319630" y="365005"/>
                    <a:pt x="319630" y="365005"/>
                    <a:pt x="228130" y="365005"/>
                  </a:cubicBezTo>
                  <a:cubicBezTo>
                    <a:pt x="222915" y="365005"/>
                    <a:pt x="218648" y="361177"/>
                    <a:pt x="218648" y="355913"/>
                  </a:cubicBezTo>
                  <a:cubicBezTo>
                    <a:pt x="218648" y="350649"/>
                    <a:pt x="222915" y="346821"/>
                    <a:pt x="228130" y="346821"/>
                  </a:cubicBezTo>
                  <a:close/>
                  <a:moveTo>
                    <a:pt x="200804" y="192038"/>
                  </a:moveTo>
                  <a:cubicBezTo>
                    <a:pt x="205527" y="192038"/>
                    <a:pt x="209778" y="195817"/>
                    <a:pt x="209778" y="201012"/>
                  </a:cubicBezTo>
                  <a:cubicBezTo>
                    <a:pt x="209778" y="206207"/>
                    <a:pt x="205527" y="209986"/>
                    <a:pt x="200804" y="209986"/>
                  </a:cubicBezTo>
                  <a:cubicBezTo>
                    <a:pt x="175772" y="209986"/>
                    <a:pt x="154991" y="230295"/>
                    <a:pt x="154991" y="255799"/>
                  </a:cubicBezTo>
                  <a:cubicBezTo>
                    <a:pt x="154991" y="260522"/>
                    <a:pt x="151212" y="264773"/>
                    <a:pt x="146017" y="264773"/>
                  </a:cubicBezTo>
                  <a:cubicBezTo>
                    <a:pt x="140822" y="264773"/>
                    <a:pt x="137043" y="260522"/>
                    <a:pt x="137043" y="255799"/>
                  </a:cubicBezTo>
                  <a:cubicBezTo>
                    <a:pt x="137043" y="220377"/>
                    <a:pt x="165382" y="192038"/>
                    <a:pt x="200804" y="192038"/>
                  </a:cubicBezTo>
                  <a:close/>
                  <a:moveTo>
                    <a:pt x="146066" y="173223"/>
                  </a:moveTo>
                  <a:cubicBezTo>
                    <a:pt x="130945" y="173223"/>
                    <a:pt x="118660" y="185516"/>
                    <a:pt x="118660" y="200647"/>
                  </a:cubicBezTo>
                  <a:cubicBezTo>
                    <a:pt x="118660" y="200647"/>
                    <a:pt x="118660" y="200647"/>
                    <a:pt x="118660" y="273461"/>
                  </a:cubicBezTo>
                  <a:cubicBezTo>
                    <a:pt x="118660" y="288591"/>
                    <a:pt x="130945" y="300884"/>
                    <a:pt x="146066" y="300884"/>
                  </a:cubicBezTo>
                  <a:cubicBezTo>
                    <a:pt x="146066" y="300884"/>
                    <a:pt x="146066" y="300884"/>
                    <a:pt x="401692" y="300884"/>
                  </a:cubicBezTo>
                  <a:cubicBezTo>
                    <a:pt x="416813" y="300884"/>
                    <a:pt x="429098" y="288591"/>
                    <a:pt x="429098" y="273461"/>
                  </a:cubicBezTo>
                  <a:lnTo>
                    <a:pt x="429098" y="200647"/>
                  </a:lnTo>
                  <a:cubicBezTo>
                    <a:pt x="429098" y="185516"/>
                    <a:pt x="416813" y="173223"/>
                    <a:pt x="401692" y="173223"/>
                  </a:cubicBezTo>
                  <a:cubicBezTo>
                    <a:pt x="401692" y="173223"/>
                    <a:pt x="401692" y="173223"/>
                    <a:pt x="146066" y="173223"/>
                  </a:cubicBezTo>
                  <a:close/>
                  <a:moveTo>
                    <a:pt x="146066" y="154783"/>
                  </a:moveTo>
                  <a:cubicBezTo>
                    <a:pt x="146066" y="154783"/>
                    <a:pt x="146066" y="154783"/>
                    <a:pt x="401692" y="154783"/>
                  </a:cubicBezTo>
                  <a:cubicBezTo>
                    <a:pt x="426735" y="154783"/>
                    <a:pt x="447053" y="175587"/>
                    <a:pt x="447053" y="200647"/>
                  </a:cubicBezTo>
                  <a:cubicBezTo>
                    <a:pt x="447053" y="200647"/>
                    <a:pt x="447053" y="200647"/>
                    <a:pt x="447053" y="273461"/>
                  </a:cubicBezTo>
                  <a:cubicBezTo>
                    <a:pt x="447053" y="298993"/>
                    <a:pt x="426735" y="319324"/>
                    <a:pt x="401692" y="319324"/>
                  </a:cubicBezTo>
                  <a:cubicBezTo>
                    <a:pt x="401692" y="319324"/>
                    <a:pt x="401692" y="319324"/>
                    <a:pt x="146066" y="319324"/>
                  </a:cubicBezTo>
                  <a:cubicBezTo>
                    <a:pt x="121023" y="319324"/>
                    <a:pt x="100232" y="298993"/>
                    <a:pt x="100232" y="273461"/>
                  </a:cubicBezTo>
                  <a:cubicBezTo>
                    <a:pt x="100232" y="273461"/>
                    <a:pt x="100232" y="273461"/>
                    <a:pt x="100232" y="200647"/>
                  </a:cubicBezTo>
                  <a:cubicBezTo>
                    <a:pt x="100232" y="175587"/>
                    <a:pt x="121023" y="154783"/>
                    <a:pt x="146066" y="154783"/>
                  </a:cubicBezTo>
                  <a:close/>
                  <a:moveTo>
                    <a:pt x="127599" y="73251"/>
                  </a:moveTo>
                  <a:cubicBezTo>
                    <a:pt x="91209" y="73251"/>
                    <a:pt x="72778" y="91209"/>
                    <a:pt x="72778" y="127598"/>
                  </a:cubicBezTo>
                  <a:cubicBezTo>
                    <a:pt x="72778" y="127598"/>
                    <a:pt x="72778" y="127598"/>
                    <a:pt x="72778" y="182419"/>
                  </a:cubicBezTo>
                  <a:cubicBezTo>
                    <a:pt x="72778" y="182419"/>
                    <a:pt x="72778" y="182419"/>
                    <a:pt x="54820" y="182419"/>
                  </a:cubicBezTo>
                  <a:cubicBezTo>
                    <a:pt x="44423" y="182419"/>
                    <a:pt x="36389" y="190453"/>
                    <a:pt x="36389" y="200850"/>
                  </a:cubicBezTo>
                  <a:cubicBezTo>
                    <a:pt x="36389" y="200850"/>
                    <a:pt x="36389" y="200850"/>
                    <a:pt x="36389" y="292059"/>
                  </a:cubicBezTo>
                  <a:cubicBezTo>
                    <a:pt x="36389" y="301984"/>
                    <a:pt x="44423" y="310490"/>
                    <a:pt x="54820" y="310490"/>
                  </a:cubicBezTo>
                  <a:cubicBezTo>
                    <a:pt x="54820" y="310490"/>
                    <a:pt x="54820" y="310490"/>
                    <a:pt x="73251" y="310490"/>
                  </a:cubicBezTo>
                  <a:cubicBezTo>
                    <a:pt x="73251" y="310490"/>
                    <a:pt x="73251" y="310490"/>
                    <a:pt x="73251" y="462191"/>
                  </a:cubicBezTo>
                  <a:cubicBezTo>
                    <a:pt x="73251" y="489128"/>
                    <a:pt x="93572" y="510867"/>
                    <a:pt x="118620" y="510867"/>
                  </a:cubicBezTo>
                  <a:cubicBezTo>
                    <a:pt x="143667" y="510867"/>
                    <a:pt x="163988" y="489128"/>
                    <a:pt x="163988" y="462191"/>
                  </a:cubicBezTo>
                  <a:cubicBezTo>
                    <a:pt x="163988" y="462191"/>
                    <a:pt x="163988" y="462191"/>
                    <a:pt x="163988" y="456047"/>
                  </a:cubicBezTo>
                  <a:cubicBezTo>
                    <a:pt x="163988" y="456047"/>
                    <a:pt x="163988" y="456047"/>
                    <a:pt x="383269" y="456047"/>
                  </a:cubicBezTo>
                  <a:cubicBezTo>
                    <a:pt x="383269" y="456047"/>
                    <a:pt x="383269" y="456047"/>
                    <a:pt x="383269" y="462191"/>
                  </a:cubicBezTo>
                  <a:cubicBezTo>
                    <a:pt x="383269" y="489128"/>
                    <a:pt x="404063" y="510867"/>
                    <a:pt x="429110" y="510867"/>
                  </a:cubicBezTo>
                  <a:cubicBezTo>
                    <a:pt x="454157" y="510867"/>
                    <a:pt x="474478" y="489128"/>
                    <a:pt x="474478" y="462191"/>
                  </a:cubicBezTo>
                  <a:cubicBezTo>
                    <a:pt x="474478" y="462191"/>
                    <a:pt x="474478" y="462191"/>
                    <a:pt x="474478" y="310490"/>
                  </a:cubicBezTo>
                  <a:cubicBezTo>
                    <a:pt x="474478" y="310490"/>
                    <a:pt x="474478" y="310490"/>
                    <a:pt x="492909" y="310490"/>
                  </a:cubicBezTo>
                  <a:cubicBezTo>
                    <a:pt x="502833" y="310490"/>
                    <a:pt x="510867" y="301984"/>
                    <a:pt x="510867" y="292059"/>
                  </a:cubicBezTo>
                  <a:lnTo>
                    <a:pt x="510867" y="200850"/>
                  </a:lnTo>
                  <a:cubicBezTo>
                    <a:pt x="510867" y="190453"/>
                    <a:pt x="502833" y="182419"/>
                    <a:pt x="492909" y="182419"/>
                  </a:cubicBezTo>
                  <a:cubicBezTo>
                    <a:pt x="492909" y="182419"/>
                    <a:pt x="492909" y="182419"/>
                    <a:pt x="474478" y="182419"/>
                  </a:cubicBezTo>
                  <a:cubicBezTo>
                    <a:pt x="474478" y="182419"/>
                    <a:pt x="474478" y="182419"/>
                    <a:pt x="474478" y="127598"/>
                  </a:cubicBezTo>
                  <a:cubicBezTo>
                    <a:pt x="474478" y="91209"/>
                    <a:pt x="456047" y="73251"/>
                    <a:pt x="419658" y="73251"/>
                  </a:cubicBezTo>
                  <a:cubicBezTo>
                    <a:pt x="383269" y="73251"/>
                    <a:pt x="164461" y="73251"/>
                    <a:pt x="127599" y="73251"/>
                  </a:cubicBezTo>
                  <a:close/>
                  <a:moveTo>
                    <a:pt x="109641" y="0"/>
                  </a:moveTo>
                  <a:cubicBezTo>
                    <a:pt x="109641" y="0"/>
                    <a:pt x="109641" y="0"/>
                    <a:pt x="438089" y="0"/>
                  </a:cubicBezTo>
                  <a:cubicBezTo>
                    <a:pt x="478259" y="0"/>
                    <a:pt x="510867" y="32608"/>
                    <a:pt x="510867" y="72778"/>
                  </a:cubicBezTo>
                  <a:cubicBezTo>
                    <a:pt x="510867" y="72778"/>
                    <a:pt x="510867" y="72778"/>
                    <a:pt x="510867" y="149337"/>
                  </a:cubicBezTo>
                  <a:cubicBezTo>
                    <a:pt x="532134" y="156899"/>
                    <a:pt x="547729" y="176748"/>
                    <a:pt x="547729" y="200850"/>
                  </a:cubicBezTo>
                  <a:cubicBezTo>
                    <a:pt x="547729" y="200850"/>
                    <a:pt x="547729" y="200850"/>
                    <a:pt x="547729" y="292059"/>
                  </a:cubicBezTo>
                  <a:cubicBezTo>
                    <a:pt x="547729" y="315689"/>
                    <a:pt x="532134" y="336010"/>
                    <a:pt x="510867" y="343571"/>
                  </a:cubicBezTo>
                  <a:cubicBezTo>
                    <a:pt x="510867" y="343571"/>
                    <a:pt x="510867" y="343571"/>
                    <a:pt x="510867" y="462191"/>
                  </a:cubicBezTo>
                  <a:cubicBezTo>
                    <a:pt x="510867" y="509450"/>
                    <a:pt x="474006" y="547729"/>
                    <a:pt x="429110" y="547729"/>
                  </a:cubicBezTo>
                  <a:cubicBezTo>
                    <a:pt x="394138" y="547729"/>
                    <a:pt x="364365" y="524572"/>
                    <a:pt x="352551" y="492436"/>
                  </a:cubicBezTo>
                  <a:cubicBezTo>
                    <a:pt x="352551" y="492436"/>
                    <a:pt x="352551" y="492436"/>
                    <a:pt x="195179" y="492436"/>
                  </a:cubicBezTo>
                  <a:cubicBezTo>
                    <a:pt x="183364" y="524572"/>
                    <a:pt x="153591" y="547729"/>
                    <a:pt x="118620" y="547729"/>
                  </a:cubicBezTo>
                  <a:cubicBezTo>
                    <a:pt x="73251" y="547729"/>
                    <a:pt x="36389" y="509450"/>
                    <a:pt x="36389" y="462191"/>
                  </a:cubicBezTo>
                  <a:cubicBezTo>
                    <a:pt x="36389" y="462191"/>
                    <a:pt x="36389" y="462191"/>
                    <a:pt x="36389" y="343571"/>
                  </a:cubicBezTo>
                  <a:cubicBezTo>
                    <a:pt x="15123" y="336010"/>
                    <a:pt x="0" y="315689"/>
                    <a:pt x="0" y="292059"/>
                  </a:cubicBezTo>
                  <a:cubicBezTo>
                    <a:pt x="0" y="292059"/>
                    <a:pt x="0" y="292059"/>
                    <a:pt x="0" y="200850"/>
                  </a:cubicBezTo>
                  <a:cubicBezTo>
                    <a:pt x="0" y="176748"/>
                    <a:pt x="15123" y="156899"/>
                    <a:pt x="36389" y="149337"/>
                  </a:cubicBezTo>
                  <a:cubicBezTo>
                    <a:pt x="36389" y="149337"/>
                    <a:pt x="36389" y="149337"/>
                    <a:pt x="36389" y="72778"/>
                  </a:cubicBezTo>
                  <a:cubicBezTo>
                    <a:pt x="36389" y="32608"/>
                    <a:pt x="69470" y="0"/>
                    <a:pt x="109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1" name="i$ļidê"/>
            <p:cNvSpPr/>
            <p:nvPr/>
          </p:nvSpPr>
          <p:spPr>
            <a:xfrm rot="10800000" flipV="1">
              <a:off x="6098599" y="3638550"/>
              <a:ext cx="2117500" cy="2117500"/>
            </a:xfrm>
            <a:custGeom>
              <a:avLst/>
              <a:gdLst>
                <a:gd name="connsiteX0" fmla="*/ 1221434 w 2442868"/>
                <a:gd name="connsiteY0" fmla="*/ 2442868 h 2442868"/>
                <a:gd name="connsiteX1" fmla="*/ 0 w 2442868"/>
                <a:gd name="connsiteY1" fmla="*/ 1221434 h 2442868"/>
                <a:gd name="connsiteX2" fmla="*/ 1 w 2442868"/>
                <a:gd name="connsiteY2" fmla="*/ 1221434 h 2442868"/>
                <a:gd name="connsiteX3" fmla="*/ 1221435 w 2442868"/>
                <a:gd name="connsiteY3" fmla="*/ 0 h 2442868"/>
                <a:gd name="connsiteX4" fmla="*/ 1493563 w 2442868"/>
                <a:gd name="connsiteY4" fmla="*/ 0 h 2442868"/>
                <a:gd name="connsiteX5" fmla="*/ 1396545 w 2442868"/>
                <a:gd name="connsiteY5" fmla="*/ 4899 h 2442868"/>
                <a:gd name="connsiteX6" fmla="*/ 544335 w 2442868"/>
                <a:gd name="connsiteY6" fmla="*/ 949265 h 2442868"/>
                <a:gd name="connsiteX7" fmla="*/ 544334 w 2442868"/>
                <a:gd name="connsiteY7" fmla="*/ 949265 h 2442868"/>
                <a:gd name="connsiteX8" fmla="*/ 1493601 w 2442868"/>
                <a:gd name="connsiteY8" fmla="*/ 1898532 h 2442868"/>
                <a:gd name="connsiteX9" fmla="*/ 2442868 w 2442868"/>
                <a:gd name="connsiteY9" fmla="*/ 949265 h 2442868"/>
                <a:gd name="connsiteX10" fmla="*/ 2442868 w 2442868"/>
                <a:gd name="connsiteY10" fmla="*/ 1221434 h 2442868"/>
                <a:gd name="connsiteX11" fmla="*/ 1221434 w 2442868"/>
                <a:gd name="connsiteY11" fmla="*/ 2442868 h 2442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42868" h="2442868">
                  <a:moveTo>
                    <a:pt x="1221434" y="2442868"/>
                  </a:moveTo>
                  <a:cubicBezTo>
                    <a:pt x="546855" y="2442868"/>
                    <a:pt x="0" y="1896013"/>
                    <a:pt x="0" y="1221434"/>
                  </a:cubicBezTo>
                  <a:lnTo>
                    <a:pt x="1" y="1221434"/>
                  </a:lnTo>
                  <a:cubicBezTo>
                    <a:pt x="1" y="546855"/>
                    <a:pt x="546856" y="0"/>
                    <a:pt x="1221435" y="0"/>
                  </a:cubicBezTo>
                  <a:lnTo>
                    <a:pt x="1493563" y="0"/>
                  </a:lnTo>
                  <a:lnTo>
                    <a:pt x="1396545" y="4899"/>
                  </a:lnTo>
                  <a:cubicBezTo>
                    <a:pt x="917871" y="53511"/>
                    <a:pt x="544335" y="457766"/>
                    <a:pt x="544335" y="949265"/>
                  </a:cubicBezTo>
                  <a:lnTo>
                    <a:pt x="544334" y="949265"/>
                  </a:lnTo>
                  <a:cubicBezTo>
                    <a:pt x="544334" y="1473531"/>
                    <a:pt x="969335" y="1898532"/>
                    <a:pt x="1493601" y="1898532"/>
                  </a:cubicBezTo>
                  <a:cubicBezTo>
                    <a:pt x="2017867" y="1898532"/>
                    <a:pt x="2442868" y="1473531"/>
                    <a:pt x="2442868" y="949265"/>
                  </a:cubicBezTo>
                  <a:lnTo>
                    <a:pt x="2442868" y="1221434"/>
                  </a:lnTo>
                  <a:cubicBezTo>
                    <a:pt x="2442868" y="1896013"/>
                    <a:pt x="1896013" y="2442868"/>
                    <a:pt x="1221434" y="244286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2" name="ísľiḑé"/>
            <p:cNvSpPr/>
            <p:nvPr/>
          </p:nvSpPr>
          <p:spPr>
            <a:xfrm rot="10800000" flipH="1">
              <a:off x="3975901" y="1521050"/>
              <a:ext cx="2117500" cy="2117500"/>
            </a:xfrm>
            <a:custGeom>
              <a:avLst/>
              <a:gdLst>
                <a:gd name="connsiteX0" fmla="*/ 1221434 w 2442868"/>
                <a:gd name="connsiteY0" fmla="*/ 2442868 h 2442868"/>
                <a:gd name="connsiteX1" fmla="*/ 0 w 2442868"/>
                <a:gd name="connsiteY1" fmla="*/ 1221434 h 2442868"/>
                <a:gd name="connsiteX2" fmla="*/ 1 w 2442868"/>
                <a:gd name="connsiteY2" fmla="*/ 1221434 h 2442868"/>
                <a:gd name="connsiteX3" fmla="*/ 1221435 w 2442868"/>
                <a:gd name="connsiteY3" fmla="*/ 0 h 2442868"/>
                <a:gd name="connsiteX4" fmla="*/ 1493563 w 2442868"/>
                <a:gd name="connsiteY4" fmla="*/ 0 h 2442868"/>
                <a:gd name="connsiteX5" fmla="*/ 1396545 w 2442868"/>
                <a:gd name="connsiteY5" fmla="*/ 4899 h 2442868"/>
                <a:gd name="connsiteX6" fmla="*/ 544335 w 2442868"/>
                <a:gd name="connsiteY6" fmla="*/ 949265 h 2442868"/>
                <a:gd name="connsiteX7" fmla="*/ 544334 w 2442868"/>
                <a:gd name="connsiteY7" fmla="*/ 949265 h 2442868"/>
                <a:gd name="connsiteX8" fmla="*/ 1493601 w 2442868"/>
                <a:gd name="connsiteY8" fmla="*/ 1898532 h 2442868"/>
                <a:gd name="connsiteX9" fmla="*/ 2442868 w 2442868"/>
                <a:gd name="connsiteY9" fmla="*/ 949265 h 2442868"/>
                <a:gd name="connsiteX10" fmla="*/ 2442868 w 2442868"/>
                <a:gd name="connsiteY10" fmla="*/ 1221434 h 2442868"/>
                <a:gd name="connsiteX11" fmla="*/ 1221434 w 2442868"/>
                <a:gd name="connsiteY11" fmla="*/ 2442868 h 2442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42868" h="2442868">
                  <a:moveTo>
                    <a:pt x="1221434" y="2442868"/>
                  </a:moveTo>
                  <a:cubicBezTo>
                    <a:pt x="546855" y="2442868"/>
                    <a:pt x="0" y="1896013"/>
                    <a:pt x="0" y="1221434"/>
                  </a:cubicBezTo>
                  <a:lnTo>
                    <a:pt x="1" y="1221434"/>
                  </a:lnTo>
                  <a:cubicBezTo>
                    <a:pt x="1" y="546855"/>
                    <a:pt x="546856" y="0"/>
                    <a:pt x="1221435" y="0"/>
                  </a:cubicBezTo>
                  <a:lnTo>
                    <a:pt x="1493563" y="0"/>
                  </a:lnTo>
                  <a:lnTo>
                    <a:pt x="1396545" y="4899"/>
                  </a:lnTo>
                  <a:cubicBezTo>
                    <a:pt x="917871" y="53511"/>
                    <a:pt x="544335" y="457766"/>
                    <a:pt x="544335" y="949265"/>
                  </a:cubicBezTo>
                  <a:lnTo>
                    <a:pt x="544334" y="949265"/>
                  </a:lnTo>
                  <a:cubicBezTo>
                    <a:pt x="544334" y="1473531"/>
                    <a:pt x="969335" y="1898532"/>
                    <a:pt x="1493601" y="1898532"/>
                  </a:cubicBezTo>
                  <a:cubicBezTo>
                    <a:pt x="2017867" y="1898532"/>
                    <a:pt x="2442868" y="1473531"/>
                    <a:pt x="2442868" y="949265"/>
                  </a:cubicBezTo>
                  <a:lnTo>
                    <a:pt x="2442868" y="1221434"/>
                  </a:lnTo>
                  <a:cubicBezTo>
                    <a:pt x="2442868" y="1896013"/>
                    <a:pt x="1896013" y="2442868"/>
                    <a:pt x="1221434" y="244286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3" name="ïṣ1îḓe"/>
            <p:cNvSpPr/>
            <p:nvPr/>
          </p:nvSpPr>
          <p:spPr>
            <a:xfrm rot="10800000" flipH="1" flipV="1">
              <a:off x="3975901" y="3638550"/>
              <a:ext cx="2117500" cy="2117500"/>
            </a:xfrm>
            <a:custGeom>
              <a:avLst/>
              <a:gdLst>
                <a:gd name="connsiteX0" fmla="*/ 1221434 w 2442868"/>
                <a:gd name="connsiteY0" fmla="*/ 2442868 h 2442868"/>
                <a:gd name="connsiteX1" fmla="*/ 0 w 2442868"/>
                <a:gd name="connsiteY1" fmla="*/ 1221434 h 2442868"/>
                <a:gd name="connsiteX2" fmla="*/ 1 w 2442868"/>
                <a:gd name="connsiteY2" fmla="*/ 1221434 h 2442868"/>
                <a:gd name="connsiteX3" fmla="*/ 1221435 w 2442868"/>
                <a:gd name="connsiteY3" fmla="*/ 0 h 2442868"/>
                <a:gd name="connsiteX4" fmla="*/ 1493563 w 2442868"/>
                <a:gd name="connsiteY4" fmla="*/ 0 h 2442868"/>
                <a:gd name="connsiteX5" fmla="*/ 1396545 w 2442868"/>
                <a:gd name="connsiteY5" fmla="*/ 4899 h 2442868"/>
                <a:gd name="connsiteX6" fmla="*/ 544335 w 2442868"/>
                <a:gd name="connsiteY6" fmla="*/ 949265 h 2442868"/>
                <a:gd name="connsiteX7" fmla="*/ 544334 w 2442868"/>
                <a:gd name="connsiteY7" fmla="*/ 949265 h 2442868"/>
                <a:gd name="connsiteX8" fmla="*/ 1493601 w 2442868"/>
                <a:gd name="connsiteY8" fmla="*/ 1898532 h 2442868"/>
                <a:gd name="connsiteX9" fmla="*/ 2442868 w 2442868"/>
                <a:gd name="connsiteY9" fmla="*/ 949265 h 2442868"/>
                <a:gd name="connsiteX10" fmla="*/ 2442868 w 2442868"/>
                <a:gd name="connsiteY10" fmla="*/ 1221434 h 2442868"/>
                <a:gd name="connsiteX11" fmla="*/ 1221434 w 2442868"/>
                <a:gd name="connsiteY11" fmla="*/ 2442868 h 2442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42868" h="2442868">
                  <a:moveTo>
                    <a:pt x="1221434" y="2442868"/>
                  </a:moveTo>
                  <a:cubicBezTo>
                    <a:pt x="546855" y="2442868"/>
                    <a:pt x="0" y="1896013"/>
                    <a:pt x="0" y="1221434"/>
                  </a:cubicBezTo>
                  <a:lnTo>
                    <a:pt x="1" y="1221434"/>
                  </a:lnTo>
                  <a:cubicBezTo>
                    <a:pt x="1" y="546855"/>
                    <a:pt x="546856" y="0"/>
                    <a:pt x="1221435" y="0"/>
                  </a:cubicBezTo>
                  <a:lnTo>
                    <a:pt x="1493563" y="0"/>
                  </a:lnTo>
                  <a:lnTo>
                    <a:pt x="1396545" y="4899"/>
                  </a:lnTo>
                  <a:cubicBezTo>
                    <a:pt x="917871" y="53511"/>
                    <a:pt x="544335" y="457766"/>
                    <a:pt x="544335" y="949265"/>
                  </a:cubicBezTo>
                  <a:lnTo>
                    <a:pt x="544334" y="949265"/>
                  </a:lnTo>
                  <a:cubicBezTo>
                    <a:pt x="544334" y="1473531"/>
                    <a:pt x="969335" y="1898532"/>
                    <a:pt x="1493601" y="1898532"/>
                  </a:cubicBezTo>
                  <a:cubicBezTo>
                    <a:pt x="2017867" y="1898532"/>
                    <a:pt x="2442868" y="1473531"/>
                    <a:pt x="2442868" y="949265"/>
                  </a:cubicBezTo>
                  <a:lnTo>
                    <a:pt x="2442868" y="1221434"/>
                  </a:lnTo>
                  <a:cubicBezTo>
                    <a:pt x="2442868" y="1896013"/>
                    <a:pt x="1896013" y="2442868"/>
                    <a:pt x="1221434" y="244286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4" name="îṧlïḍé"/>
            <p:cNvSpPr/>
            <p:nvPr/>
          </p:nvSpPr>
          <p:spPr>
            <a:xfrm>
              <a:off x="5443037" y="2985587"/>
              <a:ext cx="1305926" cy="1305926"/>
            </a:xfrm>
            <a:prstGeom prst="ellipse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15" name="íṧḷíḑé"/>
            <p:cNvGrpSpPr/>
            <p:nvPr/>
          </p:nvGrpSpPr>
          <p:grpSpPr>
            <a:xfrm>
              <a:off x="8256900" y="2142294"/>
              <a:ext cx="3262000" cy="1216841"/>
              <a:chOff x="7874000" y="2120966"/>
              <a:chExt cx="3262000" cy="1216841"/>
            </a:xfrm>
          </p:grpSpPr>
          <p:sp>
            <p:nvSpPr>
              <p:cNvPr id="27" name="îṡliďè"/>
              <p:cNvSpPr/>
              <p:nvPr/>
            </p:nvSpPr>
            <p:spPr bwMode="auto">
              <a:xfrm>
                <a:off x="7874000" y="2533846"/>
                <a:ext cx="3262000" cy="8039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8" name="íšļiḋè"/>
              <p:cNvSpPr txBox="1"/>
              <p:nvPr/>
            </p:nvSpPr>
            <p:spPr bwMode="auto">
              <a:xfrm>
                <a:off x="7874000" y="2120966"/>
                <a:ext cx="326200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6" name="ïṧḻíḋé"/>
            <p:cNvGrpSpPr/>
            <p:nvPr/>
          </p:nvGrpSpPr>
          <p:grpSpPr>
            <a:xfrm>
              <a:off x="8256900" y="3889060"/>
              <a:ext cx="3262000" cy="1216841"/>
              <a:chOff x="7874000" y="2120966"/>
              <a:chExt cx="3262000" cy="1216841"/>
            </a:xfrm>
          </p:grpSpPr>
          <p:sp>
            <p:nvSpPr>
              <p:cNvPr id="25" name="íŝḻïdé"/>
              <p:cNvSpPr/>
              <p:nvPr/>
            </p:nvSpPr>
            <p:spPr bwMode="auto">
              <a:xfrm>
                <a:off x="7874000" y="2533846"/>
                <a:ext cx="3262000" cy="8039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6" name="íṧļïḍê"/>
              <p:cNvSpPr txBox="1"/>
              <p:nvPr/>
            </p:nvSpPr>
            <p:spPr bwMode="auto">
              <a:xfrm>
                <a:off x="7874000" y="2120966"/>
                <a:ext cx="326200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7" name="íṡḻíḓe"/>
            <p:cNvGrpSpPr/>
            <p:nvPr/>
          </p:nvGrpSpPr>
          <p:grpSpPr>
            <a:xfrm>
              <a:off x="673100" y="2160875"/>
              <a:ext cx="3262000" cy="1216841"/>
              <a:chOff x="7874000" y="2120966"/>
              <a:chExt cx="3262000" cy="1216841"/>
            </a:xfrm>
          </p:grpSpPr>
          <p:sp>
            <p:nvSpPr>
              <p:cNvPr id="23" name="ïśḻïde"/>
              <p:cNvSpPr/>
              <p:nvPr/>
            </p:nvSpPr>
            <p:spPr bwMode="auto">
              <a:xfrm>
                <a:off x="7874000" y="2533846"/>
                <a:ext cx="3262000" cy="8039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4" name="isḻiḑé"/>
              <p:cNvSpPr txBox="1"/>
              <p:nvPr/>
            </p:nvSpPr>
            <p:spPr bwMode="auto">
              <a:xfrm>
                <a:off x="7874000" y="2120966"/>
                <a:ext cx="326200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8" name="íṡlíḍê"/>
            <p:cNvGrpSpPr/>
            <p:nvPr/>
          </p:nvGrpSpPr>
          <p:grpSpPr>
            <a:xfrm>
              <a:off x="673100" y="3911772"/>
              <a:ext cx="3262000" cy="1216841"/>
              <a:chOff x="7874000" y="2120966"/>
              <a:chExt cx="3262000" cy="1216841"/>
            </a:xfrm>
          </p:grpSpPr>
          <p:sp>
            <p:nvSpPr>
              <p:cNvPr id="21" name="íś1ïḓê"/>
              <p:cNvSpPr/>
              <p:nvPr/>
            </p:nvSpPr>
            <p:spPr bwMode="auto">
              <a:xfrm>
                <a:off x="7874000" y="2533846"/>
                <a:ext cx="3262000" cy="8039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2" name="ïṧlïde"/>
              <p:cNvSpPr txBox="1"/>
              <p:nvPr/>
            </p:nvSpPr>
            <p:spPr bwMode="auto">
              <a:xfrm>
                <a:off x="7874000" y="2120966"/>
                <a:ext cx="326200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cxnSp>
          <p:nvCxnSpPr>
            <p:cNvPr id="19" name="直接连接符 18"/>
            <p:cNvCxnSpPr/>
            <p:nvPr/>
          </p:nvCxnSpPr>
          <p:spPr>
            <a:xfrm>
              <a:off x="673100" y="3644744"/>
              <a:ext cx="2947900" cy="0"/>
            </a:xfrm>
            <a:prstGeom prst="line">
              <a:avLst/>
            </a:prstGeom>
            <a:ln w="3175" cap="rnd">
              <a:solidFill>
                <a:schemeClr val="bg1">
                  <a:lumMod val="6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8571000" y="3624097"/>
              <a:ext cx="2947900" cy="0"/>
            </a:xfrm>
            <a:prstGeom prst="line">
              <a:avLst/>
            </a:prstGeom>
            <a:ln w="3175" cap="rnd">
              <a:solidFill>
                <a:schemeClr val="bg1">
                  <a:lumMod val="6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88e85d3-12a4-42bc-bd8e-8108a27b6b8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95799" y="1128869"/>
            <a:ext cx="10824689" cy="5039069"/>
            <a:chOff x="695798" y="1128869"/>
            <a:chExt cx="10824690" cy="5039069"/>
          </a:xfrm>
        </p:grpSpPr>
        <p:grpSp>
          <p:nvGrpSpPr>
            <p:cNvPr id="6" name="îsļîďê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695798" y="2420481"/>
              <a:ext cx="3981514" cy="2539679"/>
              <a:chOff x="2255838" y="1233449"/>
              <a:chExt cx="7680326" cy="4899025"/>
            </a:xfrm>
          </p:grpSpPr>
          <p:sp>
            <p:nvSpPr>
              <p:cNvPr id="33" name="îŝļîďe"/>
              <p:cNvSpPr/>
              <p:nvPr/>
            </p:nvSpPr>
            <p:spPr bwMode="auto">
              <a:xfrm>
                <a:off x="8850313" y="2403437"/>
                <a:ext cx="1062038" cy="1416050"/>
              </a:xfrm>
              <a:custGeom>
                <a:avLst/>
                <a:gdLst>
                  <a:gd name="T0" fmla="*/ 0 w 411"/>
                  <a:gd name="T1" fmla="*/ 77 h 547"/>
                  <a:gd name="T2" fmla="*/ 205 w 411"/>
                  <a:gd name="T3" fmla="*/ 38 h 547"/>
                  <a:gd name="T4" fmla="*/ 411 w 411"/>
                  <a:gd name="T5" fmla="*/ 0 h 547"/>
                  <a:gd name="T6" fmla="*/ 411 w 411"/>
                  <a:gd name="T7" fmla="*/ 274 h 547"/>
                  <a:gd name="T8" fmla="*/ 411 w 411"/>
                  <a:gd name="T9" fmla="*/ 547 h 547"/>
                  <a:gd name="T10" fmla="*/ 205 w 411"/>
                  <a:gd name="T11" fmla="*/ 530 h 547"/>
                  <a:gd name="T12" fmla="*/ 0 w 411"/>
                  <a:gd name="T13" fmla="*/ 512 h 547"/>
                  <a:gd name="T14" fmla="*/ 0 w 411"/>
                  <a:gd name="T15" fmla="*/ 295 h 547"/>
                  <a:gd name="T16" fmla="*/ 0 w 411"/>
                  <a:gd name="T17" fmla="*/ 77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1" h="547">
                    <a:moveTo>
                      <a:pt x="0" y="77"/>
                    </a:moveTo>
                    <a:cubicBezTo>
                      <a:pt x="69" y="64"/>
                      <a:pt x="137" y="51"/>
                      <a:pt x="205" y="38"/>
                    </a:cubicBezTo>
                    <a:cubicBezTo>
                      <a:pt x="274" y="26"/>
                      <a:pt x="342" y="13"/>
                      <a:pt x="411" y="0"/>
                    </a:cubicBezTo>
                    <a:cubicBezTo>
                      <a:pt x="411" y="91"/>
                      <a:pt x="411" y="182"/>
                      <a:pt x="411" y="274"/>
                    </a:cubicBezTo>
                    <a:cubicBezTo>
                      <a:pt x="411" y="365"/>
                      <a:pt x="411" y="456"/>
                      <a:pt x="411" y="547"/>
                    </a:cubicBezTo>
                    <a:cubicBezTo>
                      <a:pt x="342" y="541"/>
                      <a:pt x="274" y="536"/>
                      <a:pt x="205" y="530"/>
                    </a:cubicBezTo>
                    <a:cubicBezTo>
                      <a:pt x="137" y="524"/>
                      <a:pt x="69" y="518"/>
                      <a:pt x="0" y="512"/>
                    </a:cubicBezTo>
                    <a:cubicBezTo>
                      <a:pt x="0" y="440"/>
                      <a:pt x="0" y="367"/>
                      <a:pt x="0" y="295"/>
                    </a:cubicBezTo>
                    <a:cubicBezTo>
                      <a:pt x="0" y="222"/>
                      <a:pt x="0" y="150"/>
                      <a:pt x="0" y="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š1îḋé"/>
              <p:cNvSpPr/>
              <p:nvPr/>
            </p:nvSpPr>
            <p:spPr bwMode="auto">
              <a:xfrm>
                <a:off x="8826501" y="2370099"/>
                <a:ext cx="1109663" cy="1479550"/>
              </a:xfrm>
              <a:custGeom>
                <a:avLst/>
                <a:gdLst>
                  <a:gd name="T0" fmla="*/ 215 w 429"/>
                  <a:gd name="T1" fmla="*/ 42 h 572"/>
                  <a:gd name="T2" fmla="*/ 420 w 429"/>
                  <a:gd name="T3" fmla="*/ 2 h 572"/>
                  <a:gd name="T4" fmla="*/ 429 w 429"/>
                  <a:gd name="T5" fmla="*/ 0 h 572"/>
                  <a:gd name="T6" fmla="*/ 429 w 429"/>
                  <a:gd name="T7" fmla="*/ 11 h 572"/>
                  <a:gd name="T8" fmla="*/ 429 w 429"/>
                  <a:gd name="T9" fmla="*/ 286 h 572"/>
                  <a:gd name="T10" fmla="*/ 429 w 429"/>
                  <a:gd name="T11" fmla="*/ 561 h 572"/>
                  <a:gd name="T12" fmla="*/ 429 w 429"/>
                  <a:gd name="T13" fmla="*/ 572 h 572"/>
                  <a:gd name="T14" fmla="*/ 420 w 429"/>
                  <a:gd name="T15" fmla="*/ 571 h 572"/>
                  <a:gd name="T16" fmla="*/ 215 w 429"/>
                  <a:gd name="T17" fmla="*/ 552 h 572"/>
                  <a:gd name="T18" fmla="*/ 215 w 429"/>
                  <a:gd name="T19" fmla="*/ 533 h 572"/>
                  <a:gd name="T20" fmla="*/ 410 w 429"/>
                  <a:gd name="T21" fmla="*/ 549 h 572"/>
                  <a:gd name="T22" fmla="*/ 410 w 429"/>
                  <a:gd name="T23" fmla="*/ 287 h 572"/>
                  <a:gd name="T24" fmla="*/ 410 w 429"/>
                  <a:gd name="T25" fmla="*/ 25 h 572"/>
                  <a:gd name="T26" fmla="*/ 215 w 429"/>
                  <a:gd name="T27" fmla="*/ 61 h 572"/>
                  <a:gd name="T28" fmla="*/ 215 w 429"/>
                  <a:gd name="T29" fmla="*/ 42 h 572"/>
                  <a:gd name="T30" fmla="*/ 9 w 429"/>
                  <a:gd name="T31" fmla="*/ 81 h 572"/>
                  <a:gd name="T32" fmla="*/ 214 w 429"/>
                  <a:gd name="T33" fmla="*/ 42 h 572"/>
                  <a:gd name="T34" fmla="*/ 215 w 429"/>
                  <a:gd name="T35" fmla="*/ 42 h 572"/>
                  <a:gd name="T36" fmla="*/ 215 w 429"/>
                  <a:gd name="T37" fmla="*/ 61 h 572"/>
                  <a:gd name="T38" fmla="*/ 214 w 429"/>
                  <a:gd name="T39" fmla="*/ 61 h 572"/>
                  <a:gd name="T40" fmla="*/ 19 w 429"/>
                  <a:gd name="T41" fmla="*/ 97 h 572"/>
                  <a:gd name="T42" fmla="*/ 19 w 429"/>
                  <a:gd name="T43" fmla="*/ 307 h 572"/>
                  <a:gd name="T44" fmla="*/ 19 w 429"/>
                  <a:gd name="T45" fmla="*/ 518 h 572"/>
                  <a:gd name="T46" fmla="*/ 214 w 429"/>
                  <a:gd name="T47" fmla="*/ 533 h 572"/>
                  <a:gd name="T48" fmla="*/ 215 w 429"/>
                  <a:gd name="T49" fmla="*/ 533 h 572"/>
                  <a:gd name="T50" fmla="*/ 215 w 429"/>
                  <a:gd name="T51" fmla="*/ 552 h 572"/>
                  <a:gd name="T52" fmla="*/ 214 w 429"/>
                  <a:gd name="T53" fmla="*/ 552 h 572"/>
                  <a:gd name="T54" fmla="*/ 9 w 429"/>
                  <a:gd name="T55" fmla="*/ 534 h 572"/>
                  <a:gd name="T56" fmla="*/ 0 w 429"/>
                  <a:gd name="T57" fmla="*/ 533 h 572"/>
                  <a:gd name="T58" fmla="*/ 0 w 429"/>
                  <a:gd name="T59" fmla="*/ 525 h 572"/>
                  <a:gd name="T60" fmla="*/ 0 w 429"/>
                  <a:gd name="T61" fmla="*/ 308 h 572"/>
                  <a:gd name="T62" fmla="*/ 0 w 429"/>
                  <a:gd name="T63" fmla="*/ 92 h 572"/>
                  <a:gd name="T64" fmla="*/ 0 w 429"/>
                  <a:gd name="T65" fmla="*/ 83 h 572"/>
                  <a:gd name="T66" fmla="*/ 9 w 429"/>
                  <a:gd name="T67" fmla="*/ 81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29" h="572">
                    <a:moveTo>
                      <a:pt x="215" y="42"/>
                    </a:moveTo>
                    <a:cubicBezTo>
                      <a:pt x="283" y="29"/>
                      <a:pt x="351" y="15"/>
                      <a:pt x="420" y="2"/>
                    </a:cubicBezTo>
                    <a:cubicBezTo>
                      <a:pt x="423" y="2"/>
                      <a:pt x="426" y="1"/>
                      <a:pt x="429" y="0"/>
                    </a:cubicBezTo>
                    <a:cubicBezTo>
                      <a:pt x="429" y="4"/>
                      <a:pt x="429" y="8"/>
                      <a:pt x="429" y="11"/>
                    </a:cubicBezTo>
                    <a:cubicBezTo>
                      <a:pt x="429" y="103"/>
                      <a:pt x="429" y="195"/>
                      <a:pt x="429" y="286"/>
                    </a:cubicBezTo>
                    <a:cubicBezTo>
                      <a:pt x="429" y="378"/>
                      <a:pt x="429" y="469"/>
                      <a:pt x="429" y="561"/>
                    </a:cubicBezTo>
                    <a:cubicBezTo>
                      <a:pt x="429" y="565"/>
                      <a:pt x="429" y="568"/>
                      <a:pt x="429" y="572"/>
                    </a:cubicBezTo>
                    <a:cubicBezTo>
                      <a:pt x="426" y="571"/>
                      <a:pt x="423" y="571"/>
                      <a:pt x="420" y="571"/>
                    </a:cubicBezTo>
                    <a:cubicBezTo>
                      <a:pt x="351" y="565"/>
                      <a:pt x="283" y="558"/>
                      <a:pt x="215" y="552"/>
                    </a:cubicBezTo>
                    <a:cubicBezTo>
                      <a:pt x="215" y="533"/>
                      <a:pt x="215" y="533"/>
                      <a:pt x="215" y="533"/>
                    </a:cubicBezTo>
                    <a:cubicBezTo>
                      <a:pt x="280" y="538"/>
                      <a:pt x="345" y="544"/>
                      <a:pt x="410" y="549"/>
                    </a:cubicBezTo>
                    <a:cubicBezTo>
                      <a:pt x="410" y="462"/>
                      <a:pt x="410" y="374"/>
                      <a:pt x="410" y="287"/>
                    </a:cubicBezTo>
                    <a:cubicBezTo>
                      <a:pt x="410" y="200"/>
                      <a:pt x="410" y="113"/>
                      <a:pt x="410" y="25"/>
                    </a:cubicBezTo>
                    <a:cubicBezTo>
                      <a:pt x="345" y="37"/>
                      <a:pt x="280" y="49"/>
                      <a:pt x="215" y="61"/>
                    </a:cubicBezTo>
                    <a:lnTo>
                      <a:pt x="215" y="42"/>
                    </a:lnTo>
                    <a:close/>
                    <a:moveTo>
                      <a:pt x="9" y="81"/>
                    </a:moveTo>
                    <a:cubicBezTo>
                      <a:pt x="78" y="68"/>
                      <a:pt x="146" y="55"/>
                      <a:pt x="214" y="42"/>
                    </a:cubicBezTo>
                    <a:cubicBezTo>
                      <a:pt x="215" y="42"/>
                      <a:pt x="215" y="42"/>
                      <a:pt x="215" y="42"/>
                    </a:cubicBezTo>
                    <a:cubicBezTo>
                      <a:pt x="215" y="61"/>
                      <a:pt x="215" y="61"/>
                      <a:pt x="215" y="61"/>
                    </a:cubicBezTo>
                    <a:cubicBezTo>
                      <a:pt x="214" y="61"/>
                      <a:pt x="214" y="61"/>
                      <a:pt x="214" y="61"/>
                    </a:cubicBezTo>
                    <a:cubicBezTo>
                      <a:pt x="149" y="73"/>
                      <a:pt x="84" y="85"/>
                      <a:pt x="19" y="97"/>
                    </a:cubicBezTo>
                    <a:cubicBezTo>
                      <a:pt x="19" y="167"/>
                      <a:pt x="19" y="237"/>
                      <a:pt x="19" y="307"/>
                    </a:cubicBezTo>
                    <a:cubicBezTo>
                      <a:pt x="19" y="377"/>
                      <a:pt x="19" y="447"/>
                      <a:pt x="19" y="518"/>
                    </a:cubicBezTo>
                    <a:cubicBezTo>
                      <a:pt x="84" y="523"/>
                      <a:pt x="149" y="528"/>
                      <a:pt x="214" y="533"/>
                    </a:cubicBezTo>
                    <a:cubicBezTo>
                      <a:pt x="215" y="533"/>
                      <a:pt x="215" y="533"/>
                      <a:pt x="215" y="533"/>
                    </a:cubicBezTo>
                    <a:cubicBezTo>
                      <a:pt x="215" y="552"/>
                      <a:pt x="215" y="552"/>
                      <a:pt x="215" y="552"/>
                    </a:cubicBezTo>
                    <a:cubicBezTo>
                      <a:pt x="214" y="552"/>
                      <a:pt x="214" y="552"/>
                      <a:pt x="214" y="552"/>
                    </a:cubicBezTo>
                    <a:cubicBezTo>
                      <a:pt x="146" y="546"/>
                      <a:pt x="78" y="540"/>
                      <a:pt x="9" y="534"/>
                    </a:cubicBezTo>
                    <a:cubicBezTo>
                      <a:pt x="6" y="534"/>
                      <a:pt x="3" y="533"/>
                      <a:pt x="0" y="533"/>
                    </a:cubicBezTo>
                    <a:cubicBezTo>
                      <a:pt x="0" y="530"/>
                      <a:pt x="0" y="527"/>
                      <a:pt x="0" y="525"/>
                    </a:cubicBezTo>
                    <a:cubicBezTo>
                      <a:pt x="0" y="452"/>
                      <a:pt x="0" y="380"/>
                      <a:pt x="0" y="308"/>
                    </a:cubicBezTo>
                    <a:cubicBezTo>
                      <a:pt x="0" y="236"/>
                      <a:pt x="0" y="164"/>
                      <a:pt x="0" y="92"/>
                    </a:cubicBezTo>
                    <a:cubicBezTo>
                      <a:pt x="0" y="89"/>
                      <a:pt x="0" y="86"/>
                      <a:pt x="0" y="83"/>
                    </a:cubicBezTo>
                    <a:cubicBezTo>
                      <a:pt x="3" y="82"/>
                      <a:pt x="6" y="82"/>
                      <a:pt x="9" y="81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ïŝḷiḋê"/>
              <p:cNvSpPr/>
              <p:nvPr/>
            </p:nvSpPr>
            <p:spPr bwMode="auto">
              <a:xfrm>
                <a:off x="8850313" y="2403437"/>
                <a:ext cx="1062038" cy="374650"/>
              </a:xfrm>
              <a:custGeom>
                <a:avLst/>
                <a:gdLst>
                  <a:gd name="T0" fmla="*/ 0 w 411"/>
                  <a:gd name="T1" fmla="*/ 77 h 145"/>
                  <a:gd name="T2" fmla="*/ 205 w 411"/>
                  <a:gd name="T3" fmla="*/ 38 h 145"/>
                  <a:gd name="T4" fmla="*/ 411 w 411"/>
                  <a:gd name="T5" fmla="*/ 0 h 145"/>
                  <a:gd name="T6" fmla="*/ 411 w 411"/>
                  <a:gd name="T7" fmla="*/ 86 h 145"/>
                  <a:gd name="T8" fmla="*/ 205 w 411"/>
                  <a:gd name="T9" fmla="*/ 116 h 145"/>
                  <a:gd name="T10" fmla="*/ 0 w 411"/>
                  <a:gd name="T11" fmla="*/ 145 h 145"/>
                  <a:gd name="T12" fmla="*/ 0 w 411"/>
                  <a:gd name="T13" fmla="*/ 77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1" h="145">
                    <a:moveTo>
                      <a:pt x="0" y="77"/>
                    </a:moveTo>
                    <a:cubicBezTo>
                      <a:pt x="69" y="64"/>
                      <a:pt x="137" y="51"/>
                      <a:pt x="205" y="38"/>
                    </a:cubicBezTo>
                    <a:cubicBezTo>
                      <a:pt x="274" y="26"/>
                      <a:pt x="342" y="13"/>
                      <a:pt x="411" y="0"/>
                    </a:cubicBezTo>
                    <a:cubicBezTo>
                      <a:pt x="411" y="29"/>
                      <a:pt x="411" y="57"/>
                      <a:pt x="411" y="86"/>
                    </a:cubicBezTo>
                    <a:cubicBezTo>
                      <a:pt x="342" y="96"/>
                      <a:pt x="274" y="106"/>
                      <a:pt x="205" y="116"/>
                    </a:cubicBezTo>
                    <a:cubicBezTo>
                      <a:pt x="137" y="125"/>
                      <a:pt x="69" y="135"/>
                      <a:pt x="0" y="145"/>
                    </a:cubicBezTo>
                    <a:cubicBezTo>
                      <a:pt x="0" y="122"/>
                      <a:pt x="0" y="100"/>
                      <a:pt x="0" y="77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ïşlîḑé"/>
              <p:cNvSpPr/>
              <p:nvPr/>
            </p:nvSpPr>
            <p:spPr bwMode="auto">
              <a:xfrm>
                <a:off x="8964613" y="3778212"/>
                <a:ext cx="325438" cy="806450"/>
              </a:xfrm>
              <a:custGeom>
                <a:avLst/>
                <a:gdLst>
                  <a:gd name="T0" fmla="*/ 5 w 126"/>
                  <a:gd name="T1" fmla="*/ 290 h 312"/>
                  <a:gd name="T2" fmla="*/ 55 w 126"/>
                  <a:gd name="T3" fmla="*/ 150 h 312"/>
                  <a:gd name="T4" fmla="*/ 106 w 126"/>
                  <a:gd name="T5" fmla="*/ 0 h 312"/>
                  <a:gd name="T6" fmla="*/ 126 w 126"/>
                  <a:gd name="T7" fmla="*/ 2 h 312"/>
                  <a:gd name="T8" fmla="*/ 74 w 126"/>
                  <a:gd name="T9" fmla="*/ 156 h 312"/>
                  <a:gd name="T10" fmla="*/ 23 w 126"/>
                  <a:gd name="T11" fmla="*/ 300 h 312"/>
                  <a:gd name="T12" fmla="*/ 5 w 126"/>
                  <a:gd name="T13" fmla="*/ 29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312">
                    <a:moveTo>
                      <a:pt x="5" y="290"/>
                    </a:moveTo>
                    <a:cubicBezTo>
                      <a:pt x="22" y="244"/>
                      <a:pt x="39" y="198"/>
                      <a:pt x="55" y="150"/>
                    </a:cubicBezTo>
                    <a:cubicBezTo>
                      <a:pt x="72" y="101"/>
                      <a:pt x="89" y="51"/>
                      <a:pt x="106" y="0"/>
                    </a:cubicBezTo>
                    <a:cubicBezTo>
                      <a:pt x="113" y="1"/>
                      <a:pt x="119" y="1"/>
                      <a:pt x="126" y="2"/>
                    </a:cubicBezTo>
                    <a:cubicBezTo>
                      <a:pt x="109" y="54"/>
                      <a:pt x="92" y="106"/>
                      <a:pt x="74" y="156"/>
                    </a:cubicBezTo>
                    <a:cubicBezTo>
                      <a:pt x="57" y="205"/>
                      <a:pt x="40" y="253"/>
                      <a:pt x="23" y="300"/>
                    </a:cubicBezTo>
                    <a:cubicBezTo>
                      <a:pt x="18" y="312"/>
                      <a:pt x="0" y="304"/>
                      <a:pt x="5" y="29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îṥ1íďé"/>
              <p:cNvSpPr/>
              <p:nvPr/>
            </p:nvSpPr>
            <p:spPr bwMode="auto">
              <a:xfrm>
                <a:off x="9472613" y="3800437"/>
                <a:ext cx="327025" cy="993775"/>
              </a:xfrm>
              <a:custGeom>
                <a:avLst/>
                <a:gdLst>
                  <a:gd name="T0" fmla="*/ 121 w 126"/>
                  <a:gd name="T1" fmla="*/ 368 h 384"/>
                  <a:gd name="T2" fmla="*/ 70 w 126"/>
                  <a:gd name="T3" fmla="*/ 180 h 384"/>
                  <a:gd name="T4" fmla="*/ 20 w 126"/>
                  <a:gd name="T5" fmla="*/ 2 h 384"/>
                  <a:gd name="T6" fmla="*/ 0 w 126"/>
                  <a:gd name="T7" fmla="*/ 0 h 384"/>
                  <a:gd name="T8" fmla="*/ 52 w 126"/>
                  <a:gd name="T9" fmla="*/ 180 h 384"/>
                  <a:gd name="T10" fmla="*/ 103 w 126"/>
                  <a:gd name="T11" fmla="*/ 369 h 384"/>
                  <a:gd name="T12" fmla="*/ 121 w 126"/>
                  <a:gd name="T13" fmla="*/ 368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384">
                    <a:moveTo>
                      <a:pt x="121" y="368"/>
                    </a:moveTo>
                    <a:cubicBezTo>
                      <a:pt x="104" y="304"/>
                      <a:pt x="88" y="242"/>
                      <a:pt x="70" y="180"/>
                    </a:cubicBezTo>
                    <a:cubicBezTo>
                      <a:pt x="54" y="120"/>
                      <a:pt x="37" y="61"/>
                      <a:pt x="20" y="2"/>
                    </a:cubicBezTo>
                    <a:cubicBezTo>
                      <a:pt x="13" y="1"/>
                      <a:pt x="7" y="1"/>
                      <a:pt x="0" y="0"/>
                    </a:cubicBezTo>
                    <a:cubicBezTo>
                      <a:pt x="17" y="59"/>
                      <a:pt x="35" y="119"/>
                      <a:pt x="52" y="180"/>
                    </a:cubicBezTo>
                    <a:cubicBezTo>
                      <a:pt x="69" y="242"/>
                      <a:pt x="86" y="305"/>
                      <a:pt x="103" y="369"/>
                    </a:cubicBezTo>
                    <a:cubicBezTo>
                      <a:pt x="107" y="384"/>
                      <a:pt x="126" y="384"/>
                      <a:pt x="121" y="368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iSḷiḋè"/>
              <p:cNvSpPr/>
              <p:nvPr/>
            </p:nvSpPr>
            <p:spPr bwMode="auto">
              <a:xfrm>
                <a:off x="9137651" y="4160799"/>
                <a:ext cx="488950" cy="139700"/>
              </a:xfrm>
              <a:custGeom>
                <a:avLst/>
                <a:gdLst>
                  <a:gd name="T0" fmla="*/ 0 w 189"/>
                  <a:gd name="T1" fmla="*/ 0 h 54"/>
                  <a:gd name="T2" fmla="*/ 94 w 189"/>
                  <a:gd name="T3" fmla="*/ 17 h 54"/>
                  <a:gd name="T4" fmla="*/ 189 w 189"/>
                  <a:gd name="T5" fmla="*/ 33 h 54"/>
                  <a:gd name="T6" fmla="*/ 189 w 189"/>
                  <a:gd name="T7" fmla="*/ 54 h 54"/>
                  <a:gd name="T8" fmla="*/ 94 w 189"/>
                  <a:gd name="T9" fmla="*/ 36 h 54"/>
                  <a:gd name="T10" fmla="*/ 0 w 189"/>
                  <a:gd name="T11" fmla="*/ 18 h 54"/>
                  <a:gd name="T12" fmla="*/ 0 w 189"/>
                  <a:gd name="T13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9" h="54">
                    <a:moveTo>
                      <a:pt x="0" y="0"/>
                    </a:moveTo>
                    <a:cubicBezTo>
                      <a:pt x="31" y="6"/>
                      <a:pt x="63" y="11"/>
                      <a:pt x="94" y="17"/>
                    </a:cubicBezTo>
                    <a:cubicBezTo>
                      <a:pt x="126" y="22"/>
                      <a:pt x="157" y="28"/>
                      <a:pt x="189" y="33"/>
                    </a:cubicBezTo>
                    <a:cubicBezTo>
                      <a:pt x="189" y="40"/>
                      <a:pt x="189" y="47"/>
                      <a:pt x="189" y="54"/>
                    </a:cubicBezTo>
                    <a:cubicBezTo>
                      <a:pt x="157" y="48"/>
                      <a:pt x="126" y="42"/>
                      <a:pt x="94" y="36"/>
                    </a:cubicBezTo>
                    <a:cubicBezTo>
                      <a:pt x="63" y="30"/>
                      <a:pt x="31" y="24"/>
                      <a:pt x="0" y="18"/>
                    </a:cubicBezTo>
                    <a:cubicBezTo>
                      <a:pt x="0" y="12"/>
                      <a:pt x="0" y="6"/>
                      <a:pt x="0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iş1idé"/>
              <p:cNvSpPr/>
              <p:nvPr/>
            </p:nvSpPr>
            <p:spPr bwMode="auto">
              <a:xfrm>
                <a:off x="9767888" y="3630574"/>
                <a:ext cx="119063" cy="160338"/>
              </a:xfrm>
              <a:custGeom>
                <a:avLst/>
                <a:gdLst>
                  <a:gd name="T0" fmla="*/ 46 w 46"/>
                  <a:gd name="T1" fmla="*/ 0 h 62"/>
                  <a:gd name="T2" fmla="*/ 0 w 46"/>
                  <a:gd name="T3" fmla="*/ 58 h 62"/>
                  <a:gd name="T4" fmla="*/ 46 w 46"/>
                  <a:gd name="T5" fmla="*/ 62 h 62"/>
                  <a:gd name="T6" fmla="*/ 46 w 46"/>
                  <a:gd name="T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62">
                    <a:moveTo>
                      <a:pt x="46" y="0"/>
                    </a:moveTo>
                    <a:cubicBezTo>
                      <a:pt x="31" y="19"/>
                      <a:pt x="15" y="39"/>
                      <a:pt x="0" y="58"/>
                    </a:cubicBezTo>
                    <a:cubicBezTo>
                      <a:pt x="15" y="59"/>
                      <a:pt x="31" y="60"/>
                      <a:pt x="46" y="62"/>
                    </a:cubicBezTo>
                    <a:cubicBezTo>
                      <a:pt x="46" y="41"/>
                      <a:pt x="46" y="20"/>
                      <a:pt x="46" y="0"/>
                    </a:cubicBezTo>
                    <a:close/>
                  </a:path>
                </a:pathLst>
              </a:custGeom>
              <a:solidFill>
                <a:srgbClr val="A8B8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îSḻïḍè"/>
              <p:cNvSpPr/>
              <p:nvPr/>
            </p:nvSpPr>
            <p:spPr bwMode="auto">
              <a:xfrm>
                <a:off x="9744076" y="3611524"/>
                <a:ext cx="142875" cy="168275"/>
              </a:xfrm>
              <a:custGeom>
                <a:avLst/>
                <a:gdLst>
                  <a:gd name="T0" fmla="*/ 55 w 55"/>
                  <a:gd name="T1" fmla="*/ 7 h 65"/>
                  <a:gd name="T2" fmla="*/ 9 w 55"/>
                  <a:gd name="T3" fmla="*/ 65 h 65"/>
                  <a:gd name="T4" fmla="*/ 0 w 55"/>
                  <a:gd name="T5" fmla="*/ 0 h 65"/>
                  <a:gd name="T6" fmla="*/ 55 w 55"/>
                  <a:gd name="T7" fmla="*/ 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65">
                    <a:moveTo>
                      <a:pt x="55" y="7"/>
                    </a:moveTo>
                    <a:cubicBezTo>
                      <a:pt x="40" y="26"/>
                      <a:pt x="24" y="46"/>
                      <a:pt x="9" y="65"/>
                    </a:cubicBezTo>
                    <a:cubicBezTo>
                      <a:pt x="14" y="44"/>
                      <a:pt x="12" y="22"/>
                      <a:pt x="0" y="0"/>
                    </a:cubicBezTo>
                    <a:cubicBezTo>
                      <a:pt x="18" y="15"/>
                      <a:pt x="36" y="16"/>
                      <a:pt x="55" y="7"/>
                    </a:cubicBezTo>
                    <a:close/>
                  </a:path>
                </a:pathLst>
              </a:custGeom>
              <a:solidFill>
                <a:srgbClr val="E8E7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Sḷîďê"/>
              <p:cNvSpPr/>
              <p:nvPr/>
            </p:nvSpPr>
            <p:spPr bwMode="auto">
              <a:xfrm>
                <a:off x="9059863" y="2897149"/>
                <a:ext cx="642938" cy="660400"/>
              </a:xfrm>
              <a:custGeom>
                <a:avLst/>
                <a:gdLst>
                  <a:gd name="T0" fmla="*/ 186 w 249"/>
                  <a:gd name="T1" fmla="*/ 240 h 255"/>
                  <a:gd name="T2" fmla="*/ 233 w 249"/>
                  <a:gd name="T3" fmla="*/ 191 h 255"/>
                  <a:gd name="T4" fmla="*/ 246 w 249"/>
                  <a:gd name="T5" fmla="*/ 151 h 255"/>
                  <a:gd name="T6" fmla="*/ 246 w 249"/>
                  <a:gd name="T7" fmla="*/ 96 h 255"/>
                  <a:gd name="T8" fmla="*/ 233 w 249"/>
                  <a:gd name="T9" fmla="*/ 57 h 255"/>
                  <a:gd name="T10" fmla="*/ 186 w 249"/>
                  <a:gd name="T11" fmla="*/ 12 h 255"/>
                  <a:gd name="T12" fmla="*/ 170 w 249"/>
                  <a:gd name="T13" fmla="*/ 5 h 255"/>
                  <a:gd name="T14" fmla="*/ 133 w 249"/>
                  <a:gd name="T15" fmla="*/ 0 h 255"/>
                  <a:gd name="T16" fmla="*/ 139 w 249"/>
                  <a:gd name="T17" fmla="*/ 12 h 255"/>
                  <a:gd name="T18" fmla="*/ 154 w 249"/>
                  <a:gd name="T19" fmla="*/ 11 h 255"/>
                  <a:gd name="T20" fmla="*/ 168 w 249"/>
                  <a:gd name="T21" fmla="*/ 13 h 255"/>
                  <a:gd name="T22" fmla="*/ 164 w 249"/>
                  <a:gd name="T23" fmla="*/ 17 h 255"/>
                  <a:gd name="T24" fmla="*/ 145 w 249"/>
                  <a:gd name="T25" fmla="*/ 26 h 255"/>
                  <a:gd name="T26" fmla="*/ 147 w 249"/>
                  <a:gd name="T27" fmla="*/ 39 h 255"/>
                  <a:gd name="T28" fmla="*/ 159 w 249"/>
                  <a:gd name="T29" fmla="*/ 47 h 255"/>
                  <a:gd name="T30" fmla="*/ 176 w 249"/>
                  <a:gd name="T31" fmla="*/ 21 h 255"/>
                  <a:gd name="T32" fmla="*/ 189 w 249"/>
                  <a:gd name="T33" fmla="*/ 24 h 255"/>
                  <a:gd name="T34" fmla="*/ 200 w 249"/>
                  <a:gd name="T35" fmla="*/ 29 h 255"/>
                  <a:gd name="T36" fmla="*/ 205 w 249"/>
                  <a:gd name="T37" fmla="*/ 47 h 255"/>
                  <a:gd name="T38" fmla="*/ 202 w 249"/>
                  <a:gd name="T39" fmla="*/ 57 h 255"/>
                  <a:gd name="T40" fmla="*/ 195 w 249"/>
                  <a:gd name="T41" fmla="*/ 50 h 255"/>
                  <a:gd name="T42" fmla="*/ 180 w 249"/>
                  <a:gd name="T43" fmla="*/ 53 h 255"/>
                  <a:gd name="T44" fmla="*/ 190 w 249"/>
                  <a:gd name="T45" fmla="*/ 59 h 255"/>
                  <a:gd name="T46" fmla="*/ 164 w 249"/>
                  <a:gd name="T47" fmla="*/ 72 h 255"/>
                  <a:gd name="T48" fmla="*/ 151 w 249"/>
                  <a:gd name="T49" fmla="*/ 81 h 255"/>
                  <a:gd name="T50" fmla="*/ 135 w 249"/>
                  <a:gd name="T51" fmla="*/ 98 h 255"/>
                  <a:gd name="T52" fmla="*/ 144 w 249"/>
                  <a:gd name="T53" fmla="*/ 151 h 255"/>
                  <a:gd name="T54" fmla="*/ 158 w 249"/>
                  <a:gd name="T55" fmla="*/ 154 h 255"/>
                  <a:gd name="T56" fmla="*/ 172 w 249"/>
                  <a:gd name="T57" fmla="*/ 159 h 255"/>
                  <a:gd name="T58" fmla="*/ 194 w 249"/>
                  <a:gd name="T59" fmla="*/ 172 h 255"/>
                  <a:gd name="T60" fmla="*/ 207 w 249"/>
                  <a:gd name="T61" fmla="*/ 184 h 255"/>
                  <a:gd name="T62" fmla="*/ 225 w 249"/>
                  <a:gd name="T63" fmla="*/ 191 h 255"/>
                  <a:gd name="T64" fmla="*/ 142 w 249"/>
                  <a:gd name="T65" fmla="*/ 223 h 255"/>
                  <a:gd name="T66" fmla="*/ 1 w 249"/>
                  <a:gd name="T67" fmla="*/ 114 h 255"/>
                  <a:gd name="T68" fmla="*/ 4 w 249"/>
                  <a:gd name="T69" fmla="*/ 161 h 255"/>
                  <a:gd name="T70" fmla="*/ 27 w 249"/>
                  <a:gd name="T71" fmla="*/ 205 h 255"/>
                  <a:gd name="T72" fmla="*/ 79 w 249"/>
                  <a:gd name="T73" fmla="*/ 245 h 255"/>
                  <a:gd name="T74" fmla="*/ 127 w 249"/>
                  <a:gd name="T75" fmla="*/ 203 h 255"/>
                  <a:gd name="T76" fmla="*/ 123 w 249"/>
                  <a:gd name="T77" fmla="*/ 182 h 255"/>
                  <a:gd name="T78" fmla="*/ 129 w 249"/>
                  <a:gd name="T79" fmla="*/ 162 h 255"/>
                  <a:gd name="T80" fmla="*/ 114 w 249"/>
                  <a:gd name="T81" fmla="*/ 158 h 255"/>
                  <a:gd name="T82" fmla="*/ 98 w 249"/>
                  <a:gd name="T83" fmla="*/ 147 h 255"/>
                  <a:gd name="T84" fmla="*/ 71 w 249"/>
                  <a:gd name="T85" fmla="*/ 137 h 255"/>
                  <a:gd name="T86" fmla="*/ 61 w 249"/>
                  <a:gd name="T87" fmla="*/ 117 h 255"/>
                  <a:gd name="T88" fmla="*/ 54 w 249"/>
                  <a:gd name="T89" fmla="*/ 114 h 255"/>
                  <a:gd name="T90" fmla="*/ 54 w 249"/>
                  <a:gd name="T91" fmla="*/ 119 h 255"/>
                  <a:gd name="T92" fmla="*/ 45 w 249"/>
                  <a:gd name="T93" fmla="*/ 99 h 255"/>
                  <a:gd name="T94" fmla="*/ 45 w 249"/>
                  <a:gd name="T95" fmla="*/ 78 h 255"/>
                  <a:gd name="T96" fmla="*/ 55 w 249"/>
                  <a:gd name="T97" fmla="*/ 56 h 255"/>
                  <a:gd name="T98" fmla="*/ 53 w 249"/>
                  <a:gd name="T99" fmla="*/ 42 h 255"/>
                  <a:gd name="T100" fmla="*/ 112 w 249"/>
                  <a:gd name="T101" fmla="*/ 11 h 255"/>
                  <a:gd name="T102" fmla="*/ 133 w 249"/>
                  <a:gd name="T103" fmla="*/ 0 h 255"/>
                  <a:gd name="T104" fmla="*/ 77 w 249"/>
                  <a:gd name="T105" fmla="*/ 15 h 255"/>
                  <a:gd name="T106" fmla="*/ 36 w 249"/>
                  <a:gd name="T107" fmla="*/ 45 h 255"/>
                  <a:gd name="T108" fmla="*/ 9 w 249"/>
                  <a:gd name="T109" fmla="*/ 88 h 255"/>
                  <a:gd name="T110" fmla="*/ 132 w 249"/>
                  <a:gd name="T111" fmla="*/ 160 h 255"/>
                  <a:gd name="T112" fmla="*/ 115 w 249"/>
                  <a:gd name="T113" fmla="*/ 142 h 255"/>
                  <a:gd name="T114" fmla="*/ 110 w 249"/>
                  <a:gd name="T115" fmla="*/ 130 h 255"/>
                  <a:gd name="T116" fmla="*/ 89 w 249"/>
                  <a:gd name="T117" fmla="*/ 134 h 255"/>
                  <a:gd name="T118" fmla="*/ 100 w 249"/>
                  <a:gd name="T119" fmla="*/ 107 h 255"/>
                  <a:gd name="T120" fmla="*/ 123 w 249"/>
                  <a:gd name="T121" fmla="*/ 106 h 255"/>
                  <a:gd name="T122" fmla="*/ 129 w 249"/>
                  <a:gd name="T123" fmla="*/ 10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49" h="255">
                    <a:moveTo>
                      <a:pt x="133" y="255"/>
                    </a:moveTo>
                    <a:cubicBezTo>
                      <a:pt x="140" y="255"/>
                      <a:pt x="146" y="254"/>
                      <a:pt x="152" y="253"/>
                    </a:cubicBezTo>
                    <a:cubicBezTo>
                      <a:pt x="156" y="252"/>
                      <a:pt x="160" y="251"/>
                      <a:pt x="164" y="250"/>
                    </a:cubicBezTo>
                    <a:cubicBezTo>
                      <a:pt x="166" y="249"/>
                      <a:pt x="168" y="248"/>
                      <a:pt x="170" y="248"/>
                    </a:cubicBezTo>
                    <a:cubicBezTo>
                      <a:pt x="174" y="246"/>
                      <a:pt x="178" y="245"/>
                      <a:pt x="181" y="243"/>
                    </a:cubicBezTo>
                    <a:cubicBezTo>
                      <a:pt x="183" y="242"/>
                      <a:pt x="185" y="241"/>
                      <a:pt x="186" y="240"/>
                    </a:cubicBezTo>
                    <a:cubicBezTo>
                      <a:pt x="194" y="235"/>
                      <a:pt x="202" y="230"/>
                      <a:pt x="208" y="223"/>
                    </a:cubicBezTo>
                    <a:cubicBezTo>
                      <a:pt x="210" y="222"/>
                      <a:pt x="211" y="221"/>
                      <a:pt x="213" y="219"/>
                    </a:cubicBezTo>
                    <a:cubicBezTo>
                      <a:pt x="214" y="218"/>
                      <a:pt x="215" y="216"/>
                      <a:pt x="217" y="215"/>
                    </a:cubicBezTo>
                    <a:cubicBezTo>
                      <a:pt x="219" y="212"/>
                      <a:pt x="221" y="210"/>
                      <a:pt x="222" y="207"/>
                    </a:cubicBezTo>
                    <a:cubicBezTo>
                      <a:pt x="225" y="203"/>
                      <a:pt x="228" y="199"/>
                      <a:pt x="231" y="195"/>
                    </a:cubicBezTo>
                    <a:cubicBezTo>
                      <a:pt x="231" y="194"/>
                      <a:pt x="232" y="193"/>
                      <a:pt x="233" y="191"/>
                    </a:cubicBezTo>
                    <a:cubicBezTo>
                      <a:pt x="234" y="189"/>
                      <a:pt x="234" y="188"/>
                      <a:pt x="235" y="186"/>
                    </a:cubicBezTo>
                    <a:cubicBezTo>
                      <a:pt x="236" y="185"/>
                      <a:pt x="236" y="184"/>
                      <a:pt x="237" y="183"/>
                    </a:cubicBezTo>
                    <a:cubicBezTo>
                      <a:pt x="238" y="181"/>
                      <a:pt x="238" y="179"/>
                      <a:pt x="239" y="177"/>
                    </a:cubicBezTo>
                    <a:cubicBezTo>
                      <a:pt x="240" y="175"/>
                      <a:pt x="241" y="173"/>
                      <a:pt x="241" y="171"/>
                    </a:cubicBezTo>
                    <a:cubicBezTo>
                      <a:pt x="243" y="166"/>
                      <a:pt x="244" y="162"/>
                      <a:pt x="245" y="158"/>
                    </a:cubicBezTo>
                    <a:cubicBezTo>
                      <a:pt x="246" y="156"/>
                      <a:pt x="246" y="153"/>
                      <a:pt x="246" y="151"/>
                    </a:cubicBezTo>
                    <a:cubicBezTo>
                      <a:pt x="247" y="149"/>
                      <a:pt x="247" y="147"/>
                      <a:pt x="248" y="145"/>
                    </a:cubicBezTo>
                    <a:cubicBezTo>
                      <a:pt x="248" y="142"/>
                      <a:pt x="248" y="140"/>
                      <a:pt x="248" y="138"/>
                    </a:cubicBezTo>
                    <a:cubicBezTo>
                      <a:pt x="249" y="133"/>
                      <a:pt x="249" y="128"/>
                      <a:pt x="249" y="124"/>
                    </a:cubicBezTo>
                    <a:cubicBezTo>
                      <a:pt x="249" y="119"/>
                      <a:pt x="249" y="114"/>
                      <a:pt x="248" y="110"/>
                    </a:cubicBezTo>
                    <a:cubicBezTo>
                      <a:pt x="248" y="108"/>
                      <a:pt x="248" y="105"/>
                      <a:pt x="248" y="103"/>
                    </a:cubicBezTo>
                    <a:cubicBezTo>
                      <a:pt x="247" y="101"/>
                      <a:pt x="247" y="99"/>
                      <a:pt x="246" y="96"/>
                    </a:cubicBezTo>
                    <a:cubicBezTo>
                      <a:pt x="246" y="94"/>
                      <a:pt x="246" y="92"/>
                      <a:pt x="245" y="90"/>
                    </a:cubicBezTo>
                    <a:cubicBezTo>
                      <a:pt x="244" y="86"/>
                      <a:pt x="243" y="81"/>
                      <a:pt x="241" y="77"/>
                    </a:cubicBezTo>
                    <a:cubicBezTo>
                      <a:pt x="241" y="76"/>
                      <a:pt x="241" y="75"/>
                      <a:pt x="240" y="74"/>
                    </a:cubicBezTo>
                    <a:cubicBezTo>
                      <a:pt x="239" y="71"/>
                      <a:pt x="238" y="68"/>
                      <a:pt x="237" y="66"/>
                    </a:cubicBezTo>
                    <a:cubicBezTo>
                      <a:pt x="236" y="65"/>
                      <a:pt x="236" y="64"/>
                      <a:pt x="235" y="63"/>
                    </a:cubicBezTo>
                    <a:cubicBezTo>
                      <a:pt x="234" y="61"/>
                      <a:pt x="233" y="59"/>
                      <a:pt x="233" y="57"/>
                    </a:cubicBezTo>
                    <a:cubicBezTo>
                      <a:pt x="229" y="52"/>
                      <a:pt x="226" y="47"/>
                      <a:pt x="222" y="42"/>
                    </a:cubicBezTo>
                    <a:cubicBezTo>
                      <a:pt x="221" y="39"/>
                      <a:pt x="219" y="37"/>
                      <a:pt x="217" y="35"/>
                    </a:cubicBezTo>
                    <a:cubicBezTo>
                      <a:pt x="215" y="33"/>
                      <a:pt x="214" y="32"/>
                      <a:pt x="213" y="31"/>
                    </a:cubicBezTo>
                    <a:cubicBezTo>
                      <a:pt x="211" y="29"/>
                      <a:pt x="210" y="28"/>
                      <a:pt x="208" y="27"/>
                    </a:cubicBezTo>
                    <a:cubicBezTo>
                      <a:pt x="205" y="24"/>
                      <a:pt x="202" y="22"/>
                      <a:pt x="199" y="19"/>
                    </a:cubicBezTo>
                    <a:cubicBezTo>
                      <a:pt x="195" y="17"/>
                      <a:pt x="191" y="14"/>
                      <a:pt x="186" y="12"/>
                    </a:cubicBezTo>
                    <a:cubicBezTo>
                      <a:pt x="185" y="11"/>
                      <a:pt x="183" y="10"/>
                      <a:pt x="181" y="9"/>
                    </a:cubicBezTo>
                    <a:cubicBezTo>
                      <a:pt x="180" y="9"/>
                      <a:pt x="180" y="8"/>
                      <a:pt x="179" y="8"/>
                    </a:cubicBezTo>
                    <a:cubicBezTo>
                      <a:pt x="178" y="8"/>
                      <a:pt x="177" y="7"/>
                      <a:pt x="176" y="7"/>
                    </a:cubicBezTo>
                    <a:cubicBezTo>
                      <a:pt x="175" y="7"/>
                      <a:pt x="175" y="7"/>
                      <a:pt x="174" y="6"/>
                    </a:cubicBezTo>
                    <a:cubicBezTo>
                      <a:pt x="173" y="6"/>
                      <a:pt x="172" y="5"/>
                      <a:pt x="170" y="5"/>
                    </a:cubicBezTo>
                    <a:cubicBezTo>
                      <a:pt x="170" y="5"/>
                      <a:pt x="170" y="5"/>
                      <a:pt x="170" y="5"/>
                    </a:cubicBezTo>
                    <a:cubicBezTo>
                      <a:pt x="169" y="4"/>
                      <a:pt x="167" y="4"/>
                      <a:pt x="165" y="4"/>
                    </a:cubicBezTo>
                    <a:cubicBezTo>
                      <a:pt x="165" y="4"/>
                      <a:pt x="165" y="4"/>
                      <a:pt x="164" y="3"/>
                    </a:cubicBezTo>
                    <a:cubicBezTo>
                      <a:pt x="161" y="2"/>
                      <a:pt x="157" y="2"/>
                      <a:pt x="153" y="1"/>
                    </a:cubicBezTo>
                    <a:cubicBezTo>
                      <a:pt x="152" y="1"/>
                      <a:pt x="151" y="1"/>
                      <a:pt x="150" y="1"/>
                    </a:cubicBezTo>
                    <a:cubicBezTo>
                      <a:pt x="149" y="0"/>
                      <a:pt x="148" y="0"/>
                      <a:pt x="147" y="0"/>
                    </a:cubicBezTo>
                    <a:cubicBezTo>
                      <a:pt x="142" y="0"/>
                      <a:pt x="138" y="0"/>
                      <a:pt x="133" y="0"/>
                    </a:cubicBezTo>
                    <a:cubicBezTo>
                      <a:pt x="133" y="7"/>
                      <a:pt x="133" y="7"/>
                      <a:pt x="133" y="7"/>
                    </a:cubicBezTo>
                    <a:cubicBezTo>
                      <a:pt x="138" y="7"/>
                      <a:pt x="143" y="7"/>
                      <a:pt x="148" y="7"/>
                    </a:cubicBezTo>
                    <a:cubicBezTo>
                      <a:pt x="148" y="8"/>
                      <a:pt x="147" y="8"/>
                      <a:pt x="146" y="9"/>
                    </a:cubicBezTo>
                    <a:cubicBezTo>
                      <a:pt x="145" y="9"/>
                      <a:pt x="145" y="10"/>
                      <a:pt x="144" y="10"/>
                    </a:cubicBezTo>
                    <a:cubicBezTo>
                      <a:pt x="141" y="11"/>
                      <a:pt x="139" y="10"/>
                      <a:pt x="137" y="10"/>
                    </a:cubicBezTo>
                    <a:cubicBezTo>
                      <a:pt x="137" y="11"/>
                      <a:pt x="138" y="12"/>
                      <a:pt x="139" y="12"/>
                    </a:cubicBezTo>
                    <a:cubicBezTo>
                      <a:pt x="141" y="13"/>
                      <a:pt x="142" y="12"/>
                      <a:pt x="145" y="12"/>
                    </a:cubicBezTo>
                    <a:cubicBezTo>
                      <a:pt x="146" y="12"/>
                      <a:pt x="148" y="12"/>
                      <a:pt x="149" y="11"/>
                    </a:cubicBezTo>
                    <a:cubicBezTo>
                      <a:pt x="150" y="11"/>
                      <a:pt x="150" y="10"/>
                      <a:pt x="150" y="9"/>
                    </a:cubicBezTo>
                    <a:cubicBezTo>
                      <a:pt x="151" y="9"/>
                      <a:pt x="151" y="8"/>
                      <a:pt x="152" y="8"/>
                    </a:cubicBezTo>
                    <a:cubicBezTo>
                      <a:pt x="153" y="8"/>
                      <a:pt x="154" y="8"/>
                      <a:pt x="155" y="9"/>
                    </a:cubicBezTo>
                    <a:cubicBezTo>
                      <a:pt x="155" y="10"/>
                      <a:pt x="154" y="9"/>
                      <a:pt x="154" y="11"/>
                    </a:cubicBezTo>
                    <a:cubicBezTo>
                      <a:pt x="155" y="11"/>
                      <a:pt x="157" y="10"/>
                      <a:pt x="158" y="9"/>
                    </a:cubicBezTo>
                    <a:cubicBezTo>
                      <a:pt x="158" y="9"/>
                      <a:pt x="158" y="9"/>
                      <a:pt x="159" y="9"/>
                    </a:cubicBezTo>
                    <a:cubicBezTo>
                      <a:pt x="161" y="10"/>
                      <a:pt x="162" y="10"/>
                      <a:pt x="164" y="11"/>
                    </a:cubicBezTo>
                    <a:cubicBezTo>
                      <a:pt x="167" y="11"/>
                      <a:pt x="170" y="12"/>
                      <a:pt x="172" y="13"/>
                    </a:cubicBezTo>
                    <a:cubicBezTo>
                      <a:pt x="172" y="14"/>
                      <a:pt x="171" y="14"/>
                      <a:pt x="171" y="14"/>
                    </a:cubicBezTo>
                    <a:cubicBezTo>
                      <a:pt x="170" y="14"/>
                      <a:pt x="169" y="13"/>
                      <a:pt x="168" y="13"/>
                    </a:cubicBezTo>
                    <a:cubicBezTo>
                      <a:pt x="168" y="15"/>
                      <a:pt x="169" y="15"/>
                      <a:pt x="170" y="16"/>
                    </a:cubicBezTo>
                    <a:cubicBezTo>
                      <a:pt x="172" y="17"/>
                      <a:pt x="173" y="17"/>
                      <a:pt x="173" y="18"/>
                    </a:cubicBezTo>
                    <a:cubicBezTo>
                      <a:pt x="172" y="21"/>
                      <a:pt x="170" y="19"/>
                      <a:pt x="169" y="19"/>
                    </a:cubicBezTo>
                    <a:cubicBezTo>
                      <a:pt x="167" y="19"/>
                      <a:pt x="164" y="23"/>
                      <a:pt x="162" y="20"/>
                    </a:cubicBezTo>
                    <a:cubicBezTo>
                      <a:pt x="163" y="18"/>
                      <a:pt x="164" y="18"/>
                      <a:pt x="165" y="16"/>
                    </a:cubicBezTo>
                    <a:cubicBezTo>
                      <a:pt x="164" y="16"/>
                      <a:pt x="164" y="16"/>
                      <a:pt x="164" y="17"/>
                    </a:cubicBezTo>
                    <a:cubicBezTo>
                      <a:pt x="163" y="17"/>
                      <a:pt x="162" y="17"/>
                      <a:pt x="162" y="18"/>
                    </a:cubicBezTo>
                    <a:cubicBezTo>
                      <a:pt x="161" y="18"/>
                      <a:pt x="160" y="19"/>
                      <a:pt x="159" y="19"/>
                    </a:cubicBezTo>
                    <a:cubicBezTo>
                      <a:pt x="158" y="20"/>
                      <a:pt x="157" y="20"/>
                      <a:pt x="156" y="20"/>
                    </a:cubicBezTo>
                    <a:cubicBezTo>
                      <a:pt x="155" y="21"/>
                      <a:pt x="154" y="22"/>
                      <a:pt x="152" y="23"/>
                    </a:cubicBezTo>
                    <a:cubicBezTo>
                      <a:pt x="151" y="23"/>
                      <a:pt x="150" y="23"/>
                      <a:pt x="150" y="23"/>
                    </a:cubicBezTo>
                    <a:cubicBezTo>
                      <a:pt x="148" y="24"/>
                      <a:pt x="146" y="25"/>
                      <a:pt x="145" y="26"/>
                    </a:cubicBezTo>
                    <a:cubicBezTo>
                      <a:pt x="143" y="27"/>
                      <a:pt x="141" y="29"/>
                      <a:pt x="140" y="30"/>
                    </a:cubicBezTo>
                    <a:cubicBezTo>
                      <a:pt x="139" y="30"/>
                      <a:pt x="138" y="32"/>
                      <a:pt x="138" y="33"/>
                    </a:cubicBezTo>
                    <a:cubicBezTo>
                      <a:pt x="138" y="33"/>
                      <a:pt x="139" y="34"/>
                      <a:pt x="140" y="34"/>
                    </a:cubicBezTo>
                    <a:cubicBezTo>
                      <a:pt x="139" y="35"/>
                      <a:pt x="139" y="36"/>
                      <a:pt x="139" y="37"/>
                    </a:cubicBezTo>
                    <a:cubicBezTo>
                      <a:pt x="140" y="37"/>
                      <a:pt x="141" y="37"/>
                      <a:pt x="142" y="37"/>
                    </a:cubicBezTo>
                    <a:cubicBezTo>
                      <a:pt x="144" y="37"/>
                      <a:pt x="145" y="39"/>
                      <a:pt x="147" y="39"/>
                    </a:cubicBezTo>
                    <a:cubicBezTo>
                      <a:pt x="148" y="40"/>
                      <a:pt x="150" y="40"/>
                      <a:pt x="151" y="41"/>
                    </a:cubicBezTo>
                    <a:cubicBezTo>
                      <a:pt x="153" y="41"/>
                      <a:pt x="155" y="40"/>
                      <a:pt x="155" y="41"/>
                    </a:cubicBezTo>
                    <a:cubicBezTo>
                      <a:pt x="156" y="43"/>
                      <a:pt x="154" y="43"/>
                      <a:pt x="154" y="44"/>
                    </a:cubicBezTo>
                    <a:cubicBezTo>
                      <a:pt x="155" y="46"/>
                      <a:pt x="153" y="46"/>
                      <a:pt x="153" y="48"/>
                    </a:cubicBezTo>
                    <a:cubicBezTo>
                      <a:pt x="153" y="48"/>
                      <a:pt x="154" y="50"/>
                      <a:pt x="155" y="50"/>
                    </a:cubicBezTo>
                    <a:cubicBezTo>
                      <a:pt x="156" y="50"/>
                      <a:pt x="158" y="48"/>
                      <a:pt x="159" y="47"/>
                    </a:cubicBezTo>
                    <a:cubicBezTo>
                      <a:pt x="160" y="45"/>
                      <a:pt x="159" y="43"/>
                      <a:pt x="161" y="42"/>
                    </a:cubicBezTo>
                    <a:cubicBezTo>
                      <a:pt x="167" y="41"/>
                      <a:pt x="172" y="38"/>
                      <a:pt x="172" y="31"/>
                    </a:cubicBezTo>
                    <a:cubicBezTo>
                      <a:pt x="172" y="30"/>
                      <a:pt x="171" y="30"/>
                      <a:pt x="171" y="29"/>
                    </a:cubicBezTo>
                    <a:cubicBezTo>
                      <a:pt x="172" y="28"/>
                      <a:pt x="173" y="27"/>
                      <a:pt x="173" y="25"/>
                    </a:cubicBezTo>
                    <a:cubicBezTo>
                      <a:pt x="174" y="25"/>
                      <a:pt x="174" y="24"/>
                      <a:pt x="174" y="24"/>
                    </a:cubicBezTo>
                    <a:cubicBezTo>
                      <a:pt x="175" y="23"/>
                      <a:pt x="175" y="22"/>
                      <a:pt x="176" y="21"/>
                    </a:cubicBezTo>
                    <a:cubicBezTo>
                      <a:pt x="176" y="21"/>
                      <a:pt x="176" y="21"/>
                      <a:pt x="177" y="21"/>
                    </a:cubicBezTo>
                    <a:cubicBezTo>
                      <a:pt x="177" y="21"/>
                      <a:pt x="178" y="21"/>
                      <a:pt x="178" y="21"/>
                    </a:cubicBezTo>
                    <a:cubicBezTo>
                      <a:pt x="179" y="21"/>
                      <a:pt x="180" y="22"/>
                      <a:pt x="182" y="22"/>
                    </a:cubicBezTo>
                    <a:cubicBezTo>
                      <a:pt x="182" y="21"/>
                      <a:pt x="183" y="21"/>
                      <a:pt x="184" y="21"/>
                    </a:cubicBezTo>
                    <a:cubicBezTo>
                      <a:pt x="185" y="21"/>
                      <a:pt x="186" y="23"/>
                      <a:pt x="187" y="23"/>
                    </a:cubicBezTo>
                    <a:cubicBezTo>
                      <a:pt x="188" y="24"/>
                      <a:pt x="189" y="24"/>
                      <a:pt x="189" y="24"/>
                    </a:cubicBezTo>
                    <a:cubicBezTo>
                      <a:pt x="189" y="26"/>
                      <a:pt x="188" y="26"/>
                      <a:pt x="188" y="28"/>
                    </a:cubicBezTo>
                    <a:cubicBezTo>
                      <a:pt x="188" y="28"/>
                      <a:pt x="188" y="28"/>
                      <a:pt x="188" y="28"/>
                    </a:cubicBezTo>
                    <a:cubicBezTo>
                      <a:pt x="188" y="29"/>
                      <a:pt x="189" y="30"/>
                      <a:pt x="190" y="30"/>
                    </a:cubicBezTo>
                    <a:cubicBezTo>
                      <a:pt x="191" y="30"/>
                      <a:pt x="192" y="29"/>
                      <a:pt x="193" y="29"/>
                    </a:cubicBezTo>
                    <a:cubicBezTo>
                      <a:pt x="194" y="28"/>
                      <a:pt x="195" y="27"/>
                      <a:pt x="196" y="26"/>
                    </a:cubicBezTo>
                    <a:cubicBezTo>
                      <a:pt x="197" y="27"/>
                      <a:pt x="199" y="28"/>
                      <a:pt x="200" y="29"/>
                    </a:cubicBezTo>
                    <a:cubicBezTo>
                      <a:pt x="200" y="30"/>
                      <a:pt x="200" y="30"/>
                      <a:pt x="200" y="31"/>
                    </a:cubicBezTo>
                    <a:cubicBezTo>
                      <a:pt x="200" y="32"/>
                      <a:pt x="200" y="33"/>
                      <a:pt x="200" y="35"/>
                    </a:cubicBezTo>
                    <a:cubicBezTo>
                      <a:pt x="200" y="37"/>
                      <a:pt x="203" y="37"/>
                      <a:pt x="204" y="38"/>
                    </a:cubicBezTo>
                    <a:cubicBezTo>
                      <a:pt x="205" y="38"/>
                      <a:pt x="205" y="39"/>
                      <a:pt x="205" y="40"/>
                    </a:cubicBezTo>
                    <a:cubicBezTo>
                      <a:pt x="206" y="41"/>
                      <a:pt x="207" y="40"/>
                      <a:pt x="207" y="41"/>
                    </a:cubicBezTo>
                    <a:cubicBezTo>
                      <a:pt x="207" y="44"/>
                      <a:pt x="205" y="44"/>
                      <a:pt x="205" y="47"/>
                    </a:cubicBezTo>
                    <a:cubicBezTo>
                      <a:pt x="205" y="48"/>
                      <a:pt x="203" y="48"/>
                      <a:pt x="204" y="50"/>
                    </a:cubicBezTo>
                    <a:cubicBezTo>
                      <a:pt x="204" y="52"/>
                      <a:pt x="207" y="50"/>
                      <a:pt x="208" y="52"/>
                    </a:cubicBezTo>
                    <a:cubicBezTo>
                      <a:pt x="208" y="53"/>
                      <a:pt x="208" y="53"/>
                      <a:pt x="207" y="55"/>
                    </a:cubicBezTo>
                    <a:cubicBezTo>
                      <a:pt x="208" y="56"/>
                      <a:pt x="208" y="58"/>
                      <a:pt x="206" y="58"/>
                    </a:cubicBezTo>
                    <a:cubicBezTo>
                      <a:pt x="205" y="58"/>
                      <a:pt x="205" y="57"/>
                      <a:pt x="204" y="57"/>
                    </a:cubicBezTo>
                    <a:cubicBezTo>
                      <a:pt x="203" y="57"/>
                      <a:pt x="202" y="57"/>
                      <a:pt x="202" y="57"/>
                    </a:cubicBezTo>
                    <a:cubicBezTo>
                      <a:pt x="201" y="56"/>
                      <a:pt x="200" y="56"/>
                      <a:pt x="199" y="56"/>
                    </a:cubicBezTo>
                    <a:cubicBezTo>
                      <a:pt x="198" y="56"/>
                      <a:pt x="196" y="57"/>
                      <a:pt x="195" y="56"/>
                    </a:cubicBezTo>
                    <a:cubicBezTo>
                      <a:pt x="197" y="54"/>
                      <a:pt x="199" y="51"/>
                      <a:pt x="201" y="49"/>
                    </a:cubicBezTo>
                    <a:cubicBezTo>
                      <a:pt x="201" y="48"/>
                      <a:pt x="203" y="48"/>
                      <a:pt x="202" y="47"/>
                    </a:cubicBezTo>
                    <a:cubicBezTo>
                      <a:pt x="201" y="46"/>
                      <a:pt x="200" y="47"/>
                      <a:pt x="199" y="48"/>
                    </a:cubicBezTo>
                    <a:cubicBezTo>
                      <a:pt x="198" y="48"/>
                      <a:pt x="196" y="50"/>
                      <a:pt x="195" y="50"/>
                    </a:cubicBezTo>
                    <a:cubicBezTo>
                      <a:pt x="193" y="50"/>
                      <a:pt x="190" y="50"/>
                      <a:pt x="188" y="51"/>
                    </a:cubicBezTo>
                    <a:cubicBezTo>
                      <a:pt x="188" y="52"/>
                      <a:pt x="190" y="52"/>
                      <a:pt x="190" y="53"/>
                    </a:cubicBezTo>
                    <a:cubicBezTo>
                      <a:pt x="189" y="53"/>
                      <a:pt x="188" y="53"/>
                      <a:pt x="187" y="53"/>
                    </a:cubicBezTo>
                    <a:cubicBezTo>
                      <a:pt x="187" y="52"/>
                      <a:pt x="187" y="51"/>
                      <a:pt x="187" y="51"/>
                    </a:cubicBezTo>
                    <a:cubicBezTo>
                      <a:pt x="186" y="50"/>
                      <a:pt x="183" y="51"/>
                      <a:pt x="182" y="51"/>
                    </a:cubicBezTo>
                    <a:cubicBezTo>
                      <a:pt x="181" y="51"/>
                      <a:pt x="180" y="52"/>
                      <a:pt x="180" y="53"/>
                    </a:cubicBezTo>
                    <a:cubicBezTo>
                      <a:pt x="181" y="54"/>
                      <a:pt x="184" y="52"/>
                      <a:pt x="185" y="54"/>
                    </a:cubicBezTo>
                    <a:cubicBezTo>
                      <a:pt x="184" y="56"/>
                      <a:pt x="181" y="57"/>
                      <a:pt x="182" y="60"/>
                    </a:cubicBezTo>
                    <a:cubicBezTo>
                      <a:pt x="182" y="60"/>
                      <a:pt x="183" y="62"/>
                      <a:pt x="184" y="62"/>
                    </a:cubicBezTo>
                    <a:cubicBezTo>
                      <a:pt x="184" y="62"/>
                      <a:pt x="185" y="61"/>
                      <a:pt x="186" y="61"/>
                    </a:cubicBezTo>
                    <a:cubicBezTo>
                      <a:pt x="186" y="61"/>
                      <a:pt x="186" y="62"/>
                      <a:pt x="187" y="62"/>
                    </a:cubicBezTo>
                    <a:cubicBezTo>
                      <a:pt x="188" y="61"/>
                      <a:pt x="189" y="59"/>
                      <a:pt x="190" y="59"/>
                    </a:cubicBezTo>
                    <a:cubicBezTo>
                      <a:pt x="192" y="61"/>
                      <a:pt x="189" y="63"/>
                      <a:pt x="187" y="64"/>
                    </a:cubicBezTo>
                    <a:cubicBezTo>
                      <a:pt x="185" y="64"/>
                      <a:pt x="182" y="65"/>
                      <a:pt x="180" y="66"/>
                    </a:cubicBezTo>
                    <a:cubicBezTo>
                      <a:pt x="180" y="66"/>
                      <a:pt x="176" y="70"/>
                      <a:pt x="176" y="67"/>
                    </a:cubicBezTo>
                    <a:cubicBezTo>
                      <a:pt x="176" y="66"/>
                      <a:pt x="177" y="66"/>
                      <a:pt x="178" y="64"/>
                    </a:cubicBezTo>
                    <a:cubicBezTo>
                      <a:pt x="176" y="64"/>
                      <a:pt x="174" y="65"/>
                      <a:pt x="172" y="66"/>
                    </a:cubicBezTo>
                    <a:cubicBezTo>
                      <a:pt x="169" y="68"/>
                      <a:pt x="165" y="69"/>
                      <a:pt x="164" y="72"/>
                    </a:cubicBezTo>
                    <a:cubicBezTo>
                      <a:pt x="164" y="72"/>
                      <a:pt x="164" y="74"/>
                      <a:pt x="164" y="74"/>
                    </a:cubicBezTo>
                    <a:cubicBezTo>
                      <a:pt x="164" y="74"/>
                      <a:pt x="162" y="75"/>
                      <a:pt x="161" y="75"/>
                    </a:cubicBezTo>
                    <a:cubicBezTo>
                      <a:pt x="160" y="75"/>
                      <a:pt x="159" y="77"/>
                      <a:pt x="158" y="77"/>
                    </a:cubicBezTo>
                    <a:cubicBezTo>
                      <a:pt x="157" y="77"/>
                      <a:pt x="156" y="77"/>
                      <a:pt x="156" y="77"/>
                    </a:cubicBezTo>
                    <a:cubicBezTo>
                      <a:pt x="155" y="78"/>
                      <a:pt x="154" y="79"/>
                      <a:pt x="153" y="80"/>
                    </a:cubicBezTo>
                    <a:cubicBezTo>
                      <a:pt x="153" y="81"/>
                      <a:pt x="152" y="81"/>
                      <a:pt x="151" y="81"/>
                    </a:cubicBezTo>
                    <a:cubicBezTo>
                      <a:pt x="150" y="82"/>
                      <a:pt x="150" y="84"/>
                      <a:pt x="149" y="84"/>
                    </a:cubicBezTo>
                    <a:cubicBezTo>
                      <a:pt x="148" y="84"/>
                      <a:pt x="148" y="84"/>
                      <a:pt x="147" y="84"/>
                    </a:cubicBezTo>
                    <a:cubicBezTo>
                      <a:pt x="147" y="86"/>
                      <a:pt x="148" y="88"/>
                      <a:pt x="147" y="90"/>
                    </a:cubicBezTo>
                    <a:cubicBezTo>
                      <a:pt x="145" y="92"/>
                      <a:pt x="144" y="93"/>
                      <a:pt x="141" y="94"/>
                    </a:cubicBezTo>
                    <a:cubicBezTo>
                      <a:pt x="140" y="95"/>
                      <a:pt x="139" y="95"/>
                      <a:pt x="138" y="96"/>
                    </a:cubicBezTo>
                    <a:cubicBezTo>
                      <a:pt x="137" y="96"/>
                      <a:pt x="136" y="97"/>
                      <a:pt x="135" y="98"/>
                    </a:cubicBezTo>
                    <a:cubicBezTo>
                      <a:pt x="134" y="98"/>
                      <a:pt x="134" y="99"/>
                      <a:pt x="133" y="99"/>
                    </a:cubicBezTo>
                    <a:cubicBezTo>
                      <a:pt x="133" y="159"/>
                      <a:pt x="133" y="159"/>
                      <a:pt x="133" y="159"/>
                    </a:cubicBezTo>
                    <a:cubicBezTo>
                      <a:pt x="134" y="159"/>
                      <a:pt x="134" y="158"/>
                      <a:pt x="135" y="157"/>
                    </a:cubicBezTo>
                    <a:cubicBezTo>
                      <a:pt x="136" y="156"/>
                      <a:pt x="136" y="154"/>
                      <a:pt x="137" y="154"/>
                    </a:cubicBezTo>
                    <a:cubicBezTo>
                      <a:pt x="138" y="153"/>
                      <a:pt x="140" y="153"/>
                      <a:pt x="141" y="152"/>
                    </a:cubicBezTo>
                    <a:cubicBezTo>
                      <a:pt x="142" y="152"/>
                      <a:pt x="143" y="152"/>
                      <a:pt x="144" y="151"/>
                    </a:cubicBezTo>
                    <a:cubicBezTo>
                      <a:pt x="144" y="151"/>
                      <a:pt x="145" y="149"/>
                      <a:pt x="146" y="150"/>
                    </a:cubicBezTo>
                    <a:cubicBezTo>
                      <a:pt x="147" y="151"/>
                      <a:pt x="144" y="152"/>
                      <a:pt x="145" y="153"/>
                    </a:cubicBezTo>
                    <a:cubicBezTo>
                      <a:pt x="147" y="154"/>
                      <a:pt x="148" y="151"/>
                      <a:pt x="150" y="151"/>
                    </a:cubicBezTo>
                    <a:cubicBezTo>
                      <a:pt x="150" y="151"/>
                      <a:pt x="151" y="152"/>
                      <a:pt x="152" y="152"/>
                    </a:cubicBezTo>
                    <a:cubicBezTo>
                      <a:pt x="153" y="153"/>
                      <a:pt x="154" y="154"/>
                      <a:pt x="155" y="154"/>
                    </a:cubicBezTo>
                    <a:cubicBezTo>
                      <a:pt x="155" y="154"/>
                      <a:pt x="157" y="154"/>
                      <a:pt x="158" y="154"/>
                    </a:cubicBezTo>
                    <a:cubicBezTo>
                      <a:pt x="159" y="154"/>
                      <a:pt x="160" y="156"/>
                      <a:pt x="161" y="155"/>
                    </a:cubicBezTo>
                    <a:cubicBezTo>
                      <a:pt x="162" y="155"/>
                      <a:pt x="163" y="154"/>
                      <a:pt x="164" y="154"/>
                    </a:cubicBezTo>
                    <a:cubicBezTo>
                      <a:pt x="166" y="153"/>
                      <a:pt x="167" y="154"/>
                      <a:pt x="168" y="156"/>
                    </a:cubicBezTo>
                    <a:cubicBezTo>
                      <a:pt x="169" y="156"/>
                      <a:pt x="169" y="154"/>
                      <a:pt x="170" y="155"/>
                    </a:cubicBezTo>
                    <a:cubicBezTo>
                      <a:pt x="170" y="156"/>
                      <a:pt x="171" y="156"/>
                      <a:pt x="171" y="157"/>
                    </a:cubicBezTo>
                    <a:cubicBezTo>
                      <a:pt x="171" y="158"/>
                      <a:pt x="171" y="158"/>
                      <a:pt x="172" y="159"/>
                    </a:cubicBezTo>
                    <a:cubicBezTo>
                      <a:pt x="172" y="159"/>
                      <a:pt x="173" y="159"/>
                      <a:pt x="174" y="160"/>
                    </a:cubicBezTo>
                    <a:cubicBezTo>
                      <a:pt x="175" y="161"/>
                      <a:pt x="176" y="162"/>
                      <a:pt x="177" y="163"/>
                    </a:cubicBezTo>
                    <a:cubicBezTo>
                      <a:pt x="178" y="165"/>
                      <a:pt x="180" y="166"/>
                      <a:pt x="182" y="166"/>
                    </a:cubicBezTo>
                    <a:cubicBezTo>
                      <a:pt x="183" y="166"/>
                      <a:pt x="184" y="166"/>
                      <a:pt x="186" y="166"/>
                    </a:cubicBezTo>
                    <a:cubicBezTo>
                      <a:pt x="188" y="166"/>
                      <a:pt x="190" y="168"/>
                      <a:pt x="192" y="169"/>
                    </a:cubicBezTo>
                    <a:cubicBezTo>
                      <a:pt x="193" y="170"/>
                      <a:pt x="194" y="171"/>
                      <a:pt x="194" y="172"/>
                    </a:cubicBezTo>
                    <a:cubicBezTo>
                      <a:pt x="195" y="172"/>
                      <a:pt x="195" y="173"/>
                      <a:pt x="195" y="174"/>
                    </a:cubicBezTo>
                    <a:cubicBezTo>
                      <a:pt x="195" y="176"/>
                      <a:pt x="198" y="177"/>
                      <a:pt x="197" y="180"/>
                    </a:cubicBezTo>
                    <a:cubicBezTo>
                      <a:pt x="197" y="181"/>
                      <a:pt x="198" y="181"/>
                      <a:pt x="199" y="182"/>
                    </a:cubicBezTo>
                    <a:cubicBezTo>
                      <a:pt x="200" y="182"/>
                      <a:pt x="201" y="183"/>
                      <a:pt x="202" y="183"/>
                    </a:cubicBezTo>
                    <a:cubicBezTo>
                      <a:pt x="202" y="183"/>
                      <a:pt x="203" y="183"/>
                      <a:pt x="203" y="183"/>
                    </a:cubicBezTo>
                    <a:cubicBezTo>
                      <a:pt x="205" y="183"/>
                      <a:pt x="206" y="184"/>
                      <a:pt x="207" y="184"/>
                    </a:cubicBezTo>
                    <a:cubicBezTo>
                      <a:pt x="208" y="185"/>
                      <a:pt x="209" y="185"/>
                      <a:pt x="209" y="185"/>
                    </a:cubicBezTo>
                    <a:cubicBezTo>
                      <a:pt x="210" y="186"/>
                      <a:pt x="210" y="187"/>
                      <a:pt x="211" y="188"/>
                    </a:cubicBezTo>
                    <a:cubicBezTo>
                      <a:pt x="212" y="188"/>
                      <a:pt x="213" y="188"/>
                      <a:pt x="214" y="188"/>
                    </a:cubicBezTo>
                    <a:cubicBezTo>
                      <a:pt x="215" y="188"/>
                      <a:pt x="217" y="189"/>
                      <a:pt x="218" y="189"/>
                    </a:cubicBezTo>
                    <a:cubicBezTo>
                      <a:pt x="219" y="189"/>
                      <a:pt x="220" y="189"/>
                      <a:pt x="221" y="189"/>
                    </a:cubicBezTo>
                    <a:cubicBezTo>
                      <a:pt x="222" y="189"/>
                      <a:pt x="223" y="190"/>
                      <a:pt x="225" y="191"/>
                    </a:cubicBezTo>
                    <a:cubicBezTo>
                      <a:pt x="209" y="219"/>
                      <a:pt x="183" y="239"/>
                      <a:pt x="152" y="246"/>
                    </a:cubicBezTo>
                    <a:cubicBezTo>
                      <a:pt x="152" y="244"/>
                      <a:pt x="152" y="243"/>
                      <a:pt x="152" y="242"/>
                    </a:cubicBezTo>
                    <a:cubicBezTo>
                      <a:pt x="152" y="239"/>
                      <a:pt x="152" y="237"/>
                      <a:pt x="152" y="235"/>
                    </a:cubicBezTo>
                    <a:cubicBezTo>
                      <a:pt x="151" y="233"/>
                      <a:pt x="151" y="230"/>
                      <a:pt x="150" y="229"/>
                    </a:cubicBezTo>
                    <a:cubicBezTo>
                      <a:pt x="149" y="228"/>
                      <a:pt x="147" y="226"/>
                      <a:pt x="145" y="225"/>
                    </a:cubicBezTo>
                    <a:cubicBezTo>
                      <a:pt x="144" y="224"/>
                      <a:pt x="143" y="224"/>
                      <a:pt x="142" y="223"/>
                    </a:cubicBezTo>
                    <a:cubicBezTo>
                      <a:pt x="140" y="222"/>
                      <a:pt x="136" y="220"/>
                      <a:pt x="135" y="218"/>
                    </a:cubicBezTo>
                    <a:cubicBezTo>
                      <a:pt x="135" y="217"/>
                      <a:pt x="135" y="216"/>
                      <a:pt x="134" y="216"/>
                    </a:cubicBezTo>
                    <a:cubicBezTo>
                      <a:pt x="134" y="215"/>
                      <a:pt x="134" y="214"/>
                      <a:pt x="133" y="214"/>
                    </a:cubicBezTo>
                    <a:lnTo>
                      <a:pt x="133" y="255"/>
                    </a:lnTo>
                    <a:close/>
                    <a:moveTo>
                      <a:pt x="3" y="108"/>
                    </a:moveTo>
                    <a:cubicBezTo>
                      <a:pt x="2" y="110"/>
                      <a:pt x="2" y="112"/>
                      <a:pt x="1" y="114"/>
                    </a:cubicBezTo>
                    <a:cubicBezTo>
                      <a:pt x="1" y="116"/>
                      <a:pt x="1" y="118"/>
                      <a:pt x="1" y="120"/>
                    </a:cubicBezTo>
                    <a:cubicBezTo>
                      <a:pt x="0" y="124"/>
                      <a:pt x="0" y="128"/>
                      <a:pt x="0" y="132"/>
                    </a:cubicBezTo>
                    <a:cubicBezTo>
                      <a:pt x="0" y="136"/>
                      <a:pt x="0" y="140"/>
                      <a:pt x="1" y="144"/>
                    </a:cubicBezTo>
                    <a:cubicBezTo>
                      <a:pt x="1" y="146"/>
                      <a:pt x="1" y="148"/>
                      <a:pt x="1" y="150"/>
                    </a:cubicBezTo>
                    <a:cubicBezTo>
                      <a:pt x="2" y="152"/>
                      <a:pt x="2" y="154"/>
                      <a:pt x="3" y="156"/>
                    </a:cubicBezTo>
                    <a:cubicBezTo>
                      <a:pt x="3" y="157"/>
                      <a:pt x="3" y="159"/>
                      <a:pt x="4" y="161"/>
                    </a:cubicBezTo>
                    <a:cubicBezTo>
                      <a:pt x="5" y="165"/>
                      <a:pt x="6" y="169"/>
                      <a:pt x="8" y="172"/>
                    </a:cubicBezTo>
                    <a:cubicBezTo>
                      <a:pt x="8" y="174"/>
                      <a:pt x="9" y="176"/>
                      <a:pt x="10" y="178"/>
                    </a:cubicBezTo>
                    <a:cubicBezTo>
                      <a:pt x="11" y="180"/>
                      <a:pt x="11" y="181"/>
                      <a:pt x="12" y="183"/>
                    </a:cubicBezTo>
                    <a:cubicBezTo>
                      <a:pt x="13" y="184"/>
                      <a:pt x="13" y="185"/>
                      <a:pt x="14" y="186"/>
                    </a:cubicBezTo>
                    <a:cubicBezTo>
                      <a:pt x="15" y="187"/>
                      <a:pt x="15" y="189"/>
                      <a:pt x="17" y="191"/>
                    </a:cubicBezTo>
                    <a:cubicBezTo>
                      <a:pt x="20" y="196"/>
                      <a:pt x="23" y="201"/>
                      <a:pt x="27" y="205"/>
                    </a:cubicBezTo>
                    <a:cubicBezTo>
                      <a:pt x="28" y="207"/>
                      <a:pt x="30" y="210"/>
                      <a:pt x="32" y="212"/>
                    </a:cubicBezTo>
                    <a:cubicBezTo>
                      <a:pt x="34" y="213"/>
                      <a:pt x="35" y="215"/>
                      <a:pt x="36" y="216"/>
                    </a:cubicBezTo>
                    <a:cubicBezTo>
                      <a:pt x="38" y="217"/>
                      <a:pt x="39" y="219"/>
                      <a:pt x="41" y="220"/>
                    </a:cubicBezTo>
                    <a:cubicBezTo>
                      <a:pt x="47" y="226"/>
                      <a:pt x="55" y="232"/>
                      <a:pt x="63" y="236"/>
                    </a:cubicBezTo>
                    <a:cubicBezTo>
                      <a:pt x="64" y="237"/>
                      <a:pt x="66" y="238"/>
                      <a:pt x="68" y="239"/>
                    </a:cubicBezTo>
                    <a:cubicBezTo>
                      <a:pt x="71" y="241"/>
                      <a:pt x="75" y="243"/>
                      <a:pt x="79" y="245"/>
                    </a:cubicBezTo>
                    <a:cubicBezTo>
                      <a:pt x="81" y="245"/>
                      <a:pt x="83" y="246"/>
                      <a:pt x="85" y="247"/>
                    </a:cubicBezTo>
                    <a:cubicBezTo>
                      <a:pt x="97" y="252"/>
                      <a:pt x="111" y="254"/>
                      <a:pt x="124" y="255"/>
                    </a:cubicBezTo>
                    <a:cubicBezTo>
                      <a:pt x="127" y="255"/>
                      <a:pt x="130" y="255"/>
                      <a:pt x="133" y="255"/>
                    </a:cubicBezTo>
                    <a:cubicBezTo>
                      <a:pt x="133" y="214"/>
                      <a:pt x="133" y="214"/>
                      <a:pt x="133" y="214"/>
                    </a:cubicBezTo>
                    <a:cubicBezTo>
                      <a:pt x="133" y="213"/>
                      <a:pt x="132" y="212"/>
                      <a:pt x="132" y="211"/>
                    </a:cubicBezTo>
                    <a:cubicBezTo>
                      <a:pt x="130" y="209"/>
                      <a:pt x="129" y="206"/>
                      <a:pt x="127" y="203"/>
                    </a:cubicBezTo>
                    <a:cubicBezTo>
                      <a:pt x="126" y="202"/>
                      <a:pt x="125" y="200"/>
                      <a:pt x="124" y="199"/>
                    </a:cubicBezTo>
                    <a:cubicBezTo>
                      <a:pt x="124" y="198"/>
                      <a:pt x="122" y="198"/>
                      <a:pt x="122" y="197"/>
                    </a:cubicBezTo>
                    <a:cubicBezTo>
                      <a:pt x="122" y="196"/>
                      <a:pt x="121" y="194"/>
                      <a:pt x="121" y="193"/>
                    </a:cubicBezTo>
                    <a:cubicBezTo>
                      <a:pt x="121" y="192"/>
                      <a:pt x="123" y="191"/>
                      <a:pt x="123" y="189"/>
                    </a:cubicBezTo>
                    <a:cubicBezTo>
                      <a:pt x="123" y="188"/>
                      <a:pt x="122" y="188"/>
                      <a:pt x="122" y="187"/>
                    </a:cubicBezTo>
                    <a:cubicBezTo>
                      <a:pt x="121" y="185"/>
                      <a:pt x="122" y="184"/>
                      <a:pt x="123" y="182"/>
                    </a:cubicBezTo>
                    <a:cubicBezTo>
                      <a:pt x="123" y="181"/>
                      <a:pt x="124" y="180"/>
                      <a:pt x="124" y="180"/>
                    </a:cubicBezTo>
                    <a:cubicBezTo>
                      <a:pt x="124" y="179"/>
                      <a:pt x="125" y="179"/>
                      <a:pt x="126" y="178"/>
                    </a:cubicBezTo>
                    <a:cubicBezTo>
                      <a:pt x="126" y="178"/>
                      <a:pt x="127" y="177"/>
                      <a:pt x="127" y="176"/>
                    </a:cubicBezTo>
                    <a:cubicBezTo>
                      <a:pt x="128" y="175"/>
                      <a:pt x="130" y="174"/>
                      <a:pt x="130" y="173"/>
                    </a:cubicBezTo>
                    <a:cubicBezTo>
                      <a:pt x="130" y="172"/>
                      <a:pt x="131" y="167"/>
                      <a:pt x="130" y="165"/>
                    </a:cubicBezTo>
                    <a:cubicBezTo>
                      <a:pt x="130" y="164"/>
                      <a:pt x="129" y="163"/>
                      <a:pt x="129" y="162"/>
                    </a:cubicBezTo>
                    <a:cubicBezTo>
                      <a:pt x="128" y="161"/>
                      <a:pt x="128" y="159"/>
                      <a:pt x="126" y="159"/>
                    </a:cubicBezTo>
                    <a:cubicBezTo>
                      <a:pt x="125" y="159"/>
                      <a:pt x="125" y="160"/>
                      <a:pt x="124" y="161"/>
                    </a:cubicBezTo>
                    <a:cubicBezTo>
                      <a:pt x="124" y="162"/>
                      <a:pt x="124" y="163"/>
                      <a:pt x="123" y="163"/>
                    </a:cubicBezTo>
                    <a:cubicBezTo>
                      <a:pt x="121" y="164"/>
                      <a:pt x="121" y="162"/>
                      <a:pt x="119" y="161"/>
                    </a:cubicBezTo>
                    <a:cubicBezTo>
                      <a:pt x="118" y="161"/>
                      <a:pt x="117" y="161"/>
                      <a:pt x="117" y="161"/>
                    </a:cubicBezTo>
                    <a:cubicBezTo>
                      <a:pt x="115" y="160"/>
                      <a:pt x="115" y="158"/>
                      <a:pt x="114" y="158"/>
                    </a:cubicBezTo>
                    <a:cubicBezTo>
                      <a:pt x="113" y="157"/>
                      <a:pt x="112" y="157"/>
                      <a:pt x="111" y="156"/>
                    </a:cubicBezTo>
                    <a:cubicBezTo>
                      <a:pt x="111" y="156"/>
                      <a:pt x="111" y="154"/>
                      <a:pt x="111" y="153"/>
                    </a:cubicBezTo>
                    <a:cubicBezTo>
                      <a:pt x="109" y="153"/>
                      <a:pt x="108" y="150"/>
                      <a:pt x="106" y="149"/>
                    </a:cubicBezTo>
                    <a:cubicBezTo>
                      <a:pt x="105" y="148"/>
                      <a:pt x="103" y="148"/>
                      <a:pt x="102" y="148"/>
                    </a:cubicBezTo>
                    <a:cubicBezTo>
                      <a:pt x="101" y="148"/>
                      <a:pt x="101" y="147"/>
                      <a:pt x="100" y="147"/>
                    </a:cubicBezTo>
                    <a:cubicBezTo>
                      <a:pt x="99" y="147"/>
                      <a:pt x="98" y="147"/>
                      <a:pt x="98" y="147"/>
                    </a:cubicBezTo>
                    <a:cubicBezTo>
                      <a:pt x="95" y="146"/>
                      <a:pt x="94" y="141"/>
                      <a:pt x="90" y="141"/>
                    </a:cubicBezTo>
                    <a:cubicBezTo>
                      <a:pt x="89" y="142"/>
                      <a:pt x="88" y="143"/>
                      <a:pt x="86" y="143"/>
                    </a:cubicBezTo>
                    <a:cubicBezTo>
                      <a:pt x="85" y="143"/>
                      <a:pt x="83" y="142"/>
                      <a:pt x="81" y="141"/>
                    </a:cubicBezTo>
                    <a:cubicBezTo>
                      <a:pt x="80" y="141"/>
                      <a:pt x="78" y="140"/>
                      <a:pt x="77" y="140"/>
                    </a:cubicBezTo>
                    <a:cubicBezTo>
                      <a:pt x="76" y="139"/>
                      <a:pt x="75" y="138"/>
                      <a:pt x="74" y="138"/>
                    </a:cubicBezTo>
                    <a:cubicBezTo>
                      <a:pt x="73" y="137"/>
                      <a:pt x="72" y="137"/>
                      <a:pt x="71" y="137"/>
                    </a:cubicBezTo>
                    <a:cubicBezTo>
                      <a:pt x="71" y="137"/>
                      <a:pt x="70" y="136"/>
                      <a:pt x="69" y="135"/>
                    </a:cubicBezTo>
                    <a:cubicBezTo>
                      <a:pt x="68" y="134"/>
                      <a:pt x="67" y="133"/>
                      <a:pt x="66" y="133"/>
                    </a:cubicBezTo>
                    <a:cubicBezTo>
                      <a:pt x="66" y="132"/>
                      <a:pt x="67" y="131"/>
                      <a:pt x="68" y="130"/>
                    </a:cubicBezTo>
                    <a:cubicBezTo>
                      <a:pt x="68" y="126"/>
                      <a:pt x="66" y="124"/>
                      <a:pt x="64" y="122"/>
                    </a:cubicBezTo>
                    <a:cubicBezTo>
                      <a:pt x="63" y="121"/>
                      <a:pt x="62" y="120"/>
                      <a:pt x="61" y="119"/>
                    </a:cubicBezTo>
                    <a:cubicBezTo>
                      <a:pt x="61" y="118"/>
                      <a:pt x="61" y="118"/>
                      <a:pt x="61" y="117"/>
                    </a:cubicBezTo>
                    <a:cubicBezTo>
                      <a:pt x="60" y="116"/>
                      <a:pt x="59" y="115"/>
                      <a:pt x="58" y="114"/>
                    </a:cubicBezTo>
                    <a:cubicBezTo>
                      <a:pt x="57" y="113"/>
                      <a:pt x="56" y="112"/>
                      <a:pt x="56" y="111"/>
                    </a:cubicBezTo>
                    <a:cubicBezTo>
                      <a:pt x="55" y="109"/>
                      <a:pt x="56" y="108"/>
                      <a:pt x="56" y="106"/>
                    </a:cubicBezTo>
                    <a:cubicBezTo>
                      <a:pt x="55" y="104"/>
                      <a:pt x="51" y="105"/>
                      <a:pt x="52" y="108"/>
                    </a:cubicBezTo>
                    <a:cubicBezTo>
                      <a:pt x="52" y="109"/>
                      <a:pt x="53" y="110"/>
                      <a:pt x="53" y="111"/>
                    </a:cubicBezTo>
                    <a:cubicBezTo>
                      <a:pt x="54" y="112"/>
                      <a:pt x="54" y="113"/>
                      <a:pt x="54" y="114"/>
                    </a:cubicBezTo>
                    <a:cubicBezTo>
                      <a:pt x="55" y="115"/>
                      <a:pt x="56" y="116"/>
                      <a:pt x="56" y="117"/>
                    </a:cubicBezTo>
                    <a:cubicBezTo>
                      <a:pt x="56" y="119"/>
                      <a:pt x="56" y="121"/>
                      <a:pt x="57" y="122"/>
                    </a:cubicBezTo>
                    <a:cubicBezTo>
                      <a:pt x="57" y="123"/>
                      <a:pt x="59" y="124"/>
                      <a:pt x="58" y="125"/>
                    </a:cubicBezTo>
                    <a:cubicBezTo>
                      <a:pt x="57" y="125"/>
                      <a:pt x="56" y="124"/>
                      <a:pt x="56" y="123"/>
                    </a:cubicBezTo>
                    <a:cubicBezTo>
                      <a:pt x="55" y="123"/>
                      <a:pt x="54" y="122"/>
                      <a:pt x="53" y="121"/>
                    </a:cubicBezTo>
                    <a:cubicBezTo>
                      <a:pt x="53" y="121"/>
                      <a:pt x="54" y="120"/>
                      <a:pt x="54" y="119"/>
                    </a:cubicBezTo>
                    <a:cubicBezTo>
                      <a:pt x="53" y="117"/>
                      <a:pt x="49" y="117"/>
                      <a:pt x="49" y="115"/>
                    </a:cubicBezTo>
                    <a:cubicBezTo>
                      <a:pt x="49" y="114"/>
                      <a:pt x="51" y="114"/>
                      <a:pt x="51" y="113"/>
                    </a:cubicBezTo>
                    <a:cubicBezTo>
                      <a:pt x="51" y="111"/>
                      <a:pt x="49" y="110"/>
                      <a:pt x="49" y="109"/>
                    </a:cubicBezTo>
                    <a:cubicBezTo>
                      <a:pt x="48" y="108"/>
                      <a:pt x="48" y="107"/>
                      <a:pt x="48" y="105"/>
                    </a:cubicBezTo>
                    <a:cubicBezTo>
                      <a:pt x="48" y="104"/>
                      <a:pt x="48" y="103"/>
                      <a:pt x="48" y="101"/>
                    </a:cubicBezTo>
                    <a:cubicBezTo>
                      <a:pt x="48" y="101"/>
                      <a:pt x="46" y="99"/>
                      <a:pt x="45" y="99"/>
                    </a:cubicBezTo>
                    <a:cubicBezTo>
                      <a:pt x="44" y="98"/>
                      <a:pt x="43" y="99"/>
                      <a:pt x="43" y="98"/>
                    </a:cubicBezTo>
                    <a:cubicBezTo>
                      <a:pt x="42" y="97"/>
                      <a:pt x="42" y="95"/>
                      <a:pt x="42" y="95"/>
                    </a:cubicBezTo>
                    <a:cubicBezTo>
                      <a:pt x="42" y="93"/>
                      <a:pt x="42" y="91"/>
                      <a:pt x="42" y="90"/>
                    </a:cubicBezTo>
                    <a:cubicBezTo>
                      <a:pt x="42" y="88"/>
                      <a:pt x="41" y="86"/>
                      <a:pt x="42" y="85"/>
                    </a:cubicBezTo>
                    <a:cubicBezTo>
                      <a:pt x="42" y="83"/>
                      <a:pt x="44" y="83"/>
                      <a:pt x="44" y="81"/>
                    </a:cubicBezTo>
                    <a:cubicBezTo>
                      <a:pt x="45" y="80"/>
                      <a:pt x="45" y="79"/>
                      <a:pt x="45" y="78"/>
                    </a:cubicBezTo>
                    <a:cubicBezTo>
                      <a:pt x="46" y="77"/>
                      <a:pt x="48" y="75"/>
                      <a:pt x="50" y="73"/>
                    </a:cubicBezTo>
                    <a:cubicBezTo>
                      <a:pt x="51" y="71"/>
                      <a:pt x="53" y="69"/>
                      <a:pt x="54" y="67"/>
                    </a:cubicBezTo>
                    <a:cubicBezTo>
                      <a:pt x="54" y="66"/>
                      <a:pt x="55" y="65"/>
                      <a:pt x="55" y="64"/>
                    </a:cubicBezTo>
                    <a:cubicBezTo>
                      <a:pt x="55" y="63"/>
                      <a:pt x="52" y="62"/>
                      <a:pt x="52" y="60"/>
                    </a:cubicBezTo>
                    <a:cubicBezTo>
                      <a:pt x="53" y="59"/>
                      <a:pt x="54" y="59"/>
                      <a:pt x="54" y="58"/>
                    </a:cubicBezTo>
                    <a:cubicBezTo>
                      <a:pt x="54" y="58"/>
                      <a:pt x="55" y="56"/>
                      <a:pt x="55" y="56"/>
                    </a:cubicBezTo>
                    <a:cubicBezTo>
                      <a:pt x="55" y="55"/>
                      <a:pt x="54" y="53"/>
                      <a:pt x="54" y="52"/>
                    </a:cubicBezTo>
                    <a:cubicBezTo>
                      <a:pt x="55" y="51"/>
                      <a:pt x="56" y="50"/>
                      <a:pt x="55" y="49"/>
                    </a:cubicBezTo>
                    <a:cubicBezTo>
                      <a:pt x="54" y="48"/>
                      <a:pt x="53" y="50"/>
                      <a:pt x="52" y="49"/>
                    </a:cubicBezTo>
                    <a:cubicBezTo>
                      <a:pt x="51" y="48"/>
                      <a:pt x="52" y="47"/>
                      <a:pt x="52" y="46"/>
                    </a:cubicBezTo>
                    <a:cubicBezTo>
                      <a:pt x="52" y="46"/>
                      <a:pt x="52" y="45"/>
                      <a:pt x="52" y="44"/>
                    </a:cubicBezTo>
                    <a:cubicBezTo>
                      <a:pt x="52" y="44"/>
                      <a:pt x="53" y="43"/>
                      <a:pt x="53" y="42"/>
                    </a:cubicBezTo>
                    <a:cubicBezTo>
                      <a:pt x="52" y="42"/>
                      <a:pt x="52" y="41"/>
                      <a:pt x="51" y="40"/>
                    </a:cubicBezTo>
                    <a:cubicBezTo>
                      <a:pt x="66" y="27"/>
                      <a:pt x="84" y="17"/>
                      <a:pt x="103" y="11"/>
                    </a:cubicBezTo>
                    <a:cubicBezTo>
                      <a:pt x="103" y="11"/>
                      <a:pt x="103" y="11"/>
                      <a:pt x="103" y="11"/>
                    </a:cubicBezTo>
                    <a:cubicBezTo>
                      <a:pt x="104" y="12"/>
                      <a:pt x="104" y="12"/>
                      <a:pt x="104" y="12"/>
                    </a:cubicBezTo>
                    <a:cubicBezTo>
                      <a:pt x="106" y="12"/>
                      <a:pt x="107" y="12"/>
                      <a:pt x="108" y="12"/>
                    </a:cubicBezTo>
                    <a:cubicBezTo>
                      <a:pt x="109" y="12"/>
                      <a:pt x="110" y="11"/>
                      <a:pt x="112" y="11"/>
                    </a:cubicBezTo>
                    <a:cubicBezTo>
                      <a:pt x="114" y="11"/>
                      <a:pt x="118" y="13"/>
                      <a:pt x="120" y="12"/>
                    </a:cubicBezTo>
                    <a:cubicBezTo>
                      <a:pt x="120" y="12"/>
                      <a:pt x="120" y="11"/>
                      <a:pt x="120" y="10"/>
                    </a:cubicBezTo>
                    <a:cubicBezTo>
                      <a:pt x="121" y="9"/>
                      <a:pt x="121" y="9"/>
                      <a:pt x="122" y="8"/>
                    </a:cubicBezTo>
                    <a:cubicBezTo>
                      <a:pt x="123" y="8"/>
                      <a:pt x="124" y="7"/>
                      <a:pt x="124" y="7"/>
                    </a:cubicBezTo>
                    <a:cubicBezTo>
                      <a:pt x="127" y="7"/>
                      <a:pt x="130" y="7"/>
                      <a:pt x="133" y="7"/>
                    </a:cubicBezTo>
                    <a:cubicBezTo>
                      <a:pt x="133" y="0"/>
                      <a:pt x="133" y="0"/>
                      <a:pt x="133" y="0"/>
                    </a:cubicBezTo>
                    <a:cubicBezTo>
                      <a:pt x="131" y="0"/>
                      <a:pt x="129" y="0"/>
                      <a:pt x="127" y="0"/>
                    </a:cubicBezTo>
                    <a:cubicBezTo>
                      <a:pt x="126" y="0"/>
                      <a:pt x="125" y="0"/>
                      <a:pt x="124" y="1"/>
                    </a:cubicBezTo>
                    <a:cubicBezTo>
                      <a:pt x="123" y="1"/>
                      <a:pt x="122" y="1"/>
                      <a:pt x="121" y="1"/>
                    </a:cubicBezTo>
                    <a:cubicBezTo>
                      <a:pt x="108" y="3"/>
                      <a:pt x="96" y="6"/>
                      <a:pt x="85" y="11"/>
                    </a:cubicBezTo>
                    <a:cubicBezTo>
                      <a:pt x="83" y="12"/>
                      <a:pt x="81" y="13"/>
                      <a:pt x="79" y="14"/>
                    </a:cubicBezTo>
                    <a:cubicBezTo>
                      <a:pt x="78" y="14"/>
                      <a:pt x="78" y="14"/>
                      <a:pt x="77" y="15"/>
                    </a:cubicBezTo>
                    <a:cubicBezTo>
                      <a:pt x="76" y="15"/>
                      <a:pt x="75" y="16"/>
                      <a:pt x="73" y="17"/>
                    </a:cubicBezTo>
                    <a:cubicBezTo>
                      <a:pt x="71" y="18"/>
                      <a:pt x="70" y="19"/>
                      <a:pt x="68" y="20"/>
                    </a:cubicBezTo>
                    <a:cubicBezTo>
                      <a:pt x="66" y="21"/>
                      <a:pt x="64" y="22"/>
                      <a:pt x="63" y="23"/>
                    </a:cubicBezTo>
                    <a:cubicBezTo>
                      <a:pt x="56" y="28"/>
                      <a:pt x="49" y="33"/>
                      <a:pt x="43" y="39"/>
                    </a:cubicBezTo>
                    <a:cubicBezTo>
                      <a:pt x="42" y="39"/>
                      <a:pt x="42" y="40"/>
                      <a:pt x="41" y="41"/>
                    </a:cubicBezTo>
                    <a:cubicBezTo>
                      <a:pt x="39" y="42"/>
                      <a:pt x="38" y="44"/>
                      <a:pt x="36" y="45"/>
                    </a:cubicBezTo>
                    <a:cubicBezTo>
                      <a:pt x="35" y="46"/>
                      <a:pt x="34" y="48"/>
                      <a:pt x="32" y="50"/>
                    </a:cubicBezTo>
                    <a:cubicBezTo>
                      <a:pt x="30" y="52"/>
                      <a:pt x="28" y="54"/>
                      <a:pt x="27" y="57"/>
                    </a:cubicBezTo>
                    <a:cubicBezTo>
                      <a:pt x="23" y="61"/>
                      <a:pt x="20" y="66"/>
                      <a:pt x="17" y="72"/>
                    </a:cubicBezTo>
                    <a:cubicBezTo>
                      <a:pt x="15" y="73"/>
                      <a:pt x="15" y="75"/>
                      <a:pt x="14" y="77"/>
                    </a:cubicBezTo>
                    <a:cubicBezTo>
                      <a:pt x="13" y="78"/>
                      <a:pt x="13" y="79"/>
                      <a:pt x="12" y="80"/>
                    </a:cubicBezTo>
                    <a:cubicBezTo>
                      <a:pt x="11" y="82"/>
                      <a:pt x="10" y="85"/>
                      <a:pt x="9" y="88"/>
                    </a:cubicBezTo>
                    <a:cubicBezTo>
                      <a:pt x="8" y="89"/>
                      <a:pt x="8" y="90"/>
                      <a:pt x="8" y="91"/>
                    </a:cubicBezTo>
                    <a:cubicBezTo>
                      <a:pt x="6" y="94"/>
                      <a:pt x="5" y="98"/>
                      <a:pt x="4" y="102"/>
                    </a:cubicBezTo>
                    <a:cubicBezTo>
                      <a:pt x="3" y="104"/>
                      <a:pt x="3" y="106"/>
                      <a:pt x="3" y="108"/>
                    </a:cubicBezTo>
                    <a:close/>
                    <a:moveTo>
                      <a:pt x="133" y="99"/>
                    </a:moveTo>
                    <a:cubicBezTo>
                      <a:pt x="133" y="159"/>
                      <a:pt x="133" y="159"/>
                      <a:pt x="133" y="159"/>
                    </a:cubicBezTo>
                    <a:cubicBezTo>
                      <a:pt x="133" y="160"/>
                      <a:pt x="132" y="160"/>
                      <a:pt x="132" y="160"/>
                    </a:cubicBezTo>
                    <a:cubicBezTo>
                      <a:pt x="131" y="160"/>
                      <a:pt x="130" y="158"/>
                      <a:pt x="129" y="158"/>
                    </a:cubicBezTo>
                    <a:cubicBezTo>
                      <a:pt x="126" y="157"/>
                      <a:pt x="124" y="159"/>
                      <a:pt x="122" y="159"/>
                    </a:cubicBezTo>
                    <a:cubicBezTo>
                      <a:pt x="119" y="159"/>
                      <a:pt x="116" y="156"/>
                      <a:pt x="116" y="153"/>
                    </a:cubicBezTo>
                    <a:cubicBezTo>
                      <a:pt x="116" y="152"/>
                      <a:pt x="117" y="150"/>
                      <a:pt x="117" y="148"/>
                    </a:cubicBezTo>
                    <a:cubicBezTo>
                      <a:pt x="117" y="147"/>
                      <a:pt x="118" y="146"/>
                      <a:pt x="118" y="145"/>
                    </a:cubicBezTo>
                    <a:cubicBezTo>
                      <a:pt x="118" y="143"/>
                      <a:pt x="116" y="142"/>
                      <a:pt x="115" y="142"/>
                    </a:cubicBezTo>
                    <a:cubicBezTo>
                      <a:pt x="112" y="141"/>
                      <a:pt x="109" y="143"/>
                      <a:pt x="106" y="142"/>
                    </a:cubicBezTo>
                    <a:cubicBezTo>
                      <a:pt x="105" y="141"/>
                      <a:pt x="107" y="140"/>
                      <a:pt x="107" y="139"/>
                    </a:cubicBezTo>
                    <a:cubicBezTo>
                      <a:pt x="107" y="139"/>
                      <a:pt x="107" y="138"/>
                      <a:pt x="107" y="137"/>
                    </a:cubicBezTo>
                    <a:cubicBezTo>
                      <a:pt x="107" y="137"/>
                      <a:pt x="108" y="136"/>
                      <a:pt x="109" y="135"/>
                    </a:cubicBezTo>
                    <a:cubicBezTo>
                      <a:pt x="109" y="134"/>
                      <a:pt x="109" y="133"/>
                      <a:pt x="109" y="132"/>
                    </a:cubicBezTo>
                    <a:cubicBezTo>
                      <a:pt x="110" y="131"/>
                      <a:pt x="110" y="131"/>
                      <a:pt x="110" y="130"/>
                    </a:cubicBezTo>
                    <a:cubicBezTo>
                      <a:pt x="111" y="129"/>
                      <a:pt x="110" y="128"/>
                      <a:pt x="110" y="127"/>
                    </a:cubicBezTo>
                    <a:cubicBezTo>
                      <a:pt x="107" y="128"/>
                      <a:pt x="106" y="128"/>
                      <a:pt x="105" y="129"/>
                    </a:cubicBezTo>
                    <a:cubicBezTo>
                      <a:pt x="102" y="130"/>
                      <a:pt x="102" y="134"/>
                      <a:pt x="99" y="135"/>
                    </a:cubicBezTo>
                    <a:cubicBezTo>
                      <a:pt x="98" y="135"/>
                      <a:pt x="97" y="135"/>
                      <a:pt x="96" y="135"/>
                    </a:cubicBezTo>
                    <a:cubicBezTo>
                      <a:pt x="95" y="136"/>
                      <a:pt x="94" y="136"/>
                      <a:pt x="93" y="136"/>
                    </a:cubicBezTo>
                    <a:cubicBezTo>
                      <a:pt x="92" y="136"/>
                      <a:pt x="90" y="135"/>
                      <a:pt x="89" y="134"/>
                    </a:cubicBezTo>
                    <a:cubicBezTo>
                      <a:pt x="88" y="134"/>
                      <a:pt x="87" y="130"/>
                      <a:pt x="87" y="130"/>
                    </a:cubicBezTo>
                    <a:cubicBezTo>
                      <a:pt x="86" y="126"/>
                      <a:pt x="87" y="122"/>
                      <a:pt x="88" y="120"/>
                    </a:cubicBezTo>
                    <a:cubicBezTo>
                      <a:pt x="89" y="119"/>
                      <a:pt x="89" y="118"/>
                      <a:pt x="89" y="118"/>
                    </a:cubicBezTo>
                    <a:cubicBezTo>
                      <a:pt x="90" y="117"/>
                      <a:pt x="89" y="116"/>
                      <a:pt x="90" y="114"/>
                    </a:cubicBezTo>
                    <a:cubicBezTo>
                      <a:pt x="90" y="112"/>
                      <a:pt x="93" y="111"/>
                      <a:pt x="94" y="110"/>
                    </a:cubicBezTo>
                    <a:cubicBezTo>
                      <a:pt x="96" y="109"/>
                      <a:pt x="98" y="108"/>
                      <a:pt x="100" y="107"/>
                    </a:cubicBezTo>
                    <a:cubicBezTo>
                      <a:pt x="101" y="107"/>
                      <a:pt x="103" y="108"/>
                      <a:pt x="104" y="108"/>
                    </a:cubicBezTo>
                    <a:cubicBezTo>
                      <a:pt x="105" y="108"/>
                      <a:pt x="106" y="109"/>
                      <a:pt x="107" y="108"/>
                    </a:cubicBezTo>
                    <a:cubicBezTo>
                      <a:pt x="109" y="109"/>
                      <a:pt x="110" y="107"/>
                      <a:pt x="112" y="105"/>
                    </a:cubicBezTo>
                    <a:cubicBezTo>
                      <a:pt x="114" y="106"/>
                      <a:pt x="115" y="105"/>
                      <a:pt x="117" y="105"/>
                    </a:cubicBezTo>
                    <a:cubicBezTo>
                      <a:pt x="119" y="105"/>
                      <a:pt x="120" y="107"/>
                      <a:pt x="120" y="107"/>
                    </a:cubicBezTo>
                    <a:cubicBezTo>
                      <a:pt x="121" y="107"/>
                      <a:pt x="122" y="106"/>
                      <a:pt x="123" y="106"/>
                    </a:cubicBezTo>
                    <a:cubicBezTo>
                      <a:pt x="124" y="106"/>
                      <a:pt x="125" y="107"/>
                      <a:pt x="125" y="109"/>
                    </a:cubicBezTo>
                    <a:cubicBezTo>
                      <a:pt x="125" y="110"/>
                      <a:pt x="124" y="111"/>
                      <a:pt x="125" y="112"/>
                    </a:cubicBezTo>
                    <a:cubicBezTo>
                      <a:pt x="126" y="114"/>
                      <a:pt x="128" y="114"/>
                      <a:pt x="130" y="114"/>
                    </a:cubicBezTo>
                    <a:cubicBezTo>
                      <a:pt x="131" y="113"/>
                      <a:pt x="130" y="112"/>
                      <a:pt x="130" y="110"/>
                    </a:cubicBezTo>
                    <a:cubicBezTo>
                      <a:pt x="130" y="110"/>
                      <a:pt x="130" y="109"/>
                      <a:pt x="130" y="108"/>
                    </a:cubicBezTo>
                    <a:cubicBezTo>
                      <a:pt x="130" y="107"/>
                      <a:pt x="129" y="107"/>
                      <a:pt x="129" y="106"/>
                    </a:cubicBezTo>
                    <a:cubicBezTo>
                      <a:pt x="129" y="103"/>
                      <a:pt x="131" y="101"/>
                      <a:pt x="133" y="99"/>
                    </a:cubicBezTo>
                    <a:close/>
                  </a:path>
                </a:pathLst>
              </a:custGeom>
              <a:solidFill>
                <a:srgbClr val="B7D5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ïS1ïďè"/>
              <p:cNvSpPr/>
              <p:nvPr/>
            </p:nvSpPr>
            <p:spPr bwMode="auto">
              <a:xfrm>
                <a:off x="3843338" y="1758912"/>
                <a:ext cx="4587875" cy="2144713"/>
              </a:xfrm>
              <a:custGeom>
                <a:avLst/>
                <a:gdLst>
                  <a:gd name="T0" fmla="*/ 1744 w 1774"/>
                  <a:gd name="T1" fmla="*/ 349 h 829"/>
                  <a:gd name="T2" fmla="*/ 1673 w 1774"/>
                  <a:gd name="T3" fmla="*/ 718 h 829"/>
                  <a:gd name="T4" fmla="*/ 1612 w 1774"/>
                  <a:gd name="T5" fmla="*/ 228 h 829"/>
                  <a:gd name="T6" fmla="*/ 1656 w 1774"/>
                  <a:gd name="T7" fmla="*/ 665 h 829"/>
                  <a:gd name="T8" fmla="*/ 1529 w 1774"/>
                  <a:gd name="T9" fmla="*/ 349 h 829"/>
                  <a:gd name="T10" fmla="*/ 1546 w 1774"/>
                  <a:gd name="T11" fmla="*/ 742 h 829"/>
                  <a:gd name="T12" fmla="*/ 1513 w 1774"/>
                  <a:gd name="T13" fmla="*/ 641 h 829"/>
                  <a:gd name="T14" fmla="*/ 1458 w 1774"/>
                  <a:gd name="T15" fmla="*/ 510 h 829"/>
                  <a:gd name="T16" fmla="*/ 1458 w 1774"/>
                  <a:gd name="T17" fmla="*/ 510 h 829"/>
                  <a:gd name="T18" fmla="*/ 1370 w 1774"/>
                  <a:gd name="T19" fmla="*/ 715 h 829"/>
                  <a:gd name="T20" fmla="*/ 1370 w 1774"/>
                  <a:gd name="T21" fmla="*/ 340 h 829"/>
                  <a:gd name="T22" fmla="*/ 1370 w 1774"/>
                  <a:gd name="T23" fmla="*/ 794 h 829"/>
                  <a:gd name="T24" fmla="*/ 1339 w 1774"/>
                  <a:gd name="T25" fmla="*/ 291 h 829"/>
                  <a:gd name="T26" fmla="*/ 1339 w 1774"/>
                  <a:gd name="T27" fmla="*/ 829 h 829"/>
                  <a:gd name="T28" fmla="*/ 1300 w 1774"/>
                  <a:gd name="T29" fmla="*/ 445 h 829"/>
                  <a:gd name="T30" fmla="*/ 1276 w 1774"/>
                  <a:gd name="T31" fmla="*/ 461 h 829"/>
                  <a:gd name="T32" fmla="*/ 1276 w 1774"/>
                  <a:gd name="T33" fmla="*/ 434 h 829"/>
                  <a:gd name="T34" fmla="*/ 1244 w 1774"/>
                  <a:gd name="T35" fmla="*/ 604 h 829"/>
                  <a:gd name="T36" fmla="*/ 1237 w 1774"/>
                  <a:gd name="T37" fmla="*/ 538 h 829"/>
                  <a:gd name="T38" fmla="*/ 1102 w 1774"/>
                  <a:gd name="T39" fmla="*/ 602 h 829"/>
                  <a:gd name="T40" fmla="*/ 1082 w 1774"/>
                  <a:gd name="T41" fmla="*/ 241 h 829"/>
                  <a:gd name="T42" fmla="*/ 1050 w 1774"/>
                  <a:gd name="T43" fmla="*/ 829 h 829"/>
                  <a:gd name="T44" fmla="*/ 1050 w 1774"/>
                  <a:gd name="T45" fmla="*/ 669 h 829"/>
                  <a:gd name="T46" fmla="*/ 1007 w 1774"/>
                  <a:gd name="T47" fmla="*/ 78 h 829"/>
                  <a:gd name="T48" fmla="*/ 1007 w 1774"/>
                  <a:gd name="T49" fmla="*/ 829 h 829"/>
                  <a:gd name="T50" fmla="*/ 955 w 1774"/>
                  <a:gd name="T51" fmla="*/ 172 h 829"/>
                  <a:gd name="T52" fmla="*/ 923 w 1774"/>
                  <a:gd name="T53" fmla="*/ 440 h 829"/>
                  <a:gd name="T54" fmla="*/ 913 w 1774"/>
                  <a:gd name="T55" fmla="*/ 774 h 829"/>
                  <a:gd name="T56" fmla="*/ 851 w 1774"/>
                  <a:gd name="T57" fmla="*/ 316 h 829"/>
                  <a:gd name="T58" fmla="*/ 818 w 1774"/>
                  <a:gd name="T59" fmla="*/ 535 h 829"/>
                  <a:gd name="T60" fmla="*/ 799 w 1774"/>
                  <a:gd name="T61" fmla="*/ 575 h 829"/>
                  <a:gd name="T62" fmla="*/ 766 w 1774"/>
                  <a:gd name="T63" fmla="*/ 78 h 829"/>
                  <a:gd name="T64" fmla="*/ 724 w 1774"/>
                  <a:gd name="T65" fmla="*/ 446 h 829"/>
                  <a:gd name="T66" fmla="*/ 691 w 1774"/>
                  <a:gd name="T67" fmla="*/ 706 h 829"/>
                  <a:gd name="T68" fmla="*/ 691 w 1774"/>
                  <a:gd name="T69" fmla="*/ 241 h 829"/>
                  <a:gd name="T70" fmla="*/ 672 w 1774"/>
                  <a:gd name="T71" fmla="*/ 464 h 829"/>
                  <a:gd name="T72" fmla="*/ 529 w 1774"/>
                  <a:gd name="T73" fmla="*/ 725 h 829"/>
                  <a:gd name="T74" fmla="*/ 536 w 1774"/>
                  <a:gd name="T75" fmla="*/ 259 h 829"/>
                  <a:gd name="T76" fmla="*/ 522 w 1774"/>
                  <a:gd name="T77" fmla="*/ 606 h 829"/>
                  <a:gd name="T78" fmla="*/ 498 w 1774"/>
                  <a:gd name="T79" fmla="*/ 639 h 829"/>
                  <a:gd name="T80" fmla="*/ 498 w 1774"/>
                  <a:gd name="T81" fmla="*/ 612 h 829"/>
                  <a:gd name="T82" fmla="*/ 466 w 1774"/>
                  <a:gd name="T83" fmla="*/ 362 h 829"/>
                  <a:gd name="T84" fmla="*/ 466 w 1774"/>
                  <a:gd name="T85" fmla="*/ 829 h 829"/>
                  <a:gd name="T86" fmla="*/ 427 w 1774"/>
                  <a:gd name="T87" fmla="*/ 629 h 829"/>
                  <a:gd name="T88" fmla="*/ 403 w 1774"/>
                  <a:gd name="T89" fmla="*/ 500 h 829"/>
                  <a:gd name="T90" fmla="*/ 396 w 1774"/>
                  <a:gd name="T91" fmla="*/ 423 h 829"/>
                  <a:gd name="T92" fmla="*/ 347 w 1774"/>
                  <a:gd name="T93" fmla="*/ 665 h 829"/>
                  <a:gd name="T94" fmla="*/ 347 w 1774"/>
                  <a:gd name="T95" fmla="*/ 256 h 829"/>
                  <a:gd name="T96" fmla="*/ 337 w 1774"/>
                  <a:gd name="T97" fmla="*/ 202 h 829"/>
                  <a:gd name="T98" fmla="*/ 254 w 1774"/>
                  <a:gd name="T99" fmla="*/ 333 h 829"/>
                  <a:gd name="T100" fmla="*/ 244 w 1774"/>
                  <a:gd name="T101" fmla="*/ 742 h 829"/>
                  <a:gd name="T102" fmla="*/ 220 w 1774"/>
                  <a:gd name="T103" fmla="*/ 95 h 829"/>
                  <a:gd name="T104" fmla="*/ 244 w 1774"/>
                  <a:gd name="T105" fmla="*/ 487 h 829"/>
                  <a:gd name="T106" fmla="*/ 197 w 1774"/>
                  <a:gd name="T107" fmla="*/ 95 h 829"/>
                  <a:gd name="T108" fmla="*/ 220 w 1774"/>
                  <a:gd name="T109" fmla="*/ 410 h 829"/>
                  <a:gd name="T110" fmla="*/ 186 w 1774"/>
                  <a:gd name="T111" fmla="*/ 256 h 829"/>
                  <a:gd name="T112" fmla="*/ 150 w 1774"/>
                  <a:gd name="T113" fmla="*/ 718 h 829"/>
                  <a:gd name="T114" fmla="*/ 186 w 1774"/>
                  <a:gd name="T115" fmla="*/ 641 h 829"/>
                  <a:gd name="T116" fmla="*/ 140 w 1774"/>
                  <a:gd name="T117" fmla="*/ 125 h 829"/>
                  <a:gd name="T118" fmla="*/ 150 w 1774"/>
                  <a:gd name="T119" fmla="*/ 665 h 829"/>
                  <a:gd name="T120" fmla="*/ 86 w 1774"/>
                  <a:gd name="T121" fmla="*/ 588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774" h="829">
                    <a:moveTo>
                      <a:pt x="1744" y="349"/>
                    </a:moveTo>
                    <a:cubicBezTo>
                      <a:pt x="1774" y="349"/>
                      <a:pt x="1774" y="349"/>
                      <a:pt x="1774" y="349"/>
                    </a:cubicBezTo>
                    <a:cubicBezTo>
                      <a:pt x="1774" y="829"/>
                      <a:pt x="1774" y="829"/>
                      <a:pt x="1774" y="829"/>
                    </a:cubicBezTo>
                    <a:cubicBezTo>
                      <a:pt x="1744" y="829"/>
                      <a:pt x="1744" y="829"/>
                      <a:pt x="1744" y="829"/>
                    </a:cubicBezTo>
                    <a:cubicBezTo>
                      <a:pt x="1744" y="718"/>
                      <a:pt x="1744" y="718"/>
                      <a:pt x="1744" y="718"/>
                    </a:cubicBezTo>
                    <a:cubicBezTo>
                      <a:pt x="1760" y="718"/>
                      <a:pt x="1760" y="718"/>
                      <a:pt x="1760" y="718"/>
                    </a:cubicBezTo>
                    <a:cubicBezTo>
                      <a:pt x="1760" y="665"/>
                      <a:pt x="1760" y="665"/>
                      <a:pt x="1760" y="665"/>
                    </a:cubicBezTo>
                    <a:cubicBezTo>
                      <a:pt x="1744" y="665"/>
                      <a:pt x="1744" y="665"/>
                      <a:pt x="1744" y="665"/>
                    </a:cubicBezTo>
                    <a:cubicBezTo>
                      <a:pt x="1744" y="641"/>
                      <a:pt x="1744" y="641"/>
                      <a:pt x="1744" y="641"/>
                    </a:cubicBezTo>
                    <a:cubicBezTo>
                      <a:pt x="1760" y="641"/>
                      <a:pt x="1760" y="641"/>
                      <a:pt x="1760" y="641"/>
                    </a:cubicBezTo>
                    <a:cubicBezTo>
                      <a:pt x="1760" y="588"/>
                      <a:pt x="1760" y="588"/>
                      <a:pt x="1760" y="588"/>
                    </a:cubicBezTo>
                    <a:cubicBezTo>
                      <a:pt x="1744" y="588"/>
                      <a:pt x="1744" y="588"/>
                      <a:pt x="1744" y="588"/>
                    </a:cubicBezTo>
                    <a:cubicBezTo>
                      <a:pt x="1744" y="487"/>
                      <a:pt x="1744" y="487"/>
                      <a:pt x="1744" y="487"/>
                    </a:cubicBezTo>
                    <a:cubicBezTo>
                      <a:pt x="1760" y="487"/>
                      <a:pt x="1760" y="487"/>
                      <a:pt x="1760" y="487"/>
                    </a:cubicBezTo>
                    <a:cubicBezTo>
                      <a:pt x="1760" y="433"/>
                      <a:pt x="1760" y="433"/>
                      <a:pt x="1760" y="433"/>
                    </a:cubicBezTo>
                    <a:cubicBezTo>
                      <a:pt x="1744" y="433"/>
                      <a:pt x="1744" y="433"/>
                      <a:pt x="1744" y="433"/>
                    </a:cubicBezTo>
                    <a:lnTo>
                      <a:pt x="1744" y="349"/>
                    </a:lnTo>
                    <a:close/>
                    <a:moveTo>
                      <a:pt x="1673" y="349"/>
                    </a:moveTo>
                    <a:cubicBezTo>
                      <a:pt x="1744" y="349"/>
                      <a:pt x="1744" y="349"/>
                      <a:pt x="1744" y="349"/>
                    </a:cubicBezTo>
                    <a:cubicBezTo>
                      <a:pt x="1744" y="433"/>
                      <a:pt x="1744" y="433"/>
                      <a:pt x="1744" y="433"/>
                    </a:cubicBezTo>
                    <a:cubicBezTo>
                      <a:pt x="1728" y="433"/>
                      <a:pt x="1728" y="433"/>
                      <a:pt x="1728" y="433"/>
                    </a:cubicBezTo>
                    <a:cubicBezTo>
                      <a:pt x="1728" y="487"/>
                      <a:pt x="1728" y="487"/>
                      <a:pt x="1728" y="487"/>
                    </a:cubicBezTo>
                    <a:cubicBezTo>
                      <a:pt x="1744" y="487"/>
                      <a:pt x="1744" y="487"/>
                      <a:pt x="1744" y="487"/>
                    </a:cubicBezTo>
                    <a:cubicBezTo>
                      <a:pt x="1744" y="588"/>
                      <a:pt x="1744" y="588"/>
                      <a:pt x="1744" y="588"/>
                    </a:cubicBezTo>
                    <a:cubicBezTo>
                      <a:pt x="1728" y="588"/>
                      <a:pt x="1728" y="588"/>
                      <a:pt x="1728" y="588"/>
                    </a:cubicBezTo>
                    <a:cubicBezTo>
                      <a:pt x="1728" y="641"/>
                      <a:pt x="1728" y="641"/>
                      <a:pt x="1728" y="641"/>
                    </a:cubicBezTo>
                    <a:cubicBezTo>
                      <a:pt x="1744" y="641"/>
                      <a:pt x="1744" y="641"/>
                      <a:pt x="1744" y="641"/>
                    </a:cubicBezTo>
                    <a:cubicBezTo>
                      <a:pt x="1744" y="665"/>
                      <a:pt x="1744" y="665"/>
                      <a:pt x="1744" y="665"/>
                    </a:cubicBezTo>
                    <a:cubicBezTo>
                      <a:pt x="1728" y="665"/>
                      <a:pt x="1728" y="665"/>
                      <a:pt x="1728" y="665"/>
                    </a:cubicBezTo>
                    <a:cubicBezTo>
                      <a:pt x="1728" y="718"/>
                      <a:pt x="1728" y="718"/>
                      <a:pt x="1728" y="718"/>
                    </a:cubicBezTo>
                    <a:cubicBezTo>
                      <a:pt x="1744" y="718"/>
                      <a:pt x="1744" y="718"/>
                      <a:pt x="1744" y="718"/>
                    </a:cubicBezTo>
                    <a:cubicBezTo>
                      <a:pt x="1744" y="829"/>
                      <a:pt x="1744" y="829"/>
                      <a:pt x="1744" y="829"/>
                    </a:cubicBezTo>
                    <a:cubicBezTo>
                      <a:pt x="1673" y="829"/>
                      <a:pt x="1673" y="829"/>
                      <a:pt x="1673" y="829"/>
                    </a:cubicBezTo>
                    <a:cubicBezTo>
                      <a:pt x="1673" y="795"/>
                      <a:pt x="1673" y="795"/>
                      <a:pt x="1673" y="795"/>
                    </a:cubicBezTo>
                    <a:cubicBezTo>
                      <a:pt x="1689" y="795"/>
                      <a:pt x="1689" y="795"/>
                      <a:pt x="1689" y="795"/>
                    </a:cubicBezTo>
                    <a:cubicBezTo>
                      <a:pt x="1689" y="742"/>
                      <a:pt x="1689" y="742"/>
                      <a:pt x="1689" y="742"/>
                    </a:cubicBezTo>
                    <a:cubicBezTo>
                      <a:pt x="1673" y="742"/>
                      <a:pt x="1673" y="742"/>
                      <a:pt x="1673" y="742"/>
                    </a:cubicBezTo>
                    <a:cubicBezTo>
                      <a:pt x="1673" y="718"/>
                      <a:pt x="1673" y="718"/>
                      <a:pt x="1673" y="718"/>
                    </a:cubicBezTo>
                    <a:cubicBezTo>
                      <a:pt x="1689" y="718"/>
                      <a:pt x="1689" y="718"/>
                      <a:pt x="1689" y="718"/>
                    </a:cubicBezTo>
                    <a:cubicBezTo>
                      <a:pt x="1689" y="665"/>
                      <a:pt x="1689" y="665"/>
                      <a:pt x="1689" y="665"/>
                    </a:cubicBezTo>
                    <a:cubicBezTo>
                      <a:pt x="1673" y="665"/>
                      <a:pt x="1673" y="665"/>
                      <a:pt x="1673" y="665"/>
                    </a:cubicBezTo>
                    <a:cubicBezTo>
                      <a:pt x="1673" y="641"/>
                      <a:pt x="1673" y="641"/>
                      <a:pt x="1673" y="641"/>
                    </a:cubicBezTo>
                    <a:cubicBezTo>
                      <a:pt x="1689" y="641"/>
                      <a:pt x="1689" y="641"/>
                      <a:pt x="1689" y="641"/>
                    </a:cubicBezTo>
                    <a:cubicBezTo>
                      <a:pt x="1689" y="588"/>
                      <a:pt x="1689" y="588"/>
                      <a:pt x="1689" y="588"/>
                    </a:cubicBezTo>
                    <a:cubicBezTo>
                      <a:pt x="1673" y="588"/>
                      <a:pt x="1673" y="588"/>
                      <a:pt x="1673" y="588"/>
                    </a:cubicBezTo>
                    <a:cubicBezTo>
                      <a:pt x="1673" y="564"/>
                      <a:pt x="1673" y="564"/>
                      <a:pt x="1673" y="564"/>
                    </a:cubicBezTo>
                    <a:cubicBezTo>
                      <a:pt x="1689" y="564"/>
                      <a:pt x="1689" y="564"/>
                      <a:pt x="1689" y="564"/>
                    </a:cubicBezTo>
                    <a:cubicBezTo>
                      <a:pt x="1689" y="510"/>
                      <a:pt x="1689" y="510"/>
                      <a:pt x="1689" y="510"/>
                    </a:cubicBezTo>
                    <a:cubicBezTo>
                      <a:pt x="1673" y="510"/>
                      <a:pt x="1673" y="510"/>
                      <a:pt x="1673" y="510"/>
                    </a:cubicBezTo>
                    <a:cubicBezTo>
                      <a:pt x="1673" y="487"/>
                      <a:pt x="1673" y="487"/>
                      <a:pt x="1673" y="487"/>
                    </a:cubicBezTo>
                    <a:cubicBezTo>
                      <a:pt x="1689" y="487"/>
                      <a:pt x="1689" y="487"/>
                      <a:pt x="1689" y="487"/>
                    </a:cubicBezTo>
                    <a:cubicBezTo>
                      <a:pt x="1689" y="433"/>
                      <a:pt x="1689" y="433"/>
                      <a:pt x="1689" y="433"/>
                    </a:cubicBezTo>
                    <a:cubicBezTo>
                      <a:pt x="1673" y="433"/>
                      <a:pt x="1673" y="433"/>
                      <a:pt x="1673" y="433"/>
                    </a:cubicBezTo>
                    <a:lnTo>
                      <a:pt x="1673" y="349"/>
                    </a:lnTo>
                    <a:close/>
                    <a:moveTo>
                      <a:pt x="1601" y="216"/>
                    </a:moveTo>
                    <a:cubicBezTo>
                      <a:pt x="1601" y="216"/>
                      <a:pt x="1601" y="216"/>
                      <a:pt x="1601" y="216"/>
                    </a:cubicBezTo>
                    <a:cubicBezTo>
                      <a:pt x="1607" y="216"/>
                      <a:pt x="1612" y="221"/>
                      <a:pt x="1612" y="228"/>
                    </a:cubicBezTo>
                    <a:cubicBezTo>
                      <a:pt x="1612" y="233"/>
                      <a:pt x="1609" y="237"/>
                      <a:pt x="1605" y="239"/>
                    </a:cubicBezTo>
                    <a:cubicBezTo>
                      <a:pt x="1605" y="264"/>
                      <a:pt x="1605" y="264"/>
                      <a:pt x="1605" y="264"/>
                    </a:cubicBezTo>
                    <a:cubicBezTo>
                      <a:pt x="1629" y="266"/>
                      <a:pt x="1649" y="288"/>
                      <a:pt x="1649" y="314"/>
                    </a:cubicBezTo>
                    <a:cubicBezTo>
                      <a:pt x="1649" y="349"/>
                      <a:pt x="1649" y="349"/>
                      <a:pt x="1649" y="349"/>
                    </a:cubicBezTo>
                    <a:cubicBezTo>
                      <a:pt x="1673" y="349"/>
                      <a:pt x="1673" y="349"/>
                      <a:pt x="1673" y="349"/>
                    </a:cubicBezTo>
                    <a:cubicBezTo>
                      <a:pt x="1673" y="433"/>
                      <a:pt x="1673" y="433"/>
                      <a:pt x="1673" y="433"/>
                    </a:cubicBezTo>
                    <a:cubicBezTo>
                      <a:pt x="1656" y="433"/>
                      <a:pt x="1656" y="433"/>
                      <a:pt x="1656" y="433"/>
                    </a:cubicBezTo>
                    <a:cubicBezTo>
                      <a:pt x="1656" y="487"/>
                      <a:pt x="1656" y="487"/>
                      <a:pt x="1656" y="487"/>
                    </a:cubicBezTo>
                    <a:cubicBezTo>
                      <a:pt x="1673" y="487"/>
                      <a:pt x="1673" y="487"/>
                      <a:pt x="1673" y="487"/>
                    </a:cubicBezTo>
                    <a:cubicBezTo>
                      <a:pt x="1673" y="510"/>
                      <a:pt x="1673" y="510"/>
                      <a:pt x="1673" y="510"/>
                    </a:cubicBezTo>
                    <a:cubicBezTo>
                      <a:pt x="1656" y="510"/>
                      <a:pt x="1656" y="510"/>
                      <a:pt x="1656" y="510"/>
                    </a:cubicBezTo>
                    <a:cubicBezTo>
                      <a:pt x="1656" y="564"/>
                      <a:pt x="1656" y="564"/>
                      <a:pt x="1656" y="564"/>
                    </a:cubicBezTo>
                    <a:cubicBezTo>
                      <a:pt x="1673" y="564"/>
                      <a:pt x="1673" y="564"/>
                      <a:pt x="1673" y="564"/>
                    </a:cubicBezTo>
                    <a:cubicBezTo>
                      <a:pt x="1673" y="588"/>
                      <a:pt x="1673" y="588"/>
                      <a:pt x="1673" y="588"/>
                    </a:cubicBezTo>
                    <a:cubicBezTo>
                      <a:pt x="1656" y="588"/>
                      <a:pt x="1656" y="588"/>
                      <a:pt x="1656" y="588"/>
                    </a:cubicBezTo>
                    <a:cubicBezTo>
                      <a:pt x="1656" y="641"/>
                      <a:pt x="1656" y="641"/>
                      <a:pt x="1656" y="641"/>
                    </a:cubicBezTo>
                    <a:cubicBezTo>
                      <a:pt x="1673" y="641"/>
                      <a:pt x="1673" y="641"/>
                      <a:pt x="1673" y="641"/>
                    </a:cubicBezTo>
                    <a:cubicBezTo>
                      <a:pt x="1673" y="665"/>
                      <a:pt x="1673" y="665"/>
                      <a:pt x="1673" y="665"/>
                    </a:cubicBezTo>
                    <a:cubicBezTo>
                      <a:pt x="1656" y="665"/>
                      <a:pt x="1656" y="665"/>
                      <a:pt x="1656" y="665"/>
                    </a:cubicBezTo>
                    <a:cubicBezTo>
                      <a:pt x="1656" y="718"/>
                      <a:pt x="1656" y="718"/>
                      <a:pt x="1656" y="718"/>
                    </a:cubicBezTo>
                    <a:cubicBezTo>
                      <a:pt x="1673" y="718"/>
                      <a:pt x="1673" y="718"/>
                      <a:pt x="1673" y="718"/>
                    </a:cubicBezTo>
                    <a:cubicBezTo>
                      <a:pt x="1673" y="742"/>
                      <a:pt x="1673" y="742"/>
                      <a:pt x="1673" y="742"/>
                    </a:cubicBezTo>
                    <a:cubicBezTo>
                      <a:pt x="1656" y="742"/>
                      <a:pt x="1656" y="742"/>
                      <a:pt x="1656" y="742"/>
                    </a:cubicBezTo>
                    <a:cubicBezTo>
                      <a:pt x="1656" y="795"/>
                      <a:pt x="1656" y="795"/>
                      <a:pt x="1656" y="795"/>
                    </a:cubicBezTo>
                    <a:cubicBezTo>
                      <a:pt x="1673" y="795"/>
                      <a:pt x="1673" y="795"/>
                      <a:pt x="1673" y="795"/>
                    </a:cubicBezTo>
                    <a:cubicBezTo>
                      <a:pt x="1673" y="829"/>
                      <a:pt x="1673" y="829"/>
                      <a:pt x="1673" y="829"/>
                    </a:cubicBezTo>
                    <a:cubicBezTo>
                      <a:pt x="1601" y="829"/>
                      <a:pt x="1601" y="829"/>
                      <a:pt x="1601" y="829"/>
                    </a:cubicBezTo>
                    <a:cubicBezTo>
                      <a:pt x="1601" y="641"/>
                      <a:pt x="1601" y="641"/>
                      <a:pt x="1601" y="641"/>
                    </a:cubicBezTo>
                    <a:cubicBezTo>
                      <a:pt x="1617" y="641"/>
                      <a:pt x="1617" y="641"/>
                      <a:pt x="1617" y="641"/>
                    </a:cubicBezTo>
                    <a:cubicBezTo>
                      <a:pt x="1617" y="588"/>
                      <a:pt x="1617" y="588"/>
                      <a:pt x="1617" y="588"/>
                    </a:cubicBezTo>
                    <a:cubicBezTo>
                      <a:pt x="1601" y="588"/>
                      <a:pt x="1601" y="588"/>
                      <a:pt x="1601" y="588"/>
                    </a:cubicBezTo>
                    <a:cubicBezTo>
                      <a:pt x="1601" y="349"/>
                      <a:pt x="1601" y="349"/>
                      <a:pt x="1601" y="349"/>
                    </a:cubicBezTo>
                    <a:cubicBezTo>
                      <a:pt x="1622" y="349"/>
                      <a:pt x="1622" y="349"/>
                      <a:pt x="1622" y="349"/>
                    </a:cubicBezTo>
                    <a:cubicBezTo>
                      <a:pt x="1622" y="314"/>
                      <a:pt x="1622" y="314"/>
                      <a:pt x="1622" y="314"/>
                    </a:cubicBezTo>
                    <a:cubicBezTo>
                      <a:pt x="1622" y="302"/>
                      <a:pt x="1613" y="292"/>
                      <a:pt x="1601" y="292"/>
                    </a:cubicBezTo>
                    <a:cubicBezTo>
                      <a:pt x="1601" y="292"/>
                      <a:pt x="1601" y="292"/>
                      <a:pt x="1601" y="292"/>
                    </a:cubicBezTo>
                    <a:lnTo>
                      <a:pt x="1601" y="216"/>
                    </a:lnTo>
                    <a:close/>
                    <a:moveTo>
                      <a:pt x="1529" y="349"/>
                    </a:moveTo>
                    <a:cubicBezTo>
                      <a:pt x="1553" y="349"/>
                      <a:pt x="1553" y="349"/>
                      <a:pt x="1553" y="349"/>
                    </a:cubicBezTo>
                    <a:cubicBezTo>
                      <a:pt x="1553" y="314"/>
                      <a:pt x="1553" y="314"/>
                      <a:pt x="1553" y="314"/>
                    </a:cubicBezTo>
                    <a:cubicBezTo>
                      <a:pt x="1553" y="288"/>
                      <a:pt x="1572" y="266"/>
                      <a:pt x="1597" y="264"/>
                    </a:cubicBezTo>
                    <a:cubicBezTo>
                      <a:pt x="1597" y="239"/>
                      <a:pt x="1597" y="239"/>
                      <a:pt x="1597" y="239"/>
                    </a:cubicBezTo>
                    <a:cubicBezTo>
                      <a:pt x="1593" y="237"/>
                      <a:pt x="1590" y="233"/>
                      <a:pt x="1590" y="228"/>
                    </a:cubicBezTo>
                    <a:cubicBezTo>
                      <a:pt x="1590" y="221"/>
                      <a:pt x="1595" y="216"/>
                      <a:pt x="1601" y="216"/>
                    </a:cubicBezTo>
                    <a:cubicBezTo>
                      <a:pt x="1601" y="292"/>
                      <a:pt x="1601" y="292"/>
                      <a:pt x="1601" y="292"/>
                    </a:cubicBezTo>
                    <a:cubicBezTo>
                      <a:pt x="1589" y="292"/>
                      <a:pt x="1580" y="302"/>
                      <a:pt x="1580" y="314"/>
                    </a:cubicBezTo>
                    <a:cubicBezTo>
                      <a:pt x="1580" y="349"/>
                      <a:pt x="1580" y="349"/>
                      <a:pt x="1580" y="349"/>
                    </a:cubicBezTo>
                    <a:cubicBezTo>
                      <a:pt x="1601" y="349"/>
                      <a:pt x="1601" y="349"/>
                      <a:pt x="1601" y="349"/>
                    </a:cubicBezTo>
                    <a:cubicBezTo>
                      <a:pt x="1601" y="588"/>
                      <a:pt x="1601" y="588"/>
                      <a:pt x="1601" y="588"/>
                    </a:cubicBezTo>
                    <a:cubicBezTo>
                      <a:pt x="1585" y="588"/>
                      <a:pt x="1585" y="588"/>
                      <a:pt x="1585" y="588"/>
                    </a:cubicBezTo>
                    <a:cubicBezTo>
                      <a:pt x="1585" y="641"/>
                      <a:pt x="1585" y="641"/>
                      <a:pt x="1585" y="641"/>
                    </a:cubicBezTo>
                    <a:cubicBezTo>
                      <a:pt x="1601" y="641"/>
                      <a:pt x="1601" y="641"/>
                      <a:pt x="1601" y="641"/>
                    </a:cubicBezTo>
                    <a:cubicBezTo>
                      <a:pt x="1601" y="829"/>
                      <a:pt x="1601" y="829"/>
                      <a:pt x="1601" y="829"/>
                    </a:cubicBezTo>
                    <a:cubicBezTo>
                      <a:pt x="1529" y="829"/>
                      <a:pt x="1529" y="829"/>
                      <a:pt x="1529" y="829"/>
                    </a:cubicBezTo>
                    <a:cubicBezTo>
                      <a:pt x="1529" y="795"/>
                      <a:pt x="1529" y="795"/>
                      <a:pt x="1529" y="795"/>
                    </a:cubicBezTo>
                    <a:cubicBezTo>
                      <a:pt x="1546" y="795"/>
                      <a:pt x="1546" y="795"/>
                      <a:pt x="1546" y="795"/>
                    </a:cubicBezTo>
                    <a:cubicBezTo>
                      <a:pt x="1546" y="742"/>
                      <a:pt x="1546" y="742"/>
                      <a:pt x="1546" y="742"/>
                    </a:cubicBezTo>
                    <a:cubicBezTo>
                      <a:pt x="1529" y="742"/>
                      <a:pt x="1529" y="742"/>
                      <a:pt x="1529" y="742"/>
                    </a:cubicBezTo>
                    <a:cubicBezTo>
                      <a:pt x="1529" y="641"/>
                      <a:pt x="1529" y="641"/>
                      <a:pt x="1529" y="641"/>
                    </a:cubicBezTo>
                    <a:cubicBezTo>
                      <a:pt x="1546" y="641"/>
                      <a:pt x="1546" y="641"/>
                      <a:pt x="1546" y="641"/>
                    </a:cubicBezTo>
                    <a:cubicBezTo>
                      <a:pt x="1546" y="588"/>
                      <a:pt x="1546" y="588"/>
                      <a:pt x="1546" y="588"/>
                    </a:cubicBezTo>
                    <a:cubicBezTo>
                      <a:pt x="1529" y="588"/>
                      <a:pt x="1529" y="588"/>
                      <a:pt x="1529" y="588"/>
                    </a:cubicBezTo>
                    <a:cubicBezTo>
                      <a:pt x="1529" y="564"/>
                      <a:pt x="1529" y="564"/>
                      <a:pt x="1529" y="564"/>
                    </a:cubicBezTo>
                    <a:cubicBezTo>
                      <a:pt x="1546" y="564"/>
                      <a:pt x="1546" y="564"/>
                      <a:pt x="1546" y="564"/>
                    </a:cubicBezTo>
                    <a:cubicBezTo>
                      <a:pt x="1546" y="510"/>
                      <a:pt x="1546" y="510"/>
                      <a:pt x="1546" y="510"/>
                    </a:cubicBezTo>
                    <a:cubicBezTo>
                      <a:pt x="1529" y="510"/>
                      <a:pt x="1529" y="510"/>
                      <a:pt x="1529" y="510"/>
                    </a:cubicBezTo>
                    <a:lnTo>
                      <a:pt x="1529" y="349"/>
                    </a:lnTo>
                    <a:close/>
                    <a:moveTo>
                      <a:pt x="1458" y="349"/>
                    </a:moveTo>
                    <a:cubicBezTo>
                      <a:pt x="1529" y="349"/>
                      <a:pt x="1529" y="349"/>
                      <a:pt x="1529" y="349"/>
                    </a:cubicBezTo>
                    <a:cubicBezTo>
                      <a:pt x="1529" y="510"/>
                      <a:pt x="1529" y="510"/>
                      <a:pt x="1529" y="510"/>
                    </a:cubicBezTo>
                    <a:cubicBezTo>
                      <a:pt x="1513" y="510"/>
                      <a:pt x="1513" y="510"/>
                      <a:pt x="1513" y="510"/>
                    </a:cubicBezTo>
                    <a:cubicBezTo>
                      <a:pt x="1513" y="564"/>
                      <a:pt x="1513" y="564"/>
                      <a:pt x="1513" y="564"/>
                    </a:cubicBezTo>
                    <a:cubicBezTo>
                      <a:pt x="1529" y="564"/>
                      <a:pt x="1529" y="564"/>
                      <a:pt x="1529" y="564"/>
                    </a:cubicBezTo>
                    <a:cubicBezTo>
                      <a:pt x="1529" y="588"/>
                      <a:pt x="1529" y="588"/>
                      <a:pt x="1529" y="588"/>
                    </a:cubicBezTo>
                    <a:cubicBezTo>
                      <a:pt x="1513" y="588"/>
                      <a:pt x="1513" y="588"/>
                      <a:pt x="1513" y="588"/>
                    </a:cubicBezTo>
                    <a:cubicBezTo>
                      <a:pt x="1513" y="641"/>
                      <a:pt x="1513" y="641"/>
                      <a:pt x="1513" y="641"/>
                    </a:cubicBezTo>
                    <a:cubicBezTo>
                      <a:pt x="1529" y="641"/>
                      <a:pt x="1529" y="641"/>
                      <a:pt x="1529" y="641"/>
                    </a:cubicBezTo>
                    <a:cubicBezTo>
                      <a:pt x="1529" y="742"/>
                      <a:pt x="1529" y="742"/>
                      <a:pt x="1529" y="742"/>
                    </a:cubicBezTo>
                    <a:cubicBezTo>
                      <a:pt x="1513" y="742"/>
                      <a:pt x="1513" y="742"/>
                      <a:pt x="1513" y="742"/>
                    </a:cubicBezTo>
                    <a:cubicBezTo>
                      <a:pt x="1513" y="795"/>
                      <a:pt x="1513" y="795"/>
                      <a:pt x="1513" y="795"/>
                    </a:cubicBezTo>
                    <a:cubicBezTo>
                      <a:pt x="1529" y="795"/>
                      <a:pt x="1529" y="795"/>
                      <a:pt x="1529" y="795"/>
                    </a:cubicBezTo>
                    <a:cubicBezTo>
                      <a:pt x="1529" y="829"/>
                      <a:pt x="1529" y="829"/>
                      <a:pt x="1529" y="829"/>
                    </a:cubicBezTo>
                    <a:cubicBezTo>
                      <a:pt x="1458" y="829"/>
                      <a:pt x="1458" y="829"/>
                      <a:pt x="1458" y="829"/>
                    </a:cubicBezTo>
                    <a:cubicBezTo>
                      <a:pt x="1458" y="795"/>
                      <a:pt x="1458" y="795"/>
                      <a:pt x="1458" y="795"/>
                    </a:cubicBezTo>
                    <a:cubicBezTo>
                      <a:pt x="1474" y="795"/>
                      <a:pt x="1474" y="795"/>
                      <a:pt x="1474" y="795"/>
                    </a:cubicBezTo>
                    <a:cubicBezTo>
                      <a:pt x="1474" y="742"/>
                      <a:pt x="1474" y="742"/>
                      <a:pt x="1474" y="742"/>
                    </a:cubicBezTo>
                    <a:cubicBezTo>
                      <a:pt x="1458" y="742"/>
                      <a:pt x="1458" y="742"/>
                      <a:pt x="1458" y="742"/>
                    </a:cubicBezTo>
                    <a:cubicBezTo>
                      <a:pt x="1458" y="718"/>
                      <a:pt x="1458" y="718"/>
                      <a:pt x="1458" y="718"/>
                    </a:cubicBezTo>
                    <a:cubicBezTo>
                      <a:pt x="1474" y="718"/>
                      <a:pt x="1474" y="718"/>
                      <a:pt x="1474" y="718"/>
                    </a:cubicBezTo>
                    <a:cubicBezTo>
                      <a:pt x="1474" y="665"/>
                      <a:pt x="1474" y="665"/>
                      <a:pt x="1474" y="665"/>
                    </a:cubicBezTo>
                    <a:cubicBezTo>
                      <a:pt x="1458" y="665"/>
                      <a:pt x="1458" y="665"/>
                      <a:pt x="1458" y="665"/>
                    </a:cubicBezTo>
                    <a:cubicBezTo>
                      <a:pt x="1458" y="564"/>
                      <a:pt x="1458" y="564"/>
                      <a:pt x="1458" y="564"/>
                    </a:cubicBezTo>
                    <a:cubicBezTo>
                      <a:pt x="1474" y="564"/>
                      <a:pt x="1474" y="564"/>
                      <a:pt x="1474" y="564"/>
                    </a:cubicBezTo>
                    <a:cubicBezTo>
                      <a:pt x="1474" y="510"/>
                      <a:pt x="1474" y="510"/>
                      <a:pt x="1474" y="510"/>
                    </a:cubicBezTo>
                    <a:cubicBezTo>
                      <a:pt x="1458" y="510"/>
                      <a:pt x="1458" y="510"/>
                      <a:pt x="1458" y="510"/>
                    </a:cubicBezTo>
                    <a:cubicBezTo>
                      <a:pt x="1458" y="487"/>
                      <a:pt x="1458" y="487"/>
                      <a:pt x="1458" y="487"/>
                    </a:cubicBezTo>
                    <a:cubicBezTo>
                      <a:pt x="1474" y="487"/>
                      <a:pt x="1474" y="487"/>
                      <a:pt x="1474" y="487"/>
                    </a:cubicBezTo>
                    <a:cubicBezTo>
                      <a:pt x="1474" y="433"/>
                      <a:pt x="1474" y="433"/>
                      <a:pt x="1474" y="433"/>
                    </a:cubicBezTo>
                    <a:cubicBezTo>
                      <a:pt x="1458" y="433"/>
                      <a:pt x="1458" y="433"/>
                      <a:pt x="1458" y="433"/>
                    </a:cubicBezTo>
                    <a:lnTo>
                      <a:pt x="1458" y="349"/>
                    </a:lnTo>
                    <a:close/>
                    <a:moveTo>
                      <a:pt x="1370" y="311"/>
                    </a:moveTo>
                    <a:cubicBezTo>
                      <a:pt x="1397" y="328"/>
                      <a:pt x="1397" y="328"/>
                      <a:pt x="1397" y="328"/>
                    </a:cubicBezTo>
                    <a:cubicBezTo>
                      <a:pt x="1397" y="397"/>
                      <a:pt x="1397" y="397"/>
                      <a:pt x="1397" y="397"/>
                    </a:cubicBezTo>
                    <a:cubicBezTo>
                      <a:pt x="1397" y="397"/>
                      <a:pt x="1397" y="397"/>
                      <a:pt x="1397" y="397"/>
                    </a:cubicBezTo>
                    <a:cubicBezTo>
                      <a:pt x="1425" y="397"/>
                      <a:pt x="1425" y="397"/>
                      <a:pt x="1425" y="397"/>
                    </a:cubicBezTo>
                    <a:cubicBezTo>
                      <a:pt x="1425" y="349"/>
                      <a:pt x="1425" y="349"/>
                      <a:pt x="1425" y="349"/>
                    </a:cubicBezTo>
                    <a:cubicBezTo>
                      <a:pt x="1425" y="349"/>
                      <a:pt x="1425" y="349"/>
                      <a:pt x="1425" y="349"/>
                    </a:cubicBezTo>
                    <a:cubicBezTo>
                      <a:pt x="1425" y="349"/>
                      <a:pt x="1425" y="349"/>
                      <a:pt x="1425" y="349"/>
                    </a:cubicBezTo>
                    <a:cubicBezTo>
                      <a:pt x="1458" y="349"/>
                      <a:pt x="1458" y="349"/>
                      <a:pt x="1458" y="349"/>
                    </a:cubicBezTo>
                    <a:cubicBezTo>
                      <a:pt x="1458" y="433"/>
                      <a:pt x="1458" y="433"/>
                      <a:pt x="1458" y="433"/>
                    </a:cubicBezTo>
                    <a:cubicBezTo>
                      <a:pt x="1441" y="433"/>
                      <a:pt x="1441" y="433"/>
                      <a:pt x="1441" y="433"/>
                    </a:cubicBezTo>
                    <a:cubicBezTo>
                      <a:pt x="1441" y="487"/>
                      <a:pt x="1441" y="487"/>
                      <a:pt x="1441" y="487"/>
                    </a:cubicBezTo>
                    <a:cubicBezTo>
                      <a:pt x="1458" y="487"/>
                      <a:pt x="1458" y="487"/>
                      <a:pt x="1458" y="487"/>
                    </a:cubicBezTo>
                    <a:cubicBezTo>
                      <a:pt x="1458" y="510"/>
                      <a:pt x="1458" y="510"/>
                      <a:pt x="1458" y="510"/>
                    </a:cubicBezTo>
                    <a:cubicBezTo>
                      <a:pt x="1441" y="510"/>
                      <a:pt x="1441" y="510"/>
                      <a:pt x="1441" y="510"/>
                    </a:cubicBezTo>
                    <a:cubicBezTo>
                      <a:pt x="1441" y="564"/>
                      <a:pt x="1441" y="564"/>
                      <a:pt x="1441" y="564"/>
                    </a:cubicBezTo>
                    <a:cubicBezTo>
                      <a:pt x="1458" y="564"/>
                      <a:pt x="1458" y="564"/>
                      <a:pt x="1458" y="564"/>
                    </a:cubicBezTo>
                    <a:cubicBezTo>
                      <a:pt x="1458" y="665"/>
                      <a:pt x="1458" y="665"/>
                      <a:pt x="1458" y="665"/>
                    </a:cubicBezTo>
                    <a:cubicBezTo>
                      <a:pt x="1441" y="665"/>
                      <a:pt x="1441" y="665"/>
                      <a:pt x="1441" y="665"/>
                    </a:cubicBezTo>
                    <a:cubicBezTo>
                      <a:pt x="1441" y="718"/>
                      <a:pt x="1441" y="718"/>
                      <a:pt x="1441" y="718"/>
                    </a:cubicBezTo>
                    <a:cubicBezTo>
                      <a:pt x="1458" y="718"/>
                      <a:pt x="1458" y="718"/>
                      <a:pt x="1458" y="718"/>
                    </a:cubicBezTo>
                    <a:cubicBezTo>
                      <a:pt x="1458" y="742"/>
                      <a:pt x="1458" y="742"/>
                      <a:pt x="1458" y="742"/>
                    </a:cubicBezTo>
                    <a:cubicBezTo>
                      <a:pt x="1441" y="742"/>
                      <a:pt x="1441" y="742"/>
                      <a:pt x="1441" y="742"/>
                    </a:cubicBezTo>
                    <a:cubicBezTo>
                      <a:pt x="1441" y="795"/>
                      <a:pt x="1441" y="795"/>
                      <a:pt x="1441" y="795"/>
                    </a:cubicBezTo>
                    <a:cubicBezTo>
                      <a:pt x="1458" y="795"/>
                      <a:pt x="1458" y="795"/>
                      <a:pt x="1458" y="795"/>
                    </a:cubicBezTo>
                    <a:cubicBezTo>
                      <a:pt x="1458" y="829"/>
                      <a:pt x="1458" y="829"/>
                      <a:pt x="1458" y="829"/>
                    </a:cubicBezTo>
                    <a:cubicBezTo>
                      <a:pt x="1397" y="829"/>
                      <a:pt x="1397" y="829"/>
                      <a:pt x="1397" y="829"/>
                    </a:cubicBezTo>
                    <a:cubicBezTo>
                      <a:pt x="1370" y="829"/>
                      <a:pt x="1370" y="829"/>
                      <a:pt x="1370" y="829"/>
                    </a:cubicBezTo>
                    <a:cubicBezTo>
                      <a:pt x="1370" y="794"/>
                      <a:pt x="1370" y="794"/>
                      <a:pt x="1370" y="794"/>
                    </a:cubicBezTo>
                    <a:cubicBezTo>
                      <a:pt x="1373" y="794"/>
                      <a:pt x="1375" y="794"/>
                      <a:pt x="1377" y="795"/>
                    </a:cubicBezTo>
                    <a:cubicBezTo>
                      <a:pt x="1377" y="776"/>
                      <a:pt x="1377" y="758"/>
                      <a:pt x="1377" y="740"/>
                    </a:cubicBezTo>
                    <a:cubicBezTo>
                      <a:pt x="1375" y="739"/>
                      <a:pt x="1373" y="739"/>
                      <a:pt x="1370" y="739"/>
                    </a:cubicBezTo>
                    <a:cubicBezTo>
                      <a:pt x="1370" y="715"/>
                      <a:pt x="1370" y="715"/>
                      <a:pt x="1370" y="715"/>
                    </a:cubicBezTo>
                    <a:cubicBezTo>
                      <a:pt x="1377" y="716"/>
                      <a:pt x="1377" y="716"/>
                      <a:pt x="1377" y="716"/>
                    </a:cubicBezTo>
                    <a:cubicBezTo>
                      <a:pt x="1377" y="697"/>
                      <a:pt x="1377" y="679"/>
                      <a:pt x="1377" y="660"/>
                    </a:cubicBezTo>
                    <a:cubicBezTo>
                      <a:pt x="1375" y="660"/>
                      <a:pt x="1373" y="660"/>
                      <a:pt x="1370" y="659"/>
                    </a:cubicBezTo>
                    <a:cubicBezTo>
                      <a:pt x="1370" y="635"/>
                      <a:pt x="1370" y="635"/>
                      <a:pt x="1370" y="635"/>
                    </a:cubicBezTo>
                    <a:cubicBezTo>
                      <a:pt x="1373" y="635"/>
                      <a:pt x="1375" y="636"/>
                      <a:pt x="1377" y="637"/>
                    </a:cubicBezTo>
                    <a:cubicBezTo>
                      <a:pt x="1377" y="618"/>
                      <a:pt x="1377" y="600"/>
                      <a:pt x="1377" y="581"/>
                    </a:cubicBezTo>
                    <a:cubicBezTo>
                      <a:pt x="1375" y="581"/>
                      <a:pt x="1373" y="580"/>
                      <a:pt x="1370" y="579"/>
                    </a:cubicBezTo>
                    <a:cubicBezTo>
                      <a:pt x="1370" y="555"/>
                      <a:pt x="1370" y="555"/>
                      <a:pt x="1370" y="555"/>
                    </a:cubicBezTo>
                    <a:cubicBezTo>
                      <a:pt x="1377" y="557"/>
                      <a:pt x="1377" y="557"/>
                      <a:pt x="1377" y="557"/>
                    </a:cubicBezTo>
                    <a:cubicBezTo>
                      <a:pt x="1377" y="539"/>
                      <a:pt x="1377" y="521"/>
                      <a:pt x="1377" y="502"/>
                    </a:cubicBezTo>
                    <a:cubicBezTo>
                      <a:pt x="1375" y="502"/>
                      <a:pt x="1373" y="501"/>
                      <a:pt x="1370" y="500"/>
                    </a:cubicBezTo>
                    <a:cubicBezTo>
                      <a:pt x="1370" y="396"/>
                      <a:pt x="1370" y="396"/>
                      <a:pt x="1370" y="396"/>
                    </a:cubicBezTo>
                    <a:cubicBezTo>
                      <a:pt x="1373" y="397"/>
                      <a:pt x="1375" y="398"/>
                      <a:pt x="1377" y="399"/>
                    </a:cubicBezTo>
                    <a:cubicBezTo>
                      <a:pt x="1377" y="381"/>
                      <a:pt x="1377" y="363"/>
                      <a:pt x="1377" y="344"/>
                    </a:cubicBezTo>
                    <a:cubicBezTo>
                      <a:pt x="1370" y="340"/>
                      <a:pt x="1370" y="340"/>
                      <a:pt x="1370" y="340"/>
                    </a:cubicBezTo>
                    <a:lnTo>
                      <a:pt x="1370" y="311"/>
                    </a:lnTo>
                    <a:close/>
                    <a:moveTo>
                      <a:pt x="1339" y="291"/>
                    </a:moveTo>
                    <a:cubicBezTo>
                      <a:pt x="1370" y="311"/>
                      <a:pt x="1370" y="311"/>
                      <a:pt x="1370" y="311"/>
                    </a:cubicBezTo>
                    <a:cubicBezTo>
                      <a:pt x="1370" y="340"/>
                      <a:pt x="1370" y="340"/>
                      <a:pt x="1370" y="340"/>
                    </a:cubicBezTo>
                    <a:cubicBezTo>
                      <a:pt x="1363" y="336"/>
                      <a:pt x="1363" y="336"/>
                      <a:pt x="1363" y="336"/>
                    </a:cubicBezTo>
                    <a:cubicBezTo>
                      <a:pt x="1363" y="354"/>
                      <a:pt x="1363" y="373"/>
                      <a:pt x="1363" y="392"/>
                    </a:cubicBezTo>
                    <a:cubicBezTo>
                      <a:pt x="1365" y="393"/>
                      <a:pt x="1368" y="394"/>
                      <a:pt x="1370" y="396"/>
                    </a:cubicBezTo>
                    <a:cubicBezTo>
                      <a:pt x="1370" y="500"/>
                      <a:pt x="1370" y="500"/>
                      <a:pt x="1370" y="500"/>
                    </a:cubicBezTo>
                    <a:cubicBezTo>
                      <a:pt x="1368" y="499"/>
                      <a:pt x="1365" y="498"/>
                      <a:pt x="1363" y="497"/>
                    </a:cubicBezTo>
                    <a:cubicBezTo>
                      <a:pt x="1363" y="515"/>
                      <a:pt x="1363" y="534"/>
                      <a:pt x="1363" y="553"/>
                    </a:cubicBezTo>
                    <a:cubicBezTo>
                      <a:pt x="1370" y="555"/>
                      <a:pt x="1370" y="555"/>
                      <a:pt x="1370" y="555"/>
                    </a:cubicBezTo>
                    <a:cubicBezTo>
                      <a:pt x="1370" y="579"/>
                      <a:pt x="1370" y="579"/>
                      <a:pt x="1370" y="579"/>
                    </a:cubicBezTo>
                    <a:cubicBezTo>
                      <a:pt x="1368" y="579"/>
                      <a:pt x="1365" y="578"/>
                      <a:pt x="1363" y="577"/>
                    </a:cubicBezTo>
                    <a:cubicBezTo>
                      <a:pt x="1363" y="596"/>
                      <a:pt x="1363" y="614"/>
                      <a:pt x="1363" y="633"/>
                    </a:cubicBezTo>
                    <a:cubicBezTo>
                      <a:pt x="1365" y="634"/>
                      <a:pt x="1368" y="634"/>
                      <a:pt x="1370" y="635"/>
                    </a:cubicBezTo>
                    <a:cubicBezTo>
                      <a:pt x="1370" y="659"/>
                      <a:pt x="1370" y="659"/>
                      <a:pt x="1370" y="659"/>
                    </a:cubicBezTo>
                    <a:cubicBezTo>
                      <a:pt x="1368" y="659"/>
                      <a:pt x="1365" y="658"/>
                      <a:pt x="1363" y="657"/>
                    </a:cubicBezTo>
                    <a:cubicBezTo>
                      <a:pt x="1363" y="676"/>
                      <a:pt x="1363" y="695"/>
                      <a:pt x="1363" y="714"/>
                    </a:cubicBezTo>
                    <a:cubicBezTo>
                      <a:pt x="1370" y="715"/>
                      <a:pt x="1370" y="715"/>
                      <a:pt x="1370" y="715"/>
                    </a:cubicBezTo>
                    <a:cubicBezTo>
                      <a:pt x="1370" y="739"/>
                      <a:pt x="1370" y="739"/>
                      <a:pt x="1370" y="739"/>
                    </a:cubicBezTo>
                    <a:cubicBezTo>
                      <a:pt x="1368" y="738"/>
                      <a:pt x="1365" y="738"/>
                      <a:pt x="1363" y="738"/>
                    </a:cubicBezTo>
                    <a:cubicBezTo>
                      <a:pt x="1363" y="757"/>
                      <a:pt x="1363" y="775"/>
                      <a:pt x="1363" y="794"/>
                    </a:cubicBezTo>
                    <a:cubicBezTo>
                      <a:pt x="1365" y="794"/>
                      <a:pt x="1368" y="794"/>
                      <a:pt x="1370" y="794"/>
                    </a:cubicBezTo>
                    <a:cubicBezTo>
                      <a:pt x="1370" y="829"/>
                      <a:pt x="1370" y="829"/>
                      <a:pt x="1370" y="829"/>
                    </a:cubicBezTo>
                    <a:cubicBezTo>
                      <a:pt x="1339" y="829"/>
                      <a:pt x="1339" y="829"/>
                      <a:pt x="1339" y="829"/>
                    </a:cubicBezTo>
                    <a:cubicBezTo>
                      <a:pt x="1339" y="793"/>
                      <a:pt x="1339" y="793"/>
                      <a:pt x="1339" y="793"/>
                    </a:cubicBezTo>
                    <a:cubicBezTo>
                      <a:pt x="1341" y="793"/>
                      <a:pt x="1343" y="793"/>
                      <a:pt x="1346" y="793"/>
                    </a:cubicBezTo>
                    <a:cubicBezTo>
                      <a:pt x="1346" y="774"/>
                      <a:pt x="1346" y="755"/>
                      <a:pt x="1346" y="736"/>
                    </a:cubicBezTo>
                    <a:cubicBezTo>
                      <a:pt x="1343" y="736"/>
                      <a:pt x="1341" y="735"/>
                      <a:pt x="1339" y="735"/>
                    </a:cubicBezTo>
                    <a:cubicBezTo>
                      <a:pt x="1339" y="627"/>
                      <a:pt x="1339" y="627"/>
                      <a:pt x="1339" y="627"/>
                    </a:cubicBezTo>
                    <a:cubicBezTo>
                      <a:pt x="1341" y="628"/>
                      <a:pt x="1343" y="628"/>
                      <a:pt x="1346" y="629"/>
                    </a:cubicBezTo>
                    <a:cubicBezTo>
                      <a:pt x="1346" y="610"/>
                      <a:pt x="1346" y="591"/>
                      <a:pt x="1346" y="572"/>
                    </a:cubicBezTo>
                    <a:cubicBezTo>
                      <a:pt x="1343" y="571"/>
                      <a:pt x="1341" y="570"/>
                      <a:pt x="1339" y="570"/>
                    </a:cubicBezTo>
                    <a:cubicBezTo>
                      <a:pt x="1339" y="544"/>
                      <a:pt x="1339" y="544"/>
                      <a:pt x="1339" y="544"/>
                    </a:cubicBezTo>
                    <a:cubicBezTo>
                      <a:pt x="1341" y="545"/>
                      <a:pt x="1343" y="546"/>
                      <a:pt x="1346" y="547"/>
                    </a:cubicBezTo>
                    <a:cubicBezTo>
                      <a:pt x="1346" y="528"/>
                      <a:pt x="1346" y="509"/>
                      <a:pt x="1346" y="490"/>
                    </a:cubicBezTo>
                    <a:cubicBezTo>
                      <a:pt x="1343" y="489"/>
                      <a:pt x="1341" y="488"/>
                      <a:pt x="1339" y="487"/>
                    </a:cubicBezTo>
                    <a:cubicBezTo>
                      <a:pt x="1339" y="462"/>
                      <a:pt x="1339" y="462"/>
                      <a:pt x="1339" y="462"/>
                    </a:cubicBezTo>
                    <a:cubicBezTo>
                      <a:pt x="1346" y="465"/>
                      <a:pt x="1346" y="465"/>
                      <a:pt x="1346" y="465"/>
                    </a:cubicBezTo>
                    <a:cubicBezTo>
                      <a:pt x="1346" y="446"/>
                      <a:pt x="1346" y="427"/>
                      <a:pt x="1346" y="407"/>
                    </a:cubicBezTo>
                    <a:cubicBezTo>
                      <a:pt x="1339" y="404"/>
                      <a:pt x="1339" y="404"/>
                      <a:pt x="1339" y="404"/>
                    </a:cubicBezTo>
                    <a:lnTo>
                      <a:pt x="1339" y="291"/>
                    </a:lnTo>
                    <a:close/>
                    <a:moveTo>
                      <a:pt x="1307" y="270"/>
                    </a:moveTo>
                    <a:cubicBezTo>
                      <a:pt x="1339" y="291"/>
                      <a:pt x="1339" y="291"/>
                      <a:pt x="1339" y="291"/>
                    </a:cubicBezTo>
                    <a:cubicBezTo>
                      <a:pt x="1339" y="404"/>
                      <a:pt x="1339" y="404"/>
                      <a:pt x="1339" y="404"/>
                    </a:cubicBezTo>
                    <a:cubicBezTo>
                      <a:pt x="1332" y="400"/>
                      <a:pt x="1332" y="400"/>
                      <a:pt x="1332" y="400"/>
                    </a:cubicBezTo>
                    <a:cubicBezTo>
                      <a:pt x="1332" y="420"/>
                      <a:pt x="1332" y="439"/>
                      <a:pt x="1332" y="458"/>
                    </a:cubicBezTo>
                    <a:cubicBezTo>
                      <a:pt x="1339" y="462"/>
                      <a:pt x="1339" y="462"/>
                      <a:pt x="1339" y="462"/>
                    </a:cubicBezTo>
                    <a:cubicBezTo>
                      <a:pt x="1339" y="487"/>
                      <a:pt x="1339" y="487"/>
                      <a:pt x="1339" y="487"/>
                    </a:cubicBezTo>
                    <a:cubicBezTo>
                      <a:pt x="1336" y="486"/>
                      <a:pt x="1334" y="485"/>
                      <a:pt x="1332" y="484"/>
                    </a:cubicBezTo>
                    <a:cubicBezTo>
                      <a:pt x="1332" y="503"/>
                      <a:pt x="1332" y="523"/>
                      <a:pt x="1332" y="542"/>
                    </a:cubicBezTo>
                    <a:cubicBezTo>
                      <a:pt x="1334" y="543"/>
                      <a:pt x="1336" y="544"/>
                      <a:pt x="1339" y="544"/>
                    </a:cubicBezTo>
                    <a:cubicBezTo>
                      <a:pt x="1339" y="570"/>
                      <a:pt x="1339" y="570"/>
                      <a:pt x="1339" y="570"/>
                    </a:cubicBezTo>
                    <a:cubicBezTo>
                      <a:pt x="1336" y="569"/>
                      <a:pt x="1334" y="568"/>
                      <a:pt x="1332" y="567"/>
                    </a:cubicBezTo>
                    <a:cubicBezTo>
                      <a:pt x="1332" y="587"/>
                      <a:pt x="1332" y="606"/>
                      <a:pt x="1332" y="626"/>
                    </a:cubicBezTo>
                    <a:cubicBezTo>
                      <a:pt x="1334" y="626"/>
                      <a:pt x="1336" y="627"/>
                      <a:pt x="1339" y="627"/>
                    </a:cubicBezTo>
                    <a:cubicBezTo>
                      <a:pt x="1339" y="735"/>
                      <a:pt x="1339" y="735"/>
                      <a:pt x="1339" y="735"/>
                    </a:cubicBezTo>
                    <a:cubicBezTo>
                      <a:pt x="1336" y="735"/>
                      <a:pt x="1334" y="735"/>
                      <a:pt x="1332" y="734"/>
                    </a:cubicBezTo>
                    <a:cubicBezTo>
                      <a:pt x="1332" y="754"/>
                      <a:pt x="1332" y="773"/>
                      <a:pt x="1332" y="793"/>
                    </a:cubicBezTo>
                    <a:cubicBezTo>
                      <a:pt x="1334" y="793"/>
                      <a:pt x="1336" y="793"/>
                      <a:pt x="1339" y="793"/>
                    </a:cubicBezTo>
                    <a:cubicBezTo>
                      <a:pt x="1339" y="829"/>
                      <a:pt x="1339" y="829"/>
                      <a:pt x="1339" y="829"/>
                    </a:cubicBezTo>
                    <a:cubicBezTo>
                      <a:pt x="1307" y="829"/>
                      <a:pt x="1307" y="829"/>
                      <a:pt x="1307" y="829"/>
                    </a:cubicBezTo>
                    <a:cubicBezTo>
                      <a:pt x="1307" y="706"/>
                      <a:pt x="1307" y="706"/>
                      <a:pt x="1307" y="706"/>
                    </a:cubicBezTo>
                    <a:cubicBezTo>
                      <a:pt x="1314" y="707"/>
                      <a:pt x="1314" y="707"/>
                      <a:pt x="1314" y="707"/>
                    </a:cubicBezTo>
                    <a:cubicBezTo>
                      <a:pt x="1314" y="687"/>
                      <a:pt x="1314" y="667"/>
                      <a:pt x="1314" y="647"/>
                    </a:cubicBezTo>
                    <a:cubicBezTo>
                      <a:pt x="1307" y="646"/>
                      <a:pt x="1307" y="646"/>
                      <a:pt x="1307" y="646"/>
                    </a:cubicBezTo>
                    <a:cubicBezTo>
                      <a:pt x="1307" y="534"/>
                      <a:pt x="1307" y="534"/>
                      <a:pt x="1307" y="534"/>
                    </a:cubicBezTo>
                    <a:cubicBezTo>
                      <a:pt x="1310" y="534"/>
                      <a:pt x="1312" y="535"/>
                      <a:pt x="1314" y="536"/>
                    </a:cubicBezTo>
                    <a:cubicBezTo>
                      <a:pt x="1314" y="516"/>
                      <a:pt x="1314" y="497"/>
                      <a:pt x="1314" y="477"/>
                    </a:cubicBezTo>
                    <a:cubicBezTo>
                      <a:pt x="1312" y="476"/>
                      <a:pt x="1310" y="475"/>
                      <a:pt x="1307" y="474"/>
                    </a:cubicBezTo>
                    <a:cubicBezTo>
                      <a:pt x="1307" y="448"/>
                      <a:pt x="1307" y="448"/>
                      <a:pt x="1307" y="448"/>
                    </a:cubicBezTo>
                    <a:cubicBezTo>
                      <a:pt x="1310" y="449"/>
                      <a:pt x="1312" y="450"/>
                      <a:pt x="1314" y="451"/>
                    </a:cubicBezTo>
                    <a:cubicBezTo>
                      <a:pt x="1314" y="431"/>
                      <a:pt x="1314" y="411"/>
                      <a:pt x="1314" y="391"/>
                    </a:cubicBezTo>
                    <a:cubicBezTo>
                      <a:pt x="1307" y="388"/>
                      <a:pt x="1307" y="388"/>
                      <a:pt x="1307" y="388"/>
                    </a:cubicBezTo>
                    <a:lnTo>
                      <a:pt x="1307" y="270"/>
                    </a:lnTo>
                    <a:close/>
                    <a:moveTo>
                      <a:pt x="1276" y="250"/>
                    </a:moveTo>
                    <a:cubicBezTo>
                      <a:pt x="1307" y="270"/>
                      <a:pt x="1307" y="270"/>
                      <a:pt x="1307" y="270"/>
                    </a:cubicBezTo>
                    <a:cubicBezTo>
                      <a:pt x="1307" y="388"/>
                      <a:pt x="1307" y="388"/>
                      <a:pt x="1307" y="388"/>
                    </a:cubicBezTo>
                    <a:cubicBezTo>
                      <a:pt x="1300" y="384"/>
                      <a:pt x="1300" y="384"/>
                      <a:pt x="1300" y="384"/>
                    </a:cubicBezTo>
                    <a:cubicBezTo>
                      <a:pt x="1300" y="404"/>
                      <a:pt x="1300" y="425"/>
                      <a:pt x="1300" y="445"/>
                    </a:cubicBezTo>
                    <a:cubicBezTo>
                      <a:pt x="1303" y="446"/>
                      <a:pt x="1305" y="447"/>
                      <a:pt x="1307" y="448"/>
                    </a:cubicBezTo>
                    <a:cubicBezTo>
                      <a:pt x="1307" y="474"/>
                      <a:pt x="1307" y="474"/>
                      <a:pt x="1307" y="474"/>
                    </a:cubicBezTo>
                    <a:cubicBezTo>
                      <a:pt x="1305" y="473"/>
                      <a:pt x="1303" y="472"/>
                      <a:pt x="1300" y="471"/>
                    </a:cubicBezTo>
                    <a:cubicBezTo>
                      <a:pt x="1300" y="491"/>
                      <a:pt x="1300" y="511"/>
                      <a:pt x="1300" y="531"/>
                    </a:cubicBezTo>
                    <a:cubicBezTo>
                      <a:pt x="1303" y="532"/>
                      <a:pt x="1305" y="533"/>
                      <a:pt x="1307" y="534"/>
                    </a:cubicBezTo>
                    <a:cubicBezTo>
                      <a:pt x="1307" y="646"/>
                      <a:pt x="1307" y="646"/>
                      <a:pt x="1307" y="646"/>
                    </a:cubicBezTo>
                    <a:cubicBezTo>
                      <a:pt x="1300" y="644"/>
                      <a:pt x="1300" y="644"/>
                      <a:pt x="1300" y="644"/>
                    </a:cubicBezTo>
                    <a:cubicBezTo>
                      <a:pt x="1300" y="664"/>
                      <a:pt x="1300" y="684"/>
                      <a:pt x="1300" y="705"/>
                    </a:cubicBezTo>
                    <a:cubicBezTo>
                      <a:pt x="1307" y="706"/>
                      <a:pt x="1307" y="706"/>
                      <a:pt x="1307" y="706"/>
                    </a:cubicBezTo>
                    <a:cubicBezTo>
                      <a:pt x="1307" y="829"/>
                      <a:pt x="1307" y="829"/>
                      <a:pt x="1307" y="829"/>
                    </a:cubicBezTo>
                    <a:cubicBezTo>
                      <a:pt x="1276" y="829"/>
                      <a:pt x="1276" y="829"/>
                      <a:pt x="1276" y="829"/>
                    </a:cubicBezTo>
                    <a:cubicBezTo>
                      <a:pt x="1276" y="701"/>
                      <a:pt x="1276" y="701"/>
                      <a:pt x="1276" y="701"/>
                    </a:cubicBezTo>
                    <a:cubicBezTo>
                      <a:pt x="1283" y="702"/>
                      <a:pt x="1283" y="702"/>
                      <a:pt x="1283" y="702"/>
                    </a:cubicBezTo>
                    <a:cubicBezTo>
                      <a:pt x="1283" y="682"/>
                      <a:pt x="1283" y="661"/>
                      <a:pt x="1283" y="641"/>
                    </a:cubicBezTo>
                    <a:cubicBezTo>
                      <a:pt x="1276" y="639"/>
                      <a:pt x="1276" y="639"/>
                      <a:pt x="1276" y="639"/>
                    </a:cubicBezTo>
                    <a:cubicBezTo>
                      <a:pt x="1276" y="523"/>
                      <a:pt x="1276" y="523"/>
                      <a:pt x="1276" y="523"/>
                    </a:cubicBezTo>
                    <a:cubicBezTo>
                      <a:pt x="1278" y="524"/>
                      <a:pt x="1281" y="525"/>
                      <a:pt x="1283" y="525"/>
                    </a:cubicBezTo>
                    <a:cubicBezTo>
                      <a:pt x="1283" y="505"/>
                      <a:pt x="1283" y="484"/>
                      <a:pt x="1283" y="464"/>
                    </a:cubicBezTo>
                    <a:cubicBezTo>
                      <a:pt x="1281" y="463"/>
                      <a:pt x="1278" y="462"/>
                      <a:pt x="1276" y="461"/>
                    </a:cubicBezTo>
                    <a:cubicBezTo>
                      <a:pt x="1276" y="434"/>
                      <a:pt x="1276" y="434"/>
                      <a:pt x="1276" y="434"/>
                    </a:cubicBezTo>
                    <a:cubicBezTo>
                      <a:pt x="1278" y="435"/>
                      <a:pt x="1281" y="436"/>
                      <a:pt x="1283" y="437"/>
                    </a:cubicBezTo>
                    <a:cubicBezTo>
                      <a:pt x="1283" y="416"/>
                      <a:pt x="1283" y="396"/>
                      <a:pt x="1283" y="375"/>
                    </a:cubicBezTo>
                    <a:cubicBezTo>
                      <a:pt x="1281" y="374"/>
                      <a:pt x="1278" y="373"/>
                      <a:pt x="1276" y="372"/>
                    </a:cubicBezTo>
                    <a:cubicBezTo>
                      <a:pt x="1276" y="345"/>
                      <a:pt x="1276" y="345"/>
                      <a:pt x="1276" y="345"/>
                    </a:cubicBezTo>
                    <a:cubicBezTo>
                      <a:pt x="1278" y="346"/>
                      <a:pt x="1281" y="347"/>
                      <a:pt x="1283" y="349"/>
                    </a:cubicBezTo>
                    <a:cubicBezTo>
                      <a:pt x="1283" y="328"/>
                      <a:pt x="1283" y="308"/>
                      <a:pt x="1283" y="287"/>
                    </a:cubicBezTo>
                    <a:cubicBezTo>
                      <a:pt x="1281" y="286"/>
                      <a:pt x="1278" y="284"/>
                      <a:pt x="1276" y="283"/>
                    </a:cubicBezTo>
                    <a:lnTo>
                      <a:pt x="1276" y="250"/>
                    </a:lnTo>
                    <a:close/>
                    <a:moveTo>
                      <a:pt x="1244" y="230"/>
                    </a:moveTo>
                    <a:cubicBezTo>
                      <a:pt x="1276" y="250"/>
                      <a:pt x="1276" y="250"/>
                      <a:pt x="1276" y="250"/>
                    </a:cubicBezTo>
                    <a:cubicBezTo>
                      <a:pt x="1276" y="283"/>
                      <a:pt x="1276" y="283"/>
                      <a:pt x="1276" y="283"/>
                    </a:cubicBezTo>
                    <a:cubicBezTo>
                      <a:pt x="1273" y="281"/>
                      <a:pt x="1271" y="280"/>
                      <a:pt x="1269" y="278"/>
                    </a:cubicBezTo>
                    <a:cubicBezTo>
                      <a:pt x="1269" y="299"/>
                      <a:pt x="1269" y="320"/>
                      <a:pt x="1269" y="341"/>
                    </a:cubicBezTo>
                    <a:cubicBezTo>
                      <a:pt x="1271" y="342"/>
                      <a:pt x="1273" y="344"/>
                      <a:pt x="1276" y="345"/>
                    </a:cubicBezTo>
                    <a:cubicBezTo>
                      <a:pt x="1276" y="372"/>
                      <a:pt x="1276" y="372"/>
                      <a:pt x="1276" y="372"/>
                    </a:cubicBezTo>
                    <a:cubicBezTo>
                      <a:pt x="1273" y="371"/>
                      <a:pt x="1271" y="369"/>
                      <a:pt x="1269" y="368"/>
                    </a:cubicBezTo>
                    <a:cubicBezTo>
                      <a:pt x="1269" y="389"/>
                      <a:pt x="1269" y="410"/>
                      <a:pt x="1269" y="431"/>
                    </a:cubicBezTo>
                    <a:cubicBezTo>
                      <a:pt x="1271" y="432"/>
                      <a:pt x="1273" y="433"/>
                      <a:pt x="1276" y="434"/>
                    </a:cubicBezTo>
                    <a:cubicBezTo>
                      <a:pt x="1276" y="461"/>
                      <a:pt x="1276" y="461"/>
                      <a:pt x="1276" y="461"/>
                    </a:cubicBezTo>
                    <a:cubicBezTo>
                      <a:pt x="1273" y="460"/>
                      <a:pt x="1271" y="459"/>
                      <a:pt x="1269" y="458"/>
                    </a:cubicBezTo>
                    <a:cubicBezTo>
                      <a:pt x="1269" y="479"/>
                      <a:pt x="1269" y="500"/>
                      <a:pt x="1269" y="520"/>
                    </a:cubicBezTo>
                    <a:cubicBezTo>
                      <a:pt x="1271" y="521"/>
                      <a:pt x="1273" y="522"/>
                      <a:pt x="1276" y="523"/>
                    </a:cubicBezTo>
                    <a:cubicBezTo>
                      <a:pt x="1276" y="639"/>
                      <a:pt x="1276" y="639"/>
                      <a:pt x="1276" y="639"/>
                    </a:cubicBezTo>
                    <a:cubicBezTo>
                      <a:pt x="1269" y="638"/>
                      <a:pt x="1269" y="638"/>
                      <a:pt x="1269" y="638"/>
                    </a:cubicBezTo>
                    <a:cubicBezTo>
                      <a:pt x="1269" y="658"/>
                      <a:pt x="1269" y="679"/>
                      <a:pt x="1269" y="700"/>
                    </a:cubicBezTo>
                    <a:cubicBezTo>
                      <a:pt x="1276" y="701"/>
                      <a:pt x="1276" y="701"/>
                      <a:pt x="1276" y="701"/>
                    </a:cubicBezTo>
                    <a:cubicBezTo>
                      <a:pt x="1276" y="829"/>
                      <a:pt x="1276" y="829"/>
                      <a:pt x="1276" y="829"/>
                    </a:cubicBezTo>
                    <a:cubicBezTo>
                      <a:pt x="1244" y="829"/>
                      <a:pt x="1244" y="829"/>
                      <a:pt x="1244" y="829"/>
                    </a:cubicBezTo>
                    <a:cubicBezTo>
                      <a:pt x="1244" y="789"/>
                      <a:pt x="1244" y="789"/>
                      <a:pt x="1244" y="789"/>
                    </a:cubicBezTo>
                    <a:cubicBezTo>
                      <a:pt x="1247" y="789"/>
                      <a:pt x="1249" y="789"/>
                      <a:pt x="1251" y="789"/>
                    </a:cubicBezTo>
                    <a:cubicBezTo>
                      <a:pt x="1251" y="768"/>
                      <a:pt x="1251" y="747"/>
                      <a:pt x="1251" y="725"/>
                    </a:cubicBezTo>
                    <a:cubicBezTo>
                      <a:pt x="1249" y="725"/>
                      <a:pt x="1247" y="725"/>
                      <a:pt x="1244" y="725"/>
                    </a:cubicBezTo>
                    <a:cubicBezTo>
                      <a:pt x="1244" y="697"/>
                      <a:pt x="1244" y="697"/>
                      <a:pt x="1244" y="697"/>
                    </a:cubicBezTo>
                    <a:cubicBezTo>
                      <a:pt x="1251" y="698"/>
                      <a:pt x="1251" y="698"/>
                      <a:pt x="1251" y="698"/>
                    </a:cubicBezTo>
                    <a:cubicBezTo>
                      <a:pt x="1251" y="676"/>
                      <a:pt x="1251" y="655"/>
                      <a:pt x="1251" y="634"/>
                    </a:cubicBezTo>
                    <a:cubicBezTo>
                      <a:pt x="1244" y="632"/>
                      <a:pt x="1244" y="632"/>
                      <a:pt x="1244" y="632"/>
                    </a:cubicBezTo>
                    <a:cubicBezTo>
                      <a:pt x="1244" y="604"/>
                      <a:pt x="1244" y="604"/>
                      <a:pt x="1244" y="604"/>
                    </a:cubicBezTo>
                    <a:cubicBezTo>
                      <a:pt x="1247" y="605"/>
                      <a:pt x="1249" y="606"/>
                      <a:pt x="1251" y="606"/>
                    </a:cubicBezTo>
                    <a:cubicBezTo>
                      <a:pt x="1251" y="585"/>
                      <a:pt x="1251" y="564"/>
                      <a:pt x="1251" y="542"/>
                    </a:cubicBezTo>
                    <a:cubicBezTo>
                      <a:pt x="1244" y="540"/>
                      <a:pt x="1244" y="540"/>
                      <a:pt x="1244" y="540"/>
                    </a:cubicBezTo>
                    <a:cubicBezTo>
                      <a:pt x="1244" y="420"/>
                      <a:pt x="1244" y="420"/>
                      <a:pt x="1244" y="420"/>
                    </a:cubicBezTo>
                    <a:cubicBezTo>
                      <a:pt x="1247" y="421"/>
                      <a:pt x="1249" y="422"/>
                      <a:pt x="1251" y="423"/>
                    </a:cubicBezTo>
                    <a:cubicBezTo>
                      <a:pt x="1251" y="402"/>
                      <a:pt x="1251" y="381"/>
                      <a:pt x="1251" y="359"/>
                    </a:cubicBezTo>
                    <a:cubicBezTo>
                      <a:pt x="1244" y="356"/>
                      <a:pt x="1244" y="356"/>
                      <a:pt x="1244" y="356"/>
                    </a:cubicBezTo>
                    <a:lnTo>
                      <a:pt x="1244" y="230"/>
                    </a:lnTo>
                    <a:close/>
                    <a:moveTo>
                      <a:pt x="1092" y="132"/>
                    </a:moveTo>
                    <a:cubicBezTo>
                      <a:pt x="1128" y="155"/>
                      <a:pt x="1128" y="155"/>
                      <a:pt x="1128" y="155"/>
                    </a:cubicBezTo>
                    <a:cubicBezTo>
                      <a:pt x="1128" y="324"/>
                      <a:pt x="1128" y="324"/>
                      <a:pt x="1128" y="324"/>
                    </a:cubicBezTo>
                    <a:cubicBezTo>
                      <a:pt x="1218" y="213"/>
                      <a:pt x="1218" y="213"/>
                      <a:pt x="1218" y="213"/>
                    </a:cubicBezTo>
                    <a:cubicBezTo>
                      <a:pt x="1244" y="230"/>
                      <a:pt x="1244" y="230"/>
                      <a:pt x="1244" y="230"/>
                    </a:cubicBezTo>
                    <a:cubicBezTo>
                      <a:pt x="1244" y="356"/>
                      <a:pt x="1244" y="356"/>
                      <a:pt x="1244" y="356"/>
                    </a:cubicBezTo>
                    <a:cubicBezTo>
                      <a:pt x="1237" y="352"/>
                      <a:pt x="1237" y="352"/>
                      <a:pt x="1237" y="352"/>
                    </a:cubicBezTo>
                    <a:cubicBezTo>
                      <a:pt x="1237" y="374"/>
                      <a:pt x="1237" y="395"/>
                      <a:pt x="1237" y="417"/>
                    </a:cubicBezTo>
                    <a:cubicBezTo>
                      <a:pt x="1240" y="418"/>
                      <a:pt x="1242" y="419"/>
                      <a:pt x="1244" y="420"/>
                    </a:cubicBezTo>
                    <a:cubicBezTo>
                      <a:pt x="1244" y="540"/>
                      <a:pt x="1244" y="540"/>
                      <a:pt x="1244" y="540"/>
                    </a:cubicBezTo>
                    <a:cubicBezTo>
                      <a:pt x="1237" y="538"/>
                      <a:pt x="1237" y="538"/>
                      <a:pt x="1237" y="538"/>
                    </a:cubicBezTo>
                    <a:cubicBezTo>
                      <a:pt x="1237" y="560"/>
                      <a:pt x="1237" y="581"/>
                      <a:pt x="1237" y="603"/>
                    </a:cubicBezTo>
                    <a:cubicBezTo>
                      <a:pt x="1240" y="603"/>
                      <a:pt x="1242" y="604"/>
                      <a:pt x="1244" y="604"/>
                    </a:cubicBezTo>
                    <a:cubicBezTo>
                      <a:pt x="1244" y="632"/>
                      <a:pt x="1244" y="632"/>
                      <a:pt x="1244" y="632"/>
                    </a:cubicBezTo>
                    <a:cubicBezTo>
                      <a:pt x="1237" y="631"/>
                      <a:pt x="1237" y="631"/>
                      <a:pt x="1237" y="631"/>
                    </a:cubicBezTo>
                    <a:cubicBezTo>
                      <a:pt x="1237" y="652"/>
                      <a:pt x="1237" y="674"/>
                      <a:pt x="1237" y="696"/>
                    </a:cubicBezTo>
                    <a:cubicBezTo>
                      <a:pt x="1244" y="697"/>
                      <a:pt x="1244" y="697"/>
                      <a:pt x="1244" y="697"/>
                    </a:cubicBezTo>
                    <a:cubicBezTo>
                      <a:pt x="1244" y="725"/>
                      <a:pt x="1244" y="725"/>
                      <a:pt x="1244" y="725"/>
                    </a:cubicBezTo>
                    <a:cubicBezTo>
                      <a:pt x="1242" y="724"/>
                      <a:pt x="1240" y="724"/>
                      <a:pt x="1237" y="724"/>
                    </a:cubicBezTo>
                    <a:cubicBezTo>
                      <a:pt x="1237" y="745"/>
                      <a:pt x="1237" y="767"/>
                      <a:pt x="1237" y="788"/>
                    </a:cubicBezTo>
                    <a:cubicBezTo>
                      <a:pt x="1240" y="789"/>
                      <a:pt x="1242" y="789"/>
                      <a:pt x="1244" y="789"/>
                    </a:cubicBezTo>
                    <a:cubicBezTo>
                      <a:pt x="1244" y="829"/>
                      <a:pt x="1244" y="829"/>
                      <a:pt x="1244" y="829"/>
                    </a:cubicBezTo>
                    <a:cubicBezTo>
                      <a:pt x="1092" y="829"/>
                      <a:pt x="1092" y="829"/>
                      <a:pt x="1092" y="829"/>
                    </a:cubicBezTo>
                    <a:cubicBezTo>
                      <a:pt x="1092" y="782"/>
                      <a:pt x="1092" y="782"/>
                      <a:pt x="1092" y="782"/>
                    </a:cubicBezTo>
                    <a:cubicBezTo>
                      <a:pt x="1095" y="782"/>
                      <a:pt x="1098" y="782"/>
                      <a:pt x="1102" y="783"/>
                    </a:cubicBezTo>
                    <a:cubicBezTo>
                      <a:pt x="1102" y="758"/>
                      <a:pt x="1102" y="733"/>
                      <a:pt x="1102" y="709"/>
                    </a:cubicBezTo>
                    <a:cubicBezTo>
                      <a:pt x="1098" y="708"/>
                      <a:pt x="1095" y="708"/>
                      <a:pt x="1092" y="707"/>
                    </a:cubicBezTo>
                    <a:cubicBezTo>
                      <a:pt x="1092" y="675"/>
                      <a:pt x="1092" y="675"/>
                      <a:pt x="1092" y="675"/>
                    </a:cubicBezTo>
                    <a:cubicBezTo>
                      <a:pt x="1102" y="676"/>
                      <a:pt x="1102" y="676"/>
                      <a:pt x="1102" y="676"/>
                    </a:cubicBezTo>
                    <a:cubicBezTo>
                      <a:pt x="1102" y="652"/>
                      <a:pt x="1102" y="627"/>
                      <a:pt x="1102" y="602"/>
                    </a:cubicBezTo>
                    <a:cubicBezTo>
                      <a:pt x="1098" y="602"/>
                      <a:pt x="1095" y="601"/>
                      <a:pt x="1092" y="600"/>
                    </a:cubicBezTo>
                    <a:cubicBezTo>
                      <a:pt x="1092" y="568"/>
                      <a:pt x="1092" y="568"/>
                      <a:pt x="1092" y="568"/>
                    </a:cubicBezTo>
                    <a:cubicBezTo>
                      <a:pt x="1095" y="569"/>
                      <a:pt x="1098" y="569"/>
                      <a:pt x="1102" y="570"/>
                    </a:cubicBezTo>
                    <a:cubicBezTo>
                      <a:pt x="1102" y="545"/>
                      <a:pt x="1102" y="521"/>
                      <a:pt x="1102" y="496"/>
                    </a:cubicBezTo>
                    <a:cubicBezTo>
                      <a:pt x="1098" y="495"/>
                      <a:pt x="1095" y="494"/>
                      <a:pt x="1092" y="493"/>
                    </a:cubicBezTo>
                    <a:cubicBezTo>
                      <a:pt x="1092" y="460"/>
                      <a:pt x="1092" y="460"/>
                      <a:pt x="1092" y="460"/>
                    </a:cubicBezTo>
                    <a:cubicBezTo>
                      <a:pt x="1102" y="464"/>
                      <a:pt x="1102" y="464"/>
                      <a:pt x="1102" y="464"/>
                    </a:cubicBezTo>
                    <a:cubicBezTo>
                      <a:pt x="1102" y="439"/>
                      <a:pt x="1102" y="414"/>
                      <a:pt x="1102" y="390"/>
                    </a:cubicBezTo>
                    <a:cubicBezTo>
                      <a:pt x="1098" y="388"/>
                      <a:pt x="1095" y="387"/>
                      <a:pt x="1092" y="386"/>
                    </a:cubicBezTo>
                    <a:cubicBezTo>
                      <a:pt x="1092" y="246"/>
                      <a:pt x="1092" y="246"/>
                      <a:pt x="1092" y="246"/>
                    </a:cubicBezTo>
                    <a:cubicBezTo>
                      <a:pt x="1095" y="248"/>
                      <a:pt x="1098" y="249"/>
                      <a:pt x="1102" y="251"/>
                    </a:cubicBezTo>
                    <a:cubicBezTo>
                      <a:pt x="1102" y="227"/>
                      <a:pt x="1102" y="202"/>
                      <a:pt x="1102" y="177"/>
                    </a:cubicBezTo>
                    <a:cubicBezTo>
                      <a:pt x="1092" y="171"/>
                      <a:pt x="1092" y="171"/>
                      <a:pt x="1092" y="171"/>
                    </a:cubicBezTo>
                    <a:lnTo>
                      <a:pt x="1092" y="132"/>
                    </a:lnTo>
                    <a:close/>
                    <a:moveTo>
                      <a:pt x="1050" y="105"/>
                    </a:moveTo>
                    <a:cubicBezTo>
                      <a:pt x="1092" y="132"/>
                      <a:pt x="1092" y="132"/>
                      <a:pt x="1092" y="132"/>
                    </a:cubicBezTo>
                    <a:cubicBezTo>
                      <a:pt x="1092" y="171"/>
                      <a:pt x="1092" y="171"/>
                      <a:pt x="1092" y="171"/>
                    </a:cubicBezTo>
                    <a:cubicBezTo>
                      <a:pt x="1082" y="165"/>
                      <a:pt x="1082" y="165"/>
                      <a:pt x="1082" y="165"/>
                    </a:cubicBezTo>
                    <a:cubicBezTo>
                      <a:pt x="1082" y="191"/>
                      <a:pt x="1082" y="216"/>
                      <a:pt x="1082" y="241"/>
                    </a:cubicBezTo>
                    <a:cubicBezTo>
                      <a:pt x="1086" y="243"/>
                      <a:pt x="1089" y="244"/>
                      <a:pt x="1092" y="246"/>
                    </a:cubicBezTo>
                    <a:cubicBezTo>
                      <a:pt x="1092" y="386"/>
                      <a:pt x="1092" y="386"/>
                      <a:pt x="1092" y="386"/>
                    </a:cubicBezTo>
                    <a:cubicBezTo>
                      <a:pt x="1089" y="384"/>
                      <a:pt x="1086" y="383"/>
                      <a:pt x="1082" y="382"/>
                    </a:cubicBezTo>
                    <a:cubicBezTo>
                      <a:pt x="1082" y="407"/>
                      <a:pt x="1082" y="432"/>
                      <a:pt x="1082" y="457"/>
                    </a:cubicBezTo>
                    <a:cubicBezTo>
                      <a:pt x="1092" y="460"/>
                      <a:pt x="1092" y="460"/>
                      <a:pt x="1092" y="460"/>
                    </a:cubicBezTo>
                    <a:cubicBezTo>
                      <a:pt x="1092" y="493"/>
                      <a:pt x="1092" y="493"/>
                      <a:pt x="1092" y="493"/>
                    </a:cubicBezTo>
                    <a:cubicBezTo>
                      <a:pt x="1089" y="492"/>
                      <a:pt x="1086" y="491"/>
                      <a:pt x="1082" y="490"/>
                    </a:cubicBezTo>
                    <a:cubicBezTo>
                      <a:pt x="1082" y="515"/>
                      <a:pt x="1082" y="540"/>
                      <a:pt x="1082" y="565"/>
                    </a:cubicBezTo>
                    <a:cubicBezTo>
                      <a:pt x="1086" y="566"/>
                      <a:pt x="1089" y="567"/>
                      <a:pt x="1092" y="568"/>
                    </a:cubicBezTo>
                    <a:cubicBezTo>
                      <a:pt x="1092" y="600"/>
                      <a:pt x="1092" y="600"/>
                      <a:pt x="1092" y="600"/>
                    </a:cubicBezTo>
                    <a:cubicBezTo>
                      <a:pt x="1089" y="600"/>
                      <a:pt x="1086" y="599"/>
                      <a:pt x="1082" y="598"/>
                    </a:cubicBezTo>
                    <a:cubicBezTo>
                      <a:pt x="1082" y="623"/>
                      <a:pt x="1082" y="649"/>
                      <a:pt x="1082" y="674"/>
                    </a:cubicBezTo>
                    <a:cubicBezTo>
                      <a:pt x="1092" y="675"/>
                      <a:pt x="1092" y="675"/>
                      <a:pt x="1092" y="675"/>
                    </a:cubicBezTo>
                    <a:cubicBezTo>
                      <a:pt x="1092" y="707"/>
                      <a:pt x="1092" y="707"/>
                      <a:pt x="1092" y="707"/>
                    </a:cubicBezTo>
                    <a:cubicBezTo>
                      <a:pt x="1089" y="707"/>
                      <a:pt x="1086" y="707"/>
                      <a:pt x="1082" y="706"/>
                    </a:cubicBezTo>
                    <a:cubicBezTo>
                      <a:pt x="1082" y="732"/>
                      <a:pt x="1082" y="757"/>
                      <a:pt x="1082" y="782"/>
                    </a:cubicBezTo>
                    <a:cubicBezTo>
                      <a:pt x="1086" y="782"/>
                      <a:pt x="1089" y="782"/>
                      <a:pt x="1092" y="782"/>
                    </a:cubicBezTo>
                    <a:cubicBezTo>
                      <a:pt x="1092" y="829"/>
                      <a:pt x="1092" y="829"/>
                      <a:pt x="1092" y="829"/>
                    </a:cubicBezTo>
                    <a:cubicBezTo>
                      <a:pt x="1050" y="829"/>
                      <a:pt x="1050" y="829"/>
                      <a:pt x="1050" y="829"/>
                    </a:cubicBezTo>
                    <a:cubicBezTo>
                      <a:pt x="1050" y="669"/>
                      <a:pt x="1050" y="669"/>
                      <a:pt x="1050" y="669"/>
                    </a:cubicBezTo>
                    <a:cubicBezTo>
                      <a:pt x="1059" y="670"/>
                      <a:pt x="1059" y="670"/>
                      <a:pt x="1059" y="670"/>
                    </a:cubicBezTo>
                    <a:cubicBezTo>
                      <a:pt x="1059" y="645"/>
                      <a:pt x="1059" y="619"/>
                      <a:pt x="1059" y="593"/>
                    </a:cubicBezTo>
                    <a:cubicBezTo>
                      <a:pt x="1056" y="593"/>
                      <a:pt x="1053" y="592"/>
                      <a:pt x="1050" y="591"/>
                    </a:cubicBezTo>
                    <a:cubicBezTo>
                      <a:pt x="1050" y="335"/>
                      <a:pt x="1050" y="335"/>
                      <a:pt x="1050" y="335"/>
                    </a:cubicBezTo>
                    <a:cubicBezTo>
                      <a:pt x="1059" y="339"/>
                      <a:pt x="1059" y="339"/>
                      <a:pt x="1059" y="339"/>
                    </a:cubicBezTo>
                    <a:cubicBezTo>
                      <a:pt x="1059" y="313"/>
                      <a:pt x="1059" y="288"/>
                      <a:pt x="1059" y="262"/>
                    </a:cubicBezTo>
                    <a:cubicBezTo>
                      <a:pt x="1050" y="257"/>
                      <a:pt x="1050" y="257"/>
                      <a:pt x="1050" y="257"/>
                    </a:cubicBezTo>
                    <a:lnTo>
                      <a:pt x="1050" y="105"/>
                    </a:lnTo>
                    <a:close/>
                    <a:moveTo>
                      <a:pt x="1007" y="78"/>
                    </a:moveTo>
                    <a:cubicBezTo>
                      <a:pt x="1050" y="105"/>
                      <a:pt x="1050" y="105"/>
                      <a:pt x="1050" y="105"/>
                    </a:cubicBezTo>
                    <a:cubicBezTo>
                      <a:pt x="1050" y="257"/>
                      <a:pt x="1050" y="257"/>
                      <a:pt x="1050" y="257"/>
                    </a:cubicBezTo>
                    <a:cubicBezTo>
                      <a:pt x="1040" y="252"/>
                      <a:pt x="1040" y="252"/>
                      <a:pt x="1040" y="252"/>
                    </a:cubicBezTo>
                    <a:cubicBezTo>
                      <a:pt x="1040" y="278"/>
                      <a:pt x="1040" y="304"/>
                      <a:pt x="1040" y="330"/>
                    </a:cubicBezTo>
                    <a:cubicBezTo>
                      <a:pt x="1050" y="335"/>
                      <a:pt x="1050" y="335"/>
                      <a:pt x="1050" y="335"/>
                    </a:cubicBezTo>
                    <a:cubicBezTo>
                      <a:pt x="1050" y="591"/>
                      <a:pt x="1050" y="591"/>
                      <a:pt x="1050" y="591"/>
                    </a:cubicBezTo>
                    <a:cubicBezTo>
                      <a:pt x="1046" y="591"/>
                      <a:pt x="1043" y="590"/>
                      <a:pt x="1040" y="589"/>
                    </a:cubicBezTo>
                    <a:cubicBezTo>
                      <a:pt x="1040" y="615"/>
                      <a:pt x="1040" y="641"/>
                      <a:pt x="1040" y="668"/>
                    </a:cubicBezTo>
                    <a:cubicBezTo>
                      <a:pt x="1050" y="669"/>
                      <a:pt x="1050" y="669"/>
                      <a:pt x="1050" y="669"/>
                    </a:cubicBezTo>
                    <a:cubicBezTo>
                      <a:pt x="1050" y="829"/>
                      <a:pt x="1050" y="829"/>
                      <a:pt x="1050" y="829"/>
                    </a:cubicBezTo>
                    <a:cubicBezTo>
                      <a:pt x="1007" y="829"/>
                      <a:pt x="1007" y="829"/>
                      <a:pt x="1007" y="829"/>
                    </a:cubicBezTo>
                    <a:cubicBezTo>
                      <a:pt x="1007" y="779"/>
                      <a:pt x="1007" y="779"/>
                      <a:pt x="1007" y="779"/>
                    </a:cubicBezTo>
                    <a:cubicBezTo>
                      <a:pt x="1010" y="779"/>
                      <a:pt x="1014" y="779"/>
                      <a:pt x="1017" y="779"/>
                    </a:cubicBezTo>
                    <a:cubicBezTo>
                      <a:pt x="1017" y="752"/>
                      <a:pt x="1017" y="726"/>
                      <a:pt x="1017" y="699"/>
                    </a:cubicBezTo>
                    <a:cubicBezTo>
                      <a:pt x="1014" y="699"/>
                      <a:pt x="1010" y="698"/>
                      <a:pt x="1007" y="698"/>
                    </a:cubicBezTo>
                    <a:cubicBezTo>
                      <a:pt x="1007" y="663"/>
                      <a:pt x="1007" y="663"/>
                      <a:pt x="1007" y="663"/>
                    </a:cubicBezTo>
                    <a:cubicBezTo>
                      <a:pt x="1017" y="664"/>
                      <a:pt x="1017" y="664"/>
                      <a:pt x="1017" y="664"/>
                    </a:cubicBezTo>
                    <a:cubicBezTo>
                      <a:pt x="1017" y="638"/>
                      <a:pt x="1017" y="611"/>
                      <a:pt x="1017" y="584"/>
                    </a:cubicBezTo>
                    <a:cubicBezTo>
                      <a:pt x="1007" y="582"/>
                      <a:pt x="1007" y="582"/>
                      <a:pt x="1007" y="582"/>
                    </a:cubicBezTo>
                    <a:cubicBezTo>
                      <a:pt x="1007" y="547"/>
                      <a:pt x="1007" y="547"/>
                      <a:pt x="1007" y="547"/>
                    </a:cubicBezTo>
                    <a:cubicBezTo>
                      <a:pt x="1010" y="548"/>
                      <a:pt x="1014" y="549"/>
                      <a:pt x="1017" y="550"/>
                    </a:cubicBezTo>
                    <a:cubicBezTo>
                      <a:pt x="1017" y="523"/>
                      <a:pt x="1017" y="496"/>
                      <a:pt x="1017" y="470"/>
                    </a:cubicBezTo>
                    <a:cubicBezTo>
                      <a:pt x="1007" y="467"/>
                      <a:pt x="1007" y="467"/>
                      <a:pt x="1007" y="467"/>
                    </a:cubicBezTo>
                    <a:cubicBezTo>
                      <a:pt x="1007" y="316"/>
                      <a:pt x="1007" y="316"/>
                      <a:pt x="1007" y="316"/>
                    </a:cubicBezTo>
                    <a:cubicBezTo>
                      <a:pt x="1010" y="317"/>
                      <a:pt x="1014" y="319"/>
                      <a:pt x="1017" y="320"/>
                    </a:cubicBezTo>
                    <a:cubicBezTo>
                      <a:pt x="1017" y="294"/>
                      <a:pt x="1017" y="267"/>
                      <a:pt x="1017" y="240"/>
                    </a:cubicBezTo>
                    <a:cubicBezTo>
                      <a:pt x="1007" y="235"/>
                      <a:pt x="1007" y="235"/>
                      <a:pt x="1007" y="235"/>
                    </a:cubicBezTo>
                    <a:lnTo>
                      <a:pt x="1007" y="78"/>
                    </a:lnTo>
                    <a:close/>
                    <a:moveTo>
                      <a:pt x="965" y="50"/>
                    </a:moveTo>
                    <a:cubicBezTo>
                      <a:pt x="1007" y="78"/>
                      <a:pt x="1007" y="78"/>
                      <a:pt x="1007" y="78"/>
                    </a:cubicBezTo>
                    <a:cubicBezTo>
                      <a:pt x="1007" y="235"/>
                      <a:pt x="1007" y="235"/>
                      <a:pt x="1007" y="235"/>
                    </a:cubicBezTo>
                    <a:cubicBezTo>
                      <a:pt x="998" y="231"/>
                      <a:pt x="998" y="231"/>
                      <a:pt x="998" y="231"/>
                    </a:cubicBezTo>
                    <a:cubicBezTo>
                      <a:pt x="998" y="258"/>
                      <a:pt x="998" y="285"/>
                      <a:pt x="998" y="312"/>
                    </a:cubicBezTo>
                    <a:cubicBezTo>
                      <a:pt x="1001" y="313"/>
                      <a:pt x="1004" y="315"/>
                      <a:pt x="1007" y="316"/>
                    </a:cubicBezTo>
                    <a:cubicBezTo>
                      <a:pt x="1007" y="467"/>
                      <a:pt x="1007" y="467"/>
                      <a:pt x="1007" y="467"/>
                    </a:cubicBezTo>
                    <a:cubicBezTo>
                      <a:pt x="998" y="464"/>
                      <a:pt x="998" y="464"/>
                      <a:pt x="998" y="464"/>
                    </a:cubicBezTo>
                    <a:cubicBezTo>
                      <a:pt x="998" y="491"/>
                      <a:pt x="998" y="518"/>
                      <a:pt x="998" y="545"/>
                    </a:cubicBezTo>
                    <a:cubicBezTo>
                      <a:pt x="1001" y="546"/>
                      <a:pt x="1004" y="547"/>
                      <a:pt x="1007" y="547"/>
                    </a:cubicBezTo>
                    <a:cubicBezTo>
                      <a:pt x="1007" y="582"/>
                      <a:pt x="1007" y="582"/>
                      <a:pt x="1007" y="582"/>
                    </a:cubicBezTo>
                    <a:cubicBezTo>
                      <a:pt x="998" y="580"/>
                      <a:pt x="998" y="580"/>
                      <a:pt x="998" y="580"/>
                    </a:cubicBezTo>
                    <a:cubicBezTo>
                      <a:pt x="998" y="607"/>
                      <a:pt x="998" y="635"/>
                      <a:pt x="998" y="662"/>
                    </a:cubicBezTo>
                    <a:cubicBezTo>
                      <a:pt x="1007" y="663"/>
                      <a:pt x="1007" y="663"/>
                      <a:pt x="1007" y="663"/>
                    </a:cubicBezTo>
                    <a:cubicBezTo>
                      <a:pt x="1007" y="698"/>
                      <a:pt x="1007" y="698"/>
                      <a:pt x="1007" y="698"/>
                    </a:cubicBezTo>
                    <a:cubicBezTo>
                      <a:pt x="1004" y="698"/>
                      <a:pt x="1001" y="697"/>
                      <a:pt x="998" y="697"/>
                    </a:cubicBezTo>
                    <a:cubicBezTo>
                      <a:pt x="998" y="724"/>
                      <a:pt x="998" y="751"/>
                      <a:pt x="998" y="778"/>
                    </a:cubicBezTo>
                    <a:cubicBezTo>
                      <a:pt x="1001" y="778"/>
                      <a:pt x="1004" y="778"/>
                      <a:pt x="1007" y="779"/>
                    </a:cubicBezTo>
                    <a:cubicBezTo>
                      <a:pt x="1007" y="829"/>
                      <a:pt x="1007" y="829"/>
                      <a:pt x="1007" y="829"/>
                    </a:cubicBezTo>
                    <a:cubicBezTo>
                      <a:pt x="965" y="829"/>
                      <a:pt x="965" y="829"/>
                      <a:pt x="965" y="829"/>
                    </a:cubicBezTo>
                    <a:cubicBezTo>
                      <a:pt x="965" y="537"/>
                      <a:pt x="965" y="537"/>
                      <a:pt x="965" y="537"/>
                    </a:cubicBezTo>
                    <a:cubicBezTo>
                      <a:pt x="968" y="538"/>
                      <a:pt x="971" y="539"/>
                      <a:pt x="975" y="539"/>
                    </a:cubicBezTo>
                    <a:cubicBezTo>
                      <a:pt x="975" y="512"/>
                      <a:pt x="975" y="484"/>
                      <a:pt x="975" y="457"/>
                    </a:cubicBezTo>
                    <a:cubicBezTo>
                      <a:pt x="971" y="456"/>
                      <a:pt x="968" y="455"/>
                      <a:pt x="965" y="454"/>
                    </a:cubicBezTo>
                    <a:cubicBezTo>
                      <a:pt x="965" y="417"/>
                      <a:pt x="965" y="417"/>
                      <a:pt x="965" y="417"/>
                    </a:cubicBezTo>
                    <a:cubicBezTo>
                      <a:pt x="968" y="418"/>
                      <a:pt x="971" y="419"/>
                      <a:pt x="975" y="421"/>
                    </a:cubicBezTo>
                    <a:cubicBezTo>
                      <a:pt x="975" y="393"/>
                      <a:pt x="975" y="365"/>
                      <a:pt x="975" y="338"/>
                    </a:cubicBezTo>
                    <a:cubicBezTo>
                      <a:pt x="971" y="336"/>
                      <a:pt x="968" y="335"/>
                      <a:pt x="965" y="334"/>
                    </a:cubicBezTo>
                    <a:cubicBezTo>
                      <a:pt x="965" y="178"/>
                      <a:pt x="965" y="178"/>
                      <a:pt x="965" y="178"/>
                    </a:cubicBezTo>
                    <a:cubicBezTo>
                      <a:pt x="968" y="179"/>
                      <a:pt x="971" y="181"/>
                      <a:pt x="975" y="183"/>
                    </a:cubicBezTo>
                    <a:cubicBezTo>
                      <a:pt x="975" y="155"/>
                      <a:pt x="975" y="128"/>
                      <a:pt x="975" y="100"/>
                    </a:cubicBezTo>
                    <a:cubicBezTo>
                      <a:pt x="971" y="98"/>
                      <a:pt x="968" y="96"/>
                      <a:pt x="965" y="94"/>
                    </a:cubicBezTo>
                    <a:lnTo>
                      <a:pt x="965" y="50"/>
                    </a:lnTo>
                    <a:close/>
                    <a:moveTo>
                      <a:pt x="923" y="23"/>
                    </a:moveTo>
                    <a:cubicBezTo>
                      <a:pt x="965" y="50"/>
                      <a:pt x="965" y="50"/>
                      <a:pt x="965" y="50"/>
                    </a:cubicBezTo>
                    <a:cubicBezTo>
                      <a:pt x="965" y="94"/>
                      <a:pt x="965" y="94"/>
                      <a:pt x="965" y="94"/>
                    </a:cubicBezTo>
                    <a:cubicBezTo>
                      <a:pt x="962" y="92"/>
                      <a:pt x="959" y="90"/>
                      <a:pt x="955" y="88"/>
                    </a:cubicBezTo>
                    <a:cubicBezTo>
                      <a:pt x="955" y="116"/>
                      <a:pt x="955" y="144"/>
                      <a:pt x="955" y="172"/>
                    </a:cubicBezTo>
                    <a:cubicBezTo>
                      <a:pt x="959" y="174"/>
                      <a:pt x="962" y="176"/>
                      <a:pt x="965" y="178"/>
                    </a:cubicBezTo>
                    <a:cubicBezTo>
                      <a:pt x="965" y="334"/>
                      <a:pt x="965" y="334"/>
                      <a:pt x="965" y="334"/>
                    </a:cubicBezTo>
                    <a:cubicBezTo>
                      <a:pt x="962" y="333"/>
                      <a:pt x="959" y="331"/>
                      <a:pt x="955" y="330"/>
                    </a:cubicBezTo>
                    <a:cubicBezTo>
                      <a:pt x="955" y="358"/>
                      <a:pt x="955" y="386"/>
                      <a:pt x="955" y="414"/>
                    </a:cubicBezTo>
                    <a:cubicBezTo>
                      <a:pt x="959" y="415"/>
                      <a:pt x="962" y="416"/>
                      <a:pt x="965" y="417"/>
                    </a:cubicBezTo>
                    <a:cubicBezTo>
                      <a:pt x="965" y="454"/>
                      <a:pt x="965" y="454"/>
                      <a:pt x="965" y="454"/>
                    </a:cubicBezTo>
                    <a:cubicBezTo>
                      <a:pt x="962" y="453"/>
                      <a:pt x="959" y="452"/>
                      <a:pt x="955" y="451"/>
                    </a:cubicBezTo>
                    <a:cubicBezTo>
                      <a:pt x="955" y="479"/>
                      <a:pt x="955" y="507"/>
                      <a:pt x="955" y="535"/>
                    </a:cubicBezTo>
                    <a:cubicBezTo>
                      <a:pt x="959" y="536"/>
                      <a:pt x="962" y="536"/>
                      <a:pt x="965" y="537"/>
                    </a:cubicBezTo>
                    <a:cubicBezTo>
                      <a:pt x="965" y="829"/>
                      <a:pt x="965" y="829"/>
                      <a:pt x="965" y="829"/>
                    </a:cubicBezTo>
                    <a:cubicBezTo>
                      <a:pt x="923" y="829"/>
                      <a:pt x="923" y="829"/>
                      <a:pt x="923" y="829"/>
                    </a:cubicBezTo>
                    <a:cubicBezTo>
                      <a:pt x="923" y="775"/>
                      <a:pt x="923" y="775"/>
                      <a:pt x="923" y="775"/>
                    </a:cubicBezTo>
                    <a:cubicBezTo>
                      <a:pt x="926" y="775"/>
                      <a:pt x="929" y="775"/>
                      <a:pt x="932" y="775"/>
                    </a:cubicBezTo>
                    <a:cubicBezTo>
                      <a:pt x="932" y="747"/>
                      <a:pt x="932" y="718"/>
                      <a:pt x="932" y="690"/>
                    </a:cubicBezTo>
                    <a:cubicBezTo>
                      <a:pt x="929" y="689"/>
                      <a:pt x="926" y="689"/>
                      <a:pt x="923" y="688"/>
                    </a:cubicBezTo>
                    <a:cubicBezTo>
                      <a:pt x="923" y="527"/>
                      <a:pt x="923" y="527"/>
                      <a:pt x="923" y="527"/>
                    </a:cubicBezTo>
                    <a:cubicBezTo>
                      <a:pt x="926" y="528"/>
                      <a:pt x="929" y="528"/>
                      <a:pt x="932" y="529"/>
                    </a:cubicBezTo>
                    <a:cubicBezTo>
                      <a:pt x="932" y="501"/>
                      <a:pt x="932" y="472"/>
                      <a:pt x="932" y="443"/>
                    </a:cubicBezTo>
                    <a:cubicBezTo>
                      <a:pt x="923" y="440"/>
                      <a:pt x="923" y="440"/>
                      <a:pt x="923" y="440"/>
                    </a:cubicBezTo>
                    <a:cubicBezTo>
                      <a:pt x="923" y="279"/>
                      <a:pt x="923" y="279"/>
                      <a:pt x="923" y="279"/>
                    </a:cubicBezTo>
                    <a:cubicBezTo>
                      <a:pt x="926" y="280"/>
                      <a:pt x="929" y="282"/>
                      <a:pt x="932" y="283"/>
                    </a:cubicBezTo>
                    <a:cubicBezTo>
                      <a:pt x="932" y="254"/>
                      <a:pt x="932" y="226"/>
                      <a:pt x="932" y="197"/>
                    </a:cubicBezTo>
                    <a:cubicBezTo>
                      <a:pt x="923" y="192"/>
                      <a:pt x="923" y="192"/>
                      <a:pt x="923" y="192"/>
                    </a:cubicBezTo>
                    <a:lnTo>
                      <a:pt x="923" y="23"/>
                    </a:lnTo>
                    <a:close/>
                    <a:moveTo>
                      <a:pt x="851" y="23"/>
                    </a:moveTo>
                    <a:cubicBezTo>
                      <a:pt x="887" y="0"/>
                      <a:pt x="887" y="0"/>
                      <a:pt x="887" y="0"/>
                    </a:cubicBezTo>
                    <a:cubicBezTo>
                      <a:pt x="923" y="23"/>
                      <a:pt x="923" y="23"/>
                      <a:pt x="923" y="23"/>
                    </a:cubicBezTo>
                    <a:cubicBezTo>
                      <a:pt x="923" y="192"/>
                      <a:pt x="923" y="192"/>
                      <a:pt x="923" y="192"/>
                    </a:cubicBezTo>
                    <a:cubicBezTo>
                      <a:pt x="913" y="188"/>
                      <a:pt x="913" y="188"/>
                      <a:pt x="913" y="188"/>
                    </a:cubicBezTo>
                    <a:cubicBezTo>
                      <a:pt x="913" y="217"/>
                      <a:pt x="913" y="246"/>
                      <a:pt x="913" y="275"/>
                    </a:cubicBezTo>
                    <a:cubicBezTo>
                      <a:pt x="916" y="276"/>
                      <a:pt x="919" y="277"/>
                      <a:pt x="923" y="279"/>
                    </a:cubicBezTo>
                    <a:cubicBezTo>
                      <a:pt x="923" y="440"/>
                      <a:pt x="923" y="440"/>
                      <a:pt x="923" y="440"/>
                    </a:cubicBezTo>
                    <a:cubicBezTo>
                      <a:pt x="913" y="438"/>
                      <a:pt x="913" y="438"/>
                      <a:pt x="913" y="438"/>
                    </a:cubicBezTo>
                    <a:cubicBezTo>
                      <a:pt x="913" y="467"/>
                      <a:pt x="913" y="496"/>
                      <a:pt x="913" y="525"/>
                    </a:cubicBezTo>
                    <a:cubicBezTo>
                      <a:pt x="916" y="525"/>
                      <a:pt x="919" y="526"/>
                      <a:pt x="923" y="527"/>
                    </a:cubicBezTo>
                    <a:cubicBezTo>
                      <a:pt x="923" y="688"/>
                      <a:pt x="923" y="688"/>
                      <a:pt x="923" y="688"/>
                    </a:cubicBezTo>
                    <a:cubicBezTo>
                      <a:pt x="919" y="688"/>
                      <a:pt x="916" y="688"/>
                      <a:pt x="913" y="687"/>
                    </a:cubicBezTo>
                    <a:cubicBezTo>
                      <a:pt x="913" y="716"/>
                      <a:pt x="913" y="745"/>
                      <a:pt x="913" y="774"/>
                    </a:cubicBezTo>
                    <a:cubicBezTo>
                      <a:pt x="916" y="775"/>
                      <a:pt x="919" y="775"/>
                      <a:pt x="923" y="775"/>
                    </a:cubicBezTo>
                    <a:cubicBezTo>
                      <a:pt x="923" y="829"/>
                      <a:pt x="923" y="829"/>
                      <a:pt x="923" y="829"/>
                    </a:cubicBezTo>
                    <a:cubicBezTo>
                      <a:pt x="851" y="829"/>
                      <a:pt x="851" y="829"/>
                      <a:pt x="851" y="829"/>
                    </a:cubicBezTo>
                    <a:cubicBezTo>
                      <a:pt x="851" y="775"/>
                      <a:pt x="851" y="775"/>
                      <a:pt x="851" y="775"/>
                    </a:cubicBezTo>
                    <a:cubicBezTo>
                      <a:pt x="854" y="775"/>
                      <a:pt x="857" y="775"/>
                      <a:pt x="860" y="774"/>
                    </a:cubicBezTo>
                    <a:cubicBezTo>
                      <a:pt x="860" y="745"/>
                      <a:pt x="860" y="716"/>
                      <a:pt x="860" y="687"/>
                    </a:cubicBezTo>
                    <a:cubicBezTo>
                      <a:pt x="857" y="688"/>
                      <a:pt x="854" y="688"/>
                      <a:pt x="851" y="688"/>
                    </a:cubicBezTo>
                    <a:cubicBezTo>
                      <a:pt x="851" y="527"/>
                      <a:pt x="851" y="527"/>
                      <a:pt x="851" y="527"/>
                    </a:cubicBezTo>
                    <a:cubicBezTo>
                      <a:pt x="854" y="526"/>
                      <a:pt x="857" y="525"/>
                      <a:pt x="860" y="525"/>
                    </a:cubicBezTo>
                    <a:cubicBezTo>
                      <a:pt x="860" y="496"/>
                      <a:pt x="860" y="467"/>
                      <a:pt x="860" y="438"/>
                    </a:cubicBezTo>
                    <a:cubicBezTo>
                      <a:pt x="851" y="440"/>
                      <a:pt x="851" y="440"/>
                      <a:pt x="851" y="440"/>
                    </a:cubicBezTo>
                    <a:cubicBezTo>
                      <a:pt x="851" y="403"/>
                      <a:pt x="851" y="403"/>
                      <a:pt x="851" y="403"/>
                    </a:cubicBezTo>
                    <a:cubicBezTo>
                      <a:pt x="854" y="402"/>
                      <a:pt x="857" y="401"/>
                      <a:pt x="860" y="400"/>
                    </a:cubicBezTo>
                    <a:cubicBezTo>
                      <a:pt x="860" y="371"/>
                      <a:pt x="860" y="342"/>
                      <a:pt x="860" y="313"/>
                    </a:cubicBezTo>
                    <a:cubicBezTo>
                      <a:pt x="857" y="314"/>
                      <a:pt x="854" y="315"/>
                      <a:pt x="851" y="316"/>
                    </a:cubicBezTo>
                    <a:lnTo>
                      <a:pt x="851" y="23"/>
                    </a:lnTo>
                    <a:close/>
                    <a:moveTo>
                      <a:pt x="808" y="50"/>
                    </a:moveTo>
                    <a:cubicBezTo>
                      <a:pt x="851" y="23"/>
                      <a:pt x="851" y="23"/>
                      <a:pt x="851" y="23"/>
                    </a:cubicBezTo>
                    <a:cubicBezTo>
                      <a:pt x="851" y="316"/>
                      <a:pt x="851" y="316"/>
                      <a:pt x="851" y="316"/>
                    </a:cubicBezTo>
                    <a:cubicBezTo>
                      <a:pt x="847" y="318"/>
                      <a:pt x="844" y="319"/>
                      <a:pt x="841" y="320"/>
                    </a:cubicBezTo>
                    <a:cubicBezTo>
                      <a:pt x="841" y="349"/>
                      <a:pt x="841" y="378"/>
                      <a:pt x="841" y="406"/>
                    </a:cubicBezTo>
                    <a:cubicBezTo>
                      <a:pt x="844" y="405"/>
                      <a:pt x="847" y="404"/>
                      <a:pt x="851" y="403"/>
                    </a:cubicBezTo>
                    <a:cubicBezTo>
                      <a:pt x="851" y="440"/>
                      <a:pt x="851" y="440"/>
                      <a:pt x="851" y="440"/>
                    </a:cubicBezTo>
                    <a:cubicBezTo>
                      <a:pt x="841" y="443"/>
                      <a:pt x="841" y="443"/>
                      <a:pt x="841" y="443"/>
                    </a:cubicBezTo>
                    <a:cubicBezTo>
                      <a:pt x="841" y="472"/>
                      <a:pt x="841" y="501"/>
                      <a:pt x="841" y="529"/>
                    </a:cubicBezTo>
                    <a:cubicBezTo>
                      <a:pt x="844" y="528"/>
                      <a:pt x="847" y="528"/>
                      <a:pt x="851" y="527"/>
                    </a:cubicBezTo>
                    <a:cubicBezTo>
                      <a:pt x="851" y="688"/>
                      <a:pt x="851" y="688"/>
                      <a:pt x="851" y="688"/>
                    </a:cubicBezTo>
                    <a:cubicBezTo>
                      <a:pt x="847" y="689"/>
                      <a:pt x="844" y="689"/>
                      <a:pt x="841" y="690"/>
                    </a:cubicBezTo>
                    <a:cubicBezTo>
                      <a:pt x="841" y="718"/>
                      <a:pt x="841" y="747"/>
                      <a:pt x="841" y="775"/>
                    </a:cubicBezTo>
                    <a:cubicBezTo>
                      <a:pt x="844" y="775"/>
                      <a:pt x="847" y="775"/>
                      <a:pt x="851" y="775"/>
                    </a:cubicBezTo>
                    <a:cubicBezTo>
                      <a:pt x="851" y="829"/>
                      <a:pt x="851" y="829"/>
                      <a:pt x="851" y="829"/>
                    </a:cubicBezTo>
                    <a:cubicBezTo>
                      <a:pt x="808" y="829"/>
                      <a:pt x="808" y="829"/>
                      <a:pt x="808" y="829"/>
                    </a:cubicBezTo>
                    <a:cubicBezTo>
                      <a:pt x="808" y="657"/>
                      <a:pt x="808" y="657"/>
                      <a:pt x="808" y="657"/>
                    </a:cubicBezTo>
                    <a:cubicBezTo>
                      <a:pt x="818" y="656"/>
                      <a:pt x="818" y="656"/>
                      <a:pt x="818" y="656"/>
                    </a:cubicBezTo>
                    <a:cubicBezTo>
                      <a:pt x="818" y="627"/>
                      <a:pt x="818" y="600"/>
                      <a:pt x="818" y="571"/>
                    </a:cubicBezTo>
                    <a:cubicBezTo>
                      <a:pt x="808" y="573"/>
                      <a:pt x="808" y="573"/>
                      <a:pt x="808" y="573"/>
                    </a:cubicBezTo>
                    <a:cubicBezTo>
                      <a:pt x="808" y="537"/>
                      <a:pt x="808" y="537"/>
                      <a:pt x="808" y="537"/>
                    </a:cubicBezTo>
                    <a:cubicBezTo>
                      <a:pt x="812" y="536"/>
                      <a:pt x="815" y="536"/>
                      <a:pt x="818" y="535"/>
                    </a:cubicBezTo>
                    <a:cubicBezTo>
                      <a:pt x="818" y="507"/>
                      <a:pt x="818" y="479"/>
                      <a:pt x="818" y="451"/>
                    </a:cubicBezTo>
                    <a:cubicBezTo>
                      <a:pt x="815" y="452"/>
                      <a:pt x="812" y="453"/>
                      <a:pt x="808" y="454"/>
                    </a:cubicBezTo>
                    <a:cubicBezTo>
                      <a:pt x="808" y="297"/>
                      <a:pt x="808" y="297"/>
                      <a:pt x="808" y="297"/>
                    </a:cubicBezTo>
                    <a:cubicBezTo>
                      <a:pt x="812" y="296"/>
                      <a:pt x="815" y="295"/>
                      <a:pt x="818" y="293"/>
                    </a:cubicBezTo>
                    <a:cubicBezTo>
                      <a:pt x="818" y="265"/>
                      <a:pt x="818" y="237"/>
                      <a:pt x="818" y="209"/>
                    </a:cubicBezTo>
                    <a:cubicBezTo>
                      <a:pt x="815" y="211"/>
                      <a:pt x="812" y="212"/>
                      <a:pt x="808" y="214"/>
                    </a:cubicBezTo>
                    <a:lnTo>
                      <a:pt x="808" y="50"/>
                    </a:lnTo>
                    <a:close/>
                    <a:moveTo>
                      <a:pt x="766" y="78"/>
                    </a:moveTo>
                    <a:cubicBezTo>
                      <a:pt x="808" y="50"/>
                      <a:pt x="808" y="50"/>
                      <a:pt x="808" y="50"/>
                    </a:cubicBezTo>
                    <a:cubicBezTo>
                      <a:pt x="808" y="214"/>
                      <a:pt x="808" y="214"/>
                      <a:pt x="808" y="214"/>
                    </a:cubicBezTo>
                    <a:cubicBezTo>
                      <a:pt x="805" y="216"/>
                      <a:pt x="802" y="217"/>
                      <a:pt x="799" y="219"/>
                    </a:cubicBezTo>
                    <a:cubicBezTo>
                      <a:pt x="799" y="246"/>
                      <a:pt x="799" y="274"/>
                      <a:pt x="799" y="302"/>
                    </a:cubicBezTo>
                    <a:cubicBezTo>
                      <a:pt x="802" y="300"/>
                      <a:pt x="805" y="299"/>
                      <a:pt x="808" y="297"/>
                    </a:cubicBezTo>
                    <a:cubicBezTo>
                      <a:pt x="808" y="454"/>
                      <a:pt x="808" y="454"/>
                      <a:pt x="808" y="454"/>
                    </a:cubicBezTo>
                    <a:cubicBezTo>
                      <a:pt x="805" y="455"/>
                      <a:pt x="802" y="456"/>
                      <a:pt x="799" y="457"/>
                    </a:cubicBezTo>
                    <a:cubicBezTo>
                      <a:pt x="799" y="484"/>
                      <a:pt x="799" y="512"/>
                      <a:pt x="799" y="539"/>
                    </a:cubicBezTo>
                    <a:cubicBezTo>
                      <a:pt x="802" y="539"/>
                      <a:pt x="805" y="538"/>
                      <a:pt x="808" y="537"/>
                    </a:cubicBezTo>
                    <a:cubicBezTo>
                      <a:pt x="808" y="573"/>
                      <a:pt x="808" y="573"/>
                      <a:pt x="808" y="573"/>
                    </a:cubicBezTo>
                    <a:cubicBezTo>
                      <a:pt x="799" y="575"/>
                      <a:pt x="799" y="575"/>
                      <a:pt x="799" y="575"/>
                    </a:cubicBezTo>
                    <a:cubicBezTo>
                      <a:pt x="799" y="603"/>
                      <a:pt x="799" y="631"/>
                      <a:pt x="799" y="658"/>
                    </a:cubicBezTo>
                    <a:cubicBezTo>
                      <a:pt x="808" y="657"/>
                      <a:pt x="808" y="657"/>
                      <a:pt x="808" y="657"/>
                    </a:cubicBezTo>
                    <a:cubicBezTo>
                      <a:pt x="808" y="829"/>
                      <a:pt x="808" y="829"/>
                      <a:pt x="808" y="829"/>
                    </a:cubicBezTo>
                    <a:cubicBezTo>
                      <a:pt x="766" y="829"/>
                      <a:pt x="766" y="829"/>
                      <a:pt x="766" y="829"/>
                    </a:cubicBezTo>
                    <a:cubicBezTo>
                      <a:pt x="766" y="779"/>
                      <a:pt x="766" y="779"/>
                      <a:pt x="766" y="779"/>
                    </a:cubicBezTo>
                    <a:cubicBezTo>
                      <a:pt x="769" y="778"/>
                      <a:pt x="772" y="778"/>
                      <a:pt x="776" y="778"/>
                    </a:cubicBezTo>
                    <a:cubicBezTo>
                      <a:pt x="776" y="751"/>
                      <a:pt x="776" y="724"/>
                      <a:pt x="776" y="697"/>
                    </a:cubicBezTo>
                    <a:cubicBezTo>
                      <a:pt x="772" y="697"/>
                      <a:pt x="769" y="698"/>
                      <a:pt x="766" y="698"/>
                    </a:cubicBezTo>
                    <a:cubicBezTo>
                      <a:pt x="766" y="316"/>
                      <a:pt x="766" y="316"/>
                      <a:pt x="766" y="316"/>
                    </a:cubicBezTo>
                    <a:cubicBezTo>
                      <a:pt x="769" y="315"/>
                      <a:pt x="772" y="313"/>
                      <a:pt x="776" y="312"/>
                    </a:cubicBezTo>
                    <a:cubicBezTo>
                      <a:pt x="776" y="285"/>
                      <a:pt x="776" y="258"/>
                      <a:pt x="776" y="231"/>
                    </a:cubicBezTo>
                    <a:cubicBezTo>
                      <a:pt x="766" y="235"/>
                      <a:pt x="766" y="235"/>
                      <a:pt x="766" y="235"/>
                    </a:cubicBezTo>
                    <a:cubicBezTo>
                      <a:pt x="766" y="200"/>
                      <a:pt x="766" y="200"/>
                      <a:pt x="766" y="200"/>
                    </a:cubicBezTo>
                    <a:cubicBezTo>
                      <a:pt x="776" y="195"/>
                      <a:pt x="776" y="195"/>
                      <a:pt x="776" y="195"/>
                    </a:cubicBezTo>
                    <a:cubicBezTo>
                      <a:pt x="776" y="168"/>
                      <a:pt x="776" y="141"/>
                      <a:pt x="776" y="114"/>
                    </a:cubicBezTo>
                    <a:cubicBezTo>
                      <a:pt x="772" y="116"/>
                      <a:pt x="769" y="118"/>
                      <a:pt x="766" y="120"/>
                    </a:cubicBezTo>
                    <a:lnTo>
                      <a:pt x="766" y="78"/>
                    </a:lnTo>
                    <a:close/>
                    <a:moveTo>
                      <a:pt x="724" y="105"/>
                    </a:moveTo>
                    <a:cubicBezTo>
                      <a:pt x="766" y="78"/>
                      <a:pt x="766" y="78"/>
                      <a:pt x="766" y="78"/>
                    </a:cubicBezTo>
                    <a:cubicBezTo>
                      <a:pt x="766" y="120"/>
                      <a:pt x="766" y="120"/>
                      <a:pt x="766" y="120"/>
                    </a:cubicBezTo>
                    <a:cubicBezTo>
                      <a:pt x="763" y="122"/>
                      <a:pt x="760" y="124"/>
                      <a:pt x="756" y="126"/>
                    </a:cubicBezTo>
                    <a:cubicBezTo>
                      <a:pt x="756" y="152"/>
                      <a:pt x="756" y="179"/>
                      <a:pt x="756" y="206"/>
                    </a:cubicBezTo>
                    <a:cubicBezTo>
                      <a:pt x="766" y="200"/>
                      <a:pt x="766" y="200"/>
                      <a:pt x="766" y="200"/>
                    </a:cubicBezTo>
                    <a:cubicBezTo>
                      <a:pt x="766" y="235"/>
                      <a:pt x="766" y="235"/>
                      <a:pt x="766" y="235"/>
                    </a:cubicBezTo>
                    <a:cubicBezTo>
                      <a:pt x="756" y="240"/>
                      <a:pt x="756" y="240"/>
                      <a:pt x="756" y="240"/>
                    </a:cubicBezTo>
                    <a:cubicBezTo>
                      <a:pt x="756" y="267"/>
                      <a:pt x="756" y="294"/>
                      <a:pt x="756" y="320"/>
                    </a:cubicBezTo>
                    <a:cubicBezTo>
                      <a:pt x="760" y="319"/>
                      <a:pt x="763" y="317"/>
                      <a:pt x="766" y="316"/>
                    </a:cubicBezTo>
                    <a:cubicBezTo>
                      <a:pt x="766" y="698"/>
                      <a:pt x="766" y="698"/>
                      <a:pt x="766" y="698"/>
                    </a:cubicBezTo>
                    <a:cubicBezTo>
                      <a:pt x="763" y="698"/>
                      <a:pt x="760" y="699"/>
                      <a:pt x="756" y="699"/>
                    </a:cubicBezTo>
                    <a:cubicBezTo>
                      <a:pt x="756" y="726"/>
                      <a:pt x="756" y="752"/>
                      <a:pt x="756" y="779"/>
                    </a:cubicBezTo>
                    <a:cubicBezTo>
                      <a:pt x="760" y="779"/>
                      <a:pt x="763" y="779"/>
                      <a:pt x="766" y="779"/>
                    </a:cubicBezTo>
                    <a:cubicBezTo>
                      <a:pt x="766" y="829"/>
                      <a:pt x="766" y="829"/>
                      <a:pt x="766" y="829"/>
                    </a:cubicBezTo>
                    <a:cubicBezTo>
                      <a:pt x="724" y="829"/>
                      <a:pt x="724" y="829"/>
                      <a:pt x="724" y="829"/>
                    </a:cubicBezTo>
                    <a:cubicBezTo>
                      <a:pt x="724" y="669"/>
                      <a:pt x="724" y="669"/>
                      <a:pt x="724" y="669"/>
                    </a:cubicBezTo>
                    <a:cubicBezTo>
                      <a:pt x="733" y="668"/>
                      <a:pt x="733" y="668"/>
                      <a:pt x="733" y="668"/>
                    </a:cubicBezTo>
                    <a:cubicBezTo>
                      <a:pt x="733" y="641"/>
                      <a:pt x="733" y="615"/>
                      <a:pt x="733" y="589"/>
                    </a:cubicBezTo>
                    <a:cubicBezTo>
                      <a:pt x="730" y="590"/>
                      <a:pt x="727" y="591"/>
                      <a:pt x="724" y="591"/>
                    </a:cubicBezTo>
                    <a:cubicBezTo>
                      <a:pt x="724" y="446"/>
                      <a:pt x="724" y="446"/>
                      <a:pt x="724" y="446"/>
                    </a:cubicBezTo>
                    <a:cubicBezTo>
                      <a:pt x="727" y="445"/>
                      <a:pt x="730" y="444"/>
                      <a:pt x="733" y="443"/>
                    </a:cubicBezTo>
                    <a:cubicBezTo>
                      <a:pt x="733" y="417"/>
                      <a:pt x="733" y="391"/>
                      <a:pt x="733" y="365"/>
                    </a:cubicBezTo>
                    <a:cubicBezTo>
                      <a:pt x="730" y="366"/>
                      <a:pt x="727" y="367"/>
                      <a:pt x="724" y="368"/>
                    </a:cubicBezTo>
                    <a:lnTo>
                      <a:pt x="724" y="105"/>
                    </a:lnTo>
                    <a:close/>
                    <a:moveTo>
                      <a:pt x="681" y="132"/>
                    </a:moveTo>
                    <a:cubicBezTo>
                      <a:pt x="724" y="105"/>
                      <a:pt x="724" y="105"/>
                      <a:pt x="724" y="105"/>
                    </a:cubicBezTo>
                    <a:cubicBezTo>
                      <a:pt x="724" y="368"/>
                      <a:pt x="724" y="368"/>
                      <a:pt x="724" y="368"/>
                    </a:cubicBezTo>
                    <a:cubicBezTo>
                      <a:pt x="720" y="370"/>
                      <a:pt x="717" y="371"/>
                      <a:pt x="714" y="372"/>
                    </a:cubicBezTo>
                    <a:cubicBezTo>
                      <a:pt x="714" y="398"/>
                      <a:pt x="714" y="424"/>
                      <a:pt x="714" y="449"/>
                    </a:cubicBezTo>
                    <a:cubicBezTo>
                      <a:pt x="717" y="448"/>
                      <a:pt x="720" y="447"/>
                      <a:pt x="724" y="446"/>
                    </a:cubicBezTo>
                    <a:cubicBezTo>
                      <a:pt x="724" y="591"/>
                      <a:pt x="724" y="591"/>
                      <a:pt x="724" y="591"/>
                    </a:cubicBezTo>
                    <a:cubicBezTo>
                      <a:pt x="720" y="592"/>
                      <a:pt x="717" y="593"/>
                      <a:pt x="714" y="593"/>
                    </a:cubicBezTo>
                    <a:cubicBezTo>
                      <a:pt x="714" y="619"/>
                      <a:pt x="714" y="645"/>
                      <a:pt x="714" y="670"/>
                    </a:cubicBezTo>
                    <a:cubicBezTo>
                      <a:pt x="724" y="669"/>
                      <a:pt x="724" y="669"/>
                      <a:pt x="724" y="669"/>
                    </a:cubicBezTo>
                    <a:cubicBezTo>
                      <a:pt x="724" y="829"/>
                      <a:pt x="724" y="829"/>
                      <a:pt x="724" y="829"/>
                    </a:cubicBezTo>
                    <a:cubicBezTo>
                      <a:pt x="681" y="829"/>
                      <a:pt x="681" y="829"/>
                      <a:pt x="681" y="829"/>
                    </a:cubicBezTo>
                    <a:cubicBezTo>
                      <a:pt x="681" y="782"/>
                      <a:pt x="681" y="782"/>
                      <a:pt x="681" y="782"/>
                    </a:cubicBezTo>
                    <a:cubicBezTo>
                      <a:pt x="685" y="782"/>
                      <a:pt x="688" y="782"/>
                      <a:pt x="691" y="782"/>
                    </a:cubicBezTo>
                    <a:cubicBezTo>
                      <a:pt x="691" y="757"/>
                      <a:pt x="691" y="732"/>
                      <a:pt x="691" y="706"/>
                    </a:cubicBezTo>
                    <a:cubicBezTo>
                      <a:pt x="688" y="707"/>
                      <a:pt x="685" y="707"/>
                      <a:pt x="681" y="707"/>
                    </a:cubicBezTo>
                    <a:cubicBezTo>
                      <a:pt x="681" y="675"/>
                      <a:pt x="681" y="675"/>
                      <a:pt x="681" y="675"/>
                    </a:cubicBezTo>
                    <a:cubicBezTo>
                      <a:pt x="691" y="674"/>
                      <a:pt x="691" y="674"/>
                      <a:pt x="691" y="674"/>
                    </a:cubicBezTo>
                    <a:cubicBezTo>
                      <a:pt x="691" y="649"/>
                      <a:pt x="691" y="623"/>
                      <a:pt x="691" y="598"/>
                    </a:cubicBezTo>
                    <a:cubicBezTo>
                      <a:pt x="688" y="599"/>
                      <a:pt x="685" y="600"/>
                      <a:pt x="681" y="600"/>
                    </a:cubicBezTo>
                    <a:cubicBezTo>
                      <a:pt x="681" y="568"/>
                      <a:pt x="681" y="568"/>
                      <a:pt x="681" y="568"/>
                    </a:cubicBezTo>
                    <a:cubicBezTo>
                      <a:pt x="685" y="567"/>
                      <a:pt x="688" y="566"/>
                      <a:pt x="691" y="565"/>
                    </a:cubicBezTo>
                    <a:cubicBezTo>
                      <a:pt x="691" y="540"/>
                      <a:pt x="691" y="515"/>
                      <a:pt x="691" y="490"/>
                    </a:cubicBezTo>
                    <a:cubicBezTo>
                      <a:pt x="688" y="491"/>
                      <a:pt x="685" y="492"/>
                      <a:pt x="681" y="493"/>
                    </a:cubicBezTo>
                    <a:cubicBezTo>
                      <a:pt x="681" y="460"/>
                      <a:pt x="681" y="460"/>
                      <a:pt x="681" y="460"/>
                    </a:cubicBezTo>
                    <a:cubicBezTo>
                      <a:pt x="691" y="457"/>
                      <a:pt x="691" y="457"/>
                      <a:pt x="691" y="457"/>
                    </a:cubicBezTo>
                    <a:cubicBezTo>
                      <a:pt x="691" y="432"/>
                      <a:pt x="691" y="407"/>
                      <a:pt x="691" y="382"/>
                    </a:cubicBezTo>
                    <a:cubicBezTo>
                      <a:pt x="688" y="383"/>
                      <a:pt x="685" y="384"/>
                      <a:pt x="681" y="386"/>
                    </a:cubicBezTo>
                    <a:cubicBezTo>
                      <a:pt x="681" y="353"/>
                      <a:pt x="681" y="353"/>
                      <a:pt x="681" y="353"/>
                    </a:cubicBezTo>
                    <a:cubicBezTo>
                      <a:pt x="691" y="349"/>
                      <a:pt x="691" y="349"/>
                      <a:pt x="691" y="349"/>
                    </a:cubicBezTo>
                    <a:cubicBezTo>
                      <a:pt x="691" y="324"/>
                      <a:pt x="691" y="299"/>
                      <a:pt x="691" y="274"/>
                    </a:cubicBezTo>
                    <a:cubicBezTo>
                      <a:pt x="681" y="279"/>
                      <a:pt x="681" y="279"/>
                      <a:pt x="681" y="279"/>
                    </a:cubicBezTo>
                    <a:cubicBezTo>
                      <a:pt x="681" y="246"/>
                      <a:pt x="681" y="246"/>
                      <a:pt x="681" y="246"/>
                    </a:cubicBezTo>
                    <a:cubicBezTo>
                      <a:pt x="685" y="244"/>
                      <a:pt x="688" y="243"/>
                      <a:pt x="691" y="241"/>
                    </a:cubicBezTo>
                    <a:cubicBezTo>
                      <a:pt x="691" y="216"/>
                      <a:pt x="691" y="191"/>
                      <a:pt x="691" y="165"/>
                    </a:cubicBezTo>
                    <a:cubicBezTo>
                      <a:pt x="681" y="171"/>
                      <a:pt x="681" y="171"/>
                      <a:pt x="681" y="171"/>
                    </a:cubicBezTo>
                    <a:lnTo>
                      <a:pt x="681" y="132"/>
                    </a:lnTo>
                    <a:close/>
                    <a:moveTo>
                      <a:pt x="529" y="230"/>
                    </a:moveTo>
                    <a:cubicBezTo>
                      <a:pt x="556" y="213"/>
                      <a:pt x="556" y="213"/>
                      <a:pt x="556" y="213"/>
                    </a:cubicBezTo>
                    <a:cubicBezTo>
                      <a:pt x="645" y="257"/>
                      <a:pt x="645" y="257"/>
                      <a:pt x="645" y="257"/>
                    </a:cubicBezTo>
                    <a:cubicBezTo>
                      <a:pt x="645" y="155"/>
                      <a:pt x="645" y="155"/>
                      <a:pt x="645" y="155"/>
                    </a:cubicBezTo>
                    <a:cubicBezTo>
                      <a:pt x="681" y="132"/>
                      <a:pt x="681" y="132"/>
                      <a:pt x="681" y="132"/>
                    </a:cubicBezTo>
                    <a:cubicBezTo>
                      <a:pt x="681" y="171"/>
                      <a:pt x="681" y="171"/>
                      <a:pt x="681" y="171"/>
                    </a:cubicBezTo>
                    <a:cubicBezTo>
                      <a:pt x="672" y="177"/>
                      <a:pt x="672" y="177"/>
                      <a:pt x="672" y="177"/>
                    </a:cubicBezTo>
                    <a:cubicBezTo>
                      <a:pt x="672" y="202"/>
                      <a:pt x="672" y="227"/>
                      <a:pt x="672" y="251"/>
                    </a:cubicBezTo>
                    <a:cubicBezTo>
                      <a:pt x="675" y="249"/>
                      <a:pt x="678" y="248"/>
                      <a:pt x="681" y="246"/>
                    </a:cubicBezTo>
                    <a:cubicBezTo>
                      <a:pt x="681" y="279"/>
                      <a:pt x="681" y="279"/>
                      <a:pt x="681" y="279"/>
                    </a:cubicBezTo>
                    <a:cubicBezTo>
                      <a:pt x="672" y="283"/>
                      <a:pt x="672" y="283"/>
                      <a:pt x="672" y="283"/>
                    </a:cubicBezTo>
                    <a:cubicBezTo>
                      <a:pt x="672" y="308"/>
                      <a:pt x="672" y="333"/>
                      <a:pt x="672" y="357"/>
                    </a:cubicBezTo>
                    <a:cubicBezTo>
                      <a:pt x="681" y="353"/>
                      <a:pt x="681" y="353"/>
                      <a:pt x="681" y="353"/>
                    </a:cubicBezTo>
                    <a:cubicBezTo>
                      <a:pt x="681" y="386"/>
                      <a:pt x="681" y="386"/>
                      <a:pt x="681" y="386"/>
                    </a:cubicBezTo>
                    <a:cubicBezTo>
                      <a:pt x="678" y="387"/>
                      <a:pt x="675" y="388"/>
                      <a:pt x="672" y="390"/>
                    </a:cubicBezTo>
                    <a:cubicBezTo>
                      <a:pt x="672" y="414"/>
                      <a:pt x="672" y="439"/>
                      <a:pt x="672" y="464"/>
                    </a:cubicBezTo>
                    <a:cubicBezTo>
                      <a:pt x="681" y="460"/>
                      <a:pt x="681" y="460"/>
                      <a:pt x="681" y="460"/>
                    </a:cubicBezTo>
                    <a:cubicBezTo>
                      <a:pt x="681" y="493"/>
                      <a:pt x="681" y="493"/>
                      <a:pt x="681" y="493"/>
                    </a:cubicBezTo>
                    <a:cubicBezTo>
                      <a:pt x="678" y="494"/>
                      <a:pt x="675" y="495"/>
                      <a:pt x="672" y="496"/>
                    </a:cubicBezTo>
                    <a:cubicBezTo>
                      <a:pt x="672" y="521"/>
                      <a:pt x="672" y="545"/>
                      <a:pt x="672" y="570"/>
                    </a:cubicBezTo>
                    <a:cubicBezTo>
                      <a:pt x="675" y="569"/>
                      <a:pt x="678" y="569"/>
                      <a:pt x="681" y="568"/>
                    </a:cubicBezTo>
                    <a:cubicBezTo>
                      <a:pt x="681" y="600"/>
                      <a:pt x="681" y="600"/>
                      <a:pt x="681" y="600"/>
                    </a:cubicBezTo>
                    <a:cubicBezTo>
                      <a:pt x="678" y="601"/>
                      <a:pt x="675" y="602"/>
                      <a:pt x="672" y="602"/>
                    </a:cubicBezTo>
                    <a:cubicBezTo>
                      <a:pt x="672" y="627"/>
                      <a:pt x="672" y="652"/>
                      <a:pt x="672" y="676"/>
                    </a:cubicBezTo>
                    <a:cubicBezTo>
                      <a:pt x="681" y="675"/>
                      <a:pt x="681" y="675"/>
                      <a:pt x="681" y="675"/>
                    </a:cubicBezTo>
                    <a:cubicBezTo>
                      <a:pt x="681" y="707"/>
                      <a:pt x="681" y="707"/>
                      <a:pt x="681" y="707"/>
                    </a:cubicBezTo>
                    <a:cubicBezTo>
                      <a:pt x="678" y="708"/>
                      <a:pt x="675" y="708"/>
                      <a:pt x="672" y="709"/>
                    </a:cubicBezTo>
                    <a:cubicBezTo>
                      <a:pt x="672" y="733"/>
                      <a:pt x="672" y="758"/>
                      <a:pt x="672" y="783"/>
                    </a:cubicBezTo>
                    <a:cubicBezTo>
                      <a:pt x="675" y="782"/>
                      <a:pt x="678" y="782"/>
                      <a:pt x="681" y="782"/>
                    </a:cubicBezTo>
                    <a:cubicBezTo>
                      <a:pt x="681" y="829"/>
                      <a:pt x="681" y="829"/>
                      <a:pt x="681" y="829"/>
                    </a:cubicBezTo>
                    <a:cubicBezTo>
                      <a:pt x="529" y="829"/>
                      <a:pt x="529" y="829"/>
                      <a:pt x="529" y="829"/>
                    </a:cubicBezTo>
                    <a:cubicBezTo>
                      <a:pt x="529" y="789"/>
                      <a:pt x="529" y="789"/>
                      <a:pt x="529" y="789"/>
                    </a:cubicBezTo>
                    <a:cubicBezTo>
                      <a:pt x="531" y="789"/>
                      <a:pt x="534" y="789"/>
                      <a:pt x="536" y="788"/>
                    </a:cubicBezTo>
                    <a:cubicBezTo>
                      <a:pt x="536" y="767"/>
                      <a:pt x="536" y="745"/>
                      <a:pt x="536" y="724"/>
                    </a:cubicBezTo>
                    <a:cubicBezTo>
                      <a:pt x="534" y="724"/>
                      <a:pt x="531" y="724"/>
                      <a:pt x="529" y="725"/>
                    </a:cubicBezTo>
                    <a:cubicBezTo>
                      <a:pt x="529" y="697"/>
                      <a:pt x="529" y="697"/>
                      <a:pt x="529" y="697"/>
                    </a:cubicBezTo>
                    <a:cubicBezTo>
                      <a:pt x="536" y="696"/>
                      <a:pt x="536" y="696"/>
                      <a:pt x="536" y="696"/>
                    </a:cubicBezTo>
                    <a:cubicBezTo>
                      <a:pt x="536" y="674"/>
                      <a:pt x="536" y="652"/>
                      <a:pt x="536" y="631"/>
                    </a:cubicBezTo>
                    <a:cubicBezTo>
                      <a:pt x="529" y="632"/>
                      <a:pt x="529" y="632"/>
                      <a:pt x="529" y="632"/>
                    </a:cubicBezTo>
                    <a:cubicBezTo>
                      <a:pt x="529" y="604"/>
                      <a:pt x="529" y="604"/>
                      <a:pt x="529" y="604"/>
                    </a:cubicBezTo>
                    <a:cubicBezTo>
                      <a:pt x="531" y="604"/>
                      <a:pt x="534" y="603"/>
                      <a:pt x="536" y="603"/>
                    </a:cubicBezTo>
                    <a:cubicBezTo>
                      <a:pt x="536" y="581"/>
                      <a:pt x="536" y="560"/>
                      <a:pt x="536" y="538"/>
                    </a:cubicBezTo>
                    <a:cubicBezTo>
                      <a:pt x="529" y="540"/>
                      <a:pt x="529" y="540"/>
                      <a:pt x="529" y="540"/>
                    </a:cubicBezTo>
                    <a:cubicBezTo>
                      <a:pt x="529" y="512"/>
                      <a:pt x="529" y="512"/>
                      <a:pt x="529" y="512"/>
                    </a:cubicBezTo>
                    <a:cubicBezTo>
                      <a:pt x="531" y="511"/>
                      <a:pt x="534" y="511"/>
                      <a:pt x="536" y="510"/>
                    </a:cubicBezTo>
                    <a:cubicBezTo>
                      <a:pt x="536" y="488"/>
                      <a:pt x="536" y="467"/>
                      <a:pt x="536" y="445"/>
                    </a:cubicBezTo>
                    <a:cubicBezTo>
                      <a:pt x="534" y="446"/>
                      <a:pt x="531" y="447"/>
                      <a:pt x="529" y="448"/>
                    </a:cubicBezTo>
                    <a:cubicBezTo>
                      <a:pt x="529" y="420"/>
                      <a:pt x="529" y="420"/>
                      <a:pt x="529" y="420"/>
                    </a:cubicBezTo>
                    <a:cubicBezTo>
                      <a:pt x="531" y="419"/>
                      <a:pt x="534" y="418"/>
                      <a:pt x="536" y="417"/>
                    </a:cubicBezTo>
                    <a:cubicBezTo>
                      <a:pt x="536" y="395"/>
                      <a:pt x="536" y="374"/>
                      <a:pt x="536" y="352"/>
                    </a:cubicBezTo>
                    <a:cubicBezTo>
                      <a:pt x="529" y="356"/>
                      <a:pt x="529" y="356"/>
                      <a:pt x="529" y="356"/>
                    </a:cubicBezTo>
                    <a:cubicBezTo>
                      <a:pt x="529" y="328"/>
                      <a:pt x="529" y="328"/>
                      <a:pt x="529" y="328"/>
                    </a:cubicBezTo>
                    <a:cubicBezTo>
                      <a:pt x="531" y="327"/>
                      <a:pt x="534" y="325"/>
                      <a:pt x="536" y="324"/>
                    </a:cubicBezTo>
                    <a:cubicBezTo>
                      <a:pt x="536" y="302"/>
                      <a:pt x="536" y="281"/>
                      <a:pt x="536" y="259"/>
                    </a:cubicBezTo>
                    <a:cubicBezTo>
                      <a:pt x="534" y="261"/>
                      <a:pt x="531" y="262"/>
                      <a:pt x="529" y="264"/>
                    </a:cubicBezTo>
                    <a:lnTo>
                      <a:pt x="529" y="230"/>
                    </a:lnTo>
                    <a:close/>
                    <a:moveTo>
                      <a:pt x="498" y="250"/>
                    </a:moveTo>
                    <a:cubicBezTo>
                      <a:pt x="529" y="230"/>
                      <a:pt x="529" y="230"/>
                      <a:pt x="529" y="230"/>
                    </a:cubicBezTo>
                    <a:cubicBezTo>
                      <a:pt x="529" y="264"/>
                      <a:pt x="529" y="264"/>
                      <a:pt x="529" y="264"/>
                    </a:cubicBezTo>
                    <a:cubicBezTo>
                      <a:pt x="527" y="265"/>
                      <a:pt x="524" y="267"/>
                      <a:pt x="522" y="268"/>
                    </a:cubicBezTo>
                    <a:cubicBezTo>
                      <a:pt x="522" y="289"/>
                      <a:pt x="522" y="310"/>
                      <a:pt x="522" y="332"/>
                    </a:cubicBezTo>
                    <a:cubicBezTo>
                      <a:pt x="524" y="330"/>
                      <a:pt x="527" y="329"/>
                      <a:pt x="529" y="328"/>
                    </a:cubicBezTo>
                    <a:cubicBezTo>
                      <a:pt x="529" y="356"/>
                      <a:pt x="529" y="356"/>
                      <a:pt x="529" y="356"/>
                    </a:cubicBezTo>
                    <a:cubicBezTo>
                      <a:pt x="522" y="359"/>
                      <a:pt x="522" y="359"/>
                      <a:pt x="522" y="359"/>
                    </a:cubicBezTo>
                    <a:cubicBezTo>
                      <a:pt x="522" y="381"/>
                      <a:pt x="522" y="402"/>
                      <a:pt x="522" y="423"/>
                    </a:cubicBezTo>
                    <a:cubicBezTo>
                      <a:pt x="524" y="422"/>
                      <a:pt x="527" y="421"/>
                      <a:pt x="529" y="420"/>
                    </a:cubicBezTo>
                    <a:cubicBezTo>
                      <a:pt x="529" y="448"/>
                      <a:pt x="529" y="448"/>
                      <a:pt x="529" y="448"/>
                    </a:cubicBezTo>
                    <a:cubicBezTo>
                      <a:pt x="527" y="449"/>
                      <a:pt x="524" y="450"/>
                      <a:pt x="522" y="451"/>
                    </a:cubicBezTo>
                    <a:cubicBezTo>
                      <a:pt x="522" y="472"/>
                      <a:pt x="522" y="493"/>
                      <a:pt x="522" y="515"/>
                    </a:cubicBezTo>
                    <a:cubicBezTo>
                      <a:pt x="524" y="514"/>
                      <a:pt x="527" y="513"/>
                      <a:pt x="529" y="512"/>
                    </a:cubicBezTo>
                    <a:cubicBezTo>
                      <a:pt x="529" y="540"/>
                      <a:pt x="529" y="540"/>
                      <a:pt x="529" y="540"/>
                    </a:cubicBezTo>
                    <a:cubicBezTo>
                      <a:pt x="522" y="542"/>
                      <a:pt x="522" y="542"/>
                      <a:pt x="522" y="542"/>
                    </a:cubicBezTo>
                    <a:cubicBezTo>
                      <a:pt x="522" y="564"/>
                      <a:pt x="522" y="585"/>
                      <a:pt x="522" y="606"/>
                    </a:cubicBezTo>
                    <a:cubicBezTo>
                      <a:pt x="524" y="606"/>
                      <a:pt x="527" y="605"/>
                      <a:pt x="529" y="604"/>
                    </a:cubicBezTo>
                    <a:cubicBezTo>
                      <a:pt x="529" y="632"/>
                      <a:pt x="529" y="632"/>
                      <a:pt x="529" y="632"/>
                    </a:cubicBezTo>
                    <a:cubicBezTo>
                      <a:pt x="522" y="634"/>
                      <a:pt x="522" y="634"/>
                      <a:pt x="522" y="634"/>
                    </a:cubicBezTo>
                    <a:cubicBezTo>
                      <a:pt x="522" y="655"/>
                      <a:pt x="522" y="676"/>
                      <a:pt x="522" y="698"/>
                    </a:cubicBezTo>
                    <a:cubicBezTo>
                      <a:pt x="529" y="697"/>
                      <a:pt x="529" y="697"/>
                      <a:pt x="529" y="697"/>
                    </a:cubicBezTo>
                    <a:cubicBezTo>
                      <a:pt x="529" y="725"/>
                      <a:pt x="529" y="725"/>
                      <a:pt x="529" y="725"/>
                    </a:cubicBezTo>
                    <a:cubicBezTo>
                      <a:pt x="527" y="725"/>
                      <a:pt x="524" y="725"/>
                      <a:pt x="522" y="725"/>
                    </a:cubicBezTo>
                    <a:cubicBezTo>
                      <a:pt x="522" y="747"/>
                      <a:pt x="522" y="768"/>
                      <a:pt x="522" y="789"/>
                    </a:cubicBezTo>
                    <a:cubicBezTo>
                      <a:pt x="524" y="789"/>
                      <a:pt x="527" y="789"/>
                      <a:pt x="529" y="789"/>
                    </a:cubicBezTo>
                    <a:cubicBezTo>
                      <a:pt x="529" y="829"/>
                      <a:pt x="529" y="829"/>
                      <a:pt x="529" y="829"/>
                    </a:cubicBezTo>
                    <a:cubicBezTo>
                      <a:pt x="498" y="829"/>
                      <a:pt x="498" y="829"/>
                      <a:pt x="498" y="829"/>
                    </a:cubicBezTo>
                    <a:cubicBezTo>
                      <a:pt x="498" y="790"/>
                      <a:pt x="498" y="790"/>
                      <a:pt x="498" y="790"/>
                    </a:cubicBezTo>
                    <a:cubicBezTo>
                      <a:pt x="500" y="790"/>
                      <a:pt x="502" y="790"/>
                      <a:pt x="505" y="790"/>
                    </a:cubicBezTo>
                    <a:cubicBezTo>
                      <a:pt x="505" y="769"/>
                      <a:pt x="505" y="748"/>
                      <a:pt x="505" y="727"/>
                    </a:cubicBezTo>
                    <a:cubicBezTo>
                      <a:pt x="502" y="728"/>
                      <a:pt x="500" y="728"/>
                      <a:pt x="498" y="728"/>
                    </a:cubicBezTo>
                    <a:cubicBezTo>
                      <a:pt x="498" y="701"/>
                      <a:pt x="498" y="701"/>
                      <a:pt x="498" y="701"/>
                    </a:cubicBezTo>
                    <a:cubicBezTo>
                      <a:pt x="505" y="700"/>
                      <a:pt x="505" y="700"/>
                      <a:pt x="505" y="700"/>
                    </a:cubicBezTo>
                    <a:cubicBezTo>
                      <a:pt x="505" y="679"/>
                      <a:pt x="505" y="658"/>
                      <a:pt x="505" y="638"/>
                    </a:cubicBezTo>
                    <a:cubicBezTo>
                      <a:pt x="498" y="639"/>
                      <a:pt x="498" y="639"/>
                      <a:pt x="498" y="639"/>
                    </a:cubicBezTo>
                    <a:cubicBezTo>
                      <a:pt x="498" y="612"/>
                      <a:pt x="498" y="612"/>
                      <a:pt x="498" y="612"/>
                    </a:cubicBezTo>
                    <a:cubicBezTo>
                      <a:pt x="500" y="611"/>
                      <a:pt x="502" y="611"/>
                      <a:pt x="505" y="610"/>
                    </a:cubicBezTo>
                    <a:cubicBezTo>
                      <a:pt x="505" y="589"/>
                      <a:pt x="505" y="569"/>
                      <a:pt x="505" y="548"/>
                    </a:cubicBezTo>
                    <a:cubicBezTo>
                      <a:pt x="502" y="549"/>
                      <a:pt x="500" y="549"/>
                      <a:pt x="498" y="550"/>
                    </a:cubicBezTo>
                    <a:cubicBezTo>
                      <a:pt x="498" y="434"/>
                      <a:pt x="498" y="434"/>
                      <a:pt x="498" y="434"/>
                    </a:cubicBezTo>
                    <a:cubicBezTo>
                      <a:pt x="500" y="433"/>
                      <a:pt x="502" y="432"/>
                      <a:pt x="505" y="431"/>
                    </a:cubicBezTo>
                    <a:cubicBezTo>
                      <a:pt x="505" y="410"/>
                      <a:pt x="505" y="389"/>
                      <a:pt x="505" y="368"/>
                    </a:cubicBezTo>
                    <a:cubicBezTo>
                      <a:pt x="502" y="369"/>
                      <a:pt x="500" y="371"/>
                      <a:pt x="498" y="372"/>
                    </a:cubicBezTo>
                    <a:lnTo>
                      <a:pt x="498" y="250"/>
                    </a:lnTo>
                    <a:close/>
                    <a:moveTo>
                      <a:pt x="466" y="270"/>
                    </a:moveTo>
                    <a:cubicBezTo>
                      <a:pt x="498" y="250"/>
                      <a:pt x="498" y="250"/>
                      <a:pt x="498" y="250"/>
                    </a:cubicBezTo>
                    <a:cubicBezTo>
                      <a:pt x="498" y="372"/>
                      <a:pt x="498" y="372"/>
                      <a:pt x="498" y="372"/>
                    </a:cubicBezTo>
                    <a:cubicBezTo>
                      <a:pt x="495" y="373"/>
                      <a:pt x="493" y="374"/>
                      <a:pt x="490" y="375"/>
                    </a:cubicBezTo>
                    <a:cubicBezTo>
                      <a:pt x="490" y="396"/>
                      <a:pt x="490" y="416"/>
                      <a:pt x="490" y="437"/>
                    </a:cubicBezTo>
                    <a:cubicBezTo>
                      <a:pt x="493" y="436"/>
                      <a:pt x="495" y="435"/>
                      <a:pt x="498" y="434"/>
                    </a:cubicBezTo>
                    <a:cubicBezTo>
                      <a:pt x="498" y="550"/>
                      <a:pt x="498" y="550"/>
                      <a:pt x="498" y="550"/>
                    </a:cubicBezTo>
                    <a:cubicBezTo>
                      <a:pt x="495" y="551"/>
                      <a:pt x="493" y="551"/>
                      <a:pt x="490" y="552"/>
                    </a:cubicBezTo>
                    <a:cubicBezTo>
                      <a:pt x="490" y="573"/>
                      <a:pt x="490" y="593"/>
                      <a:pt x="490" y="614"/>
                    </a:cubicBezTo>
                    <a:cubicBezTo>
                      <a:pt x="493" y="613"/>
                      <a:pt x="495" y="613"/>
                      <a:pt x="498" y="612"/>
                    </a:cubicBezTo>
                    <a:cubicBezTo>
                      <a:pt x="498" y="639"/>
                      <a:pt x="498" y="639"/>
                      <a:pt x="498" y="639"/>
                    </a:cubicBezTo>
                    <a:cubicBezTo>
                      <a:pt x="490" y="641"/>
                      <a:pt x="490" y="641"/>
                      <a:pt x="490" y="641"/>
                    </a:cubicBezTo>
                    <a:cubicBezTo>
                      <a:pt x="490" y="661"/>
                      <a:pt x="490" y="682"/>
                      <a:pt x="490" y="702"/>
                    </a:cubicBezTo>
                    <a:cubicBezTo>
                      <a:pt x="498" y="701"/>
                      <a:pt x="498" y="701"/>
                      <a:pt x="498" y="701"/>
                    </a:cubicBezTo>
                    <a:cubicBezTo>
                      <a:pt x="498" y="728"/>
                      <a:pt x="498" y="728"/>
                      <a:pt x="498" y="728"/>
                    </a:cubicBezTo>
                    <a:cubicBezTo>
                      <a:pt x="495" y="728"/>
                      <a:pt x="493" y="729"/>
                      <a:pt x="490" y="729"/>
                    </a:cubicBezTo>
                    <a:cubicBezTo>
                      <a:pt x="490" y="749"/>
                      <a:pt x="490" y="770"/>
                      <a:pt x="490" y="790"/>
                    </a:cubicBezTo>
                    <a:cubicBezTo>
                      <a:pt x="493" y="790"/>
                      <a:pt x="495" y="790"/>
                      <a:pt x="498" y="790"/>
                    </a:cubicBezTo>
                    <a:cubicBezTo>
                      <a:pt x="498" y="829"/>
                      <a:pt x="498" y="829"/>
                      <a:pt x="498" y="829"/>
                    </a:cubicBezTo>
                    <a:cubicBezTo>
                      <a:pt x="466" y="829"/>
                      <a:pt x="466" y="829"/>
                      <a:pt x="466" y="829"/>
                    </a:cubicBezTo>
                    <a:cubicBezTo>
                      <a:pt x="466" y="620"/>
                      <a:pt x="466" y="620"/>
                      <a:pt x="466" y="620"/>
                    </a:cubicBezTo>
                    <a:cubicBezTo>
                      <a:pt x="468" y="619"/>
                      <a:pt x="471" y="619"/>
                      <a:pt x="473" y="618"/>
                    </a:cubicBezTo>
                    <a:cubicBezTo>
                      <a:pt x="473" y="598"/>
                      <a:pt x="473" y="578"/>
                      <a:pt x="473" y="558"/>
                    </a:cubicBezTo>
                    <a:cubicBezTo>
                      <a:pt x="466" y="560"/>
                      <a:pt x="466" y="560"/>
                      <a:pt x="466" y="560"/>
                    </a:cubicBezTo>
                    <a:cubicBezTo>
                      <a:pt x="466" y="534"/>
                      <a:pt x="466" y="534"/>
                      <a:pt x="466" y="534"/>
                    </a:cubicBezTo>
                    <a:cubicBezTo>
                      <a:pt x="468" y="533"/>
                      <a:pt x="471" y="532"/>
                      <a:pt x="473" y="531"/>
                    </a:cubicBezTo>
                    <a:cubicBezTo>
                      <a:pt x="473" y="511"/>
                      <a:pt x="473" y="491"/>
                      <a:pt x="473" y="471"/>
                    </a:cubicBezTo>
                    <a:cubicBezTo>
                      <a:pt x="471" y="472"/>
                      <a:pt x="468" y="473"/>
                      <a:pt x="466" y="474"/>
                    </a:cubicBezTo>
                    <a:cubicBezTo>
                      <a:pt x="466" y="362"/>
                      <a:pt x="466" y="362"/>
                      <a:pt x="466" y="362"/>
                    </a:cubicBezTo>
                    <a:cubicBezTo>
                      <a:pt x="473" y="358"/>
                      <a:pt x="473" y="358"/>
                      <a:pt x="473" y="358"/>
                    </a:cubicBezTo>
                    <a:cubicBezTo>
                      <a:pt x="473" y="338"/>
                      <a:pt x="473" y="318"/>
                      <a:pt x="473" y="298"/>
                    </a:cubicBezTo>
                    <a:cubicBezTo>
                      <a:pt x="471" y="299"/>
                      <a:pt x="468" y="300"/>
                      <a:pt x="466" y="302"/>
                    </a:cubicBezTo>
                    <a:lnTo>
                      <a:pt x="466" y="270"/>
                    </a:lnTo>
                    <a:close/>
                    <a:moveTo>
                      <a:pt x="435" y="291"/>
                    </a:moveTo>
                    <a:cubicBezTo>
                      <a:pt x="466" y="270"/>
                      <a:pt x="466" y="270"/>
                      <a:pt x="466" y="270"/>
                    </a:cubicBezTo>
                    <a:cubicBezTo>
                      <a:pt x="466" y="302"/>
                      <a:pt x="466" y="302"/>
                      <a:pt x="466" y="302"/>
                    </a:cubicBezTo>
                    <a:cubicBezTo>
                      <a:pt x="464" y="303"/>
                      <a:pt x="461" y="305"/>
                      <a:pt x="459" y="306"/>
                    </a:cubicBezTo>
                    <a:cubicBezTo>
                      <a:pt x="459" y="326"/>
                      <a:pt x="459" y="346"/>
                      <a:pt x="459" y="366"/>
                    </a:cubicBezTo>
                    <a:cubicBezTo>
                      <a:pt x="466" y="362"/>
                      <a:pt x="466" y="362"/>
                      <a:pt x="466" y="362"/>
                    </a:cubicBezTo>
                    <a:cubicBezTo>
                      <a:pt x="466" y="474"/>
                      <a:pt x="466" y="474"/>
                      <a:pt x="466" y="474"/>
                    </a:cubicBezTo>
                    <a:cubicBezTo>
                      <a:pt x="464" y="475"/>
                      <a:pt x="461" y="476"/>
                      <a:pt x="459" y="477"/>
                    </a:cubicBezTo>
                    <a:cubicBezTo>
                      <a:pt x="459" y="497"/>
                      <a:pt x="459" y="516"/>
                      <a:pt x="459" y="536"/>
                    </a:cubicBezTo>
                    <a:cubicBezTo>
                      <a:pt x="461" y="535"/>
                      <a:pt x="464" y="534"/>
                      <a:pt x="466" y="534"/>
                    </a:cubicBezTo>
                    <a:cubicBezTo>
                      <a:pt x="466" y="560"/>
                      <a:pt x="466" y="560"/>
                      <a:pt x="466" y="560"/>
                    </a:cubicBezTo>
                    <a:cubicBezTo>
                      <a:pt x="459" y="562"/>
                      <a:pt x="459" y="562"/>
                      <a:pt x="459" y="562"/>
                    </a:cubicBezTo>
                    <a:cubicBezTo>
                      <a:pt x="459" y="582"/>
                      <a:pt x="459" y="602"/>
                      <a:pt x="459" y="621"/>
                    </a:cubicBezTo>
                    <a:cubicBezTo>
                      <a:pt x="461" y="621"/>
                      <a:pt x="464" y="620"/>
                      <a:pt x="466" y="620"/>
                    </a:cubicBezTo>
                    <a:cubicBezTo>
                      <a:pt x="466" y="829"/>
                      <a:pt x="466" y="829"/>
                      <a:pt x="466" y="829"/>
                    </a:cubicBezTo>
                    <a:cubicBezTo>
                      <a:pt x="435" y="829"/>
                      <a:pt x="435" y="829"/>
                      <a:pt x="435" y="829"/>
                    </a:cubicBezTo>
                    <a:cubicBezTo>
                      <a:pt x="435" y="793"/>
                      <a:pt x="435" y="793"/>
                      <a:pt x="435" y="793"/>
                    </a:cubicBezTo>
                    <a:cubicBezTo>
                      <a:pt x="437" y="793"/>
                      <a:pt x="439" y="793"/>
                      <a:pt x="442" y="793"/>
                    </a:cubicBezTo>
                    <a:cubicBezTo>
                      <a:pt x="442" y="773"/>
                      <a:pt x="442" y="754"/>
                      <a:pt x="442" y="734"/>
                    </a:cubicBezTo>
                    <a:cubicBezTo>
                      <a:pt x="439" y="735"/>
                      <a:pt x="437" y="735"/>
                      <a:pt x="435" y="735"/>
                    </a:cubicBezTo>
                    <a:cubicBezTo>
                      <a:pt x="435" y="710"/>
                      <a:pt x="435" y="710"/>
                      <a:pt x="435" y="710"/>
                    </a:cubicBezTo>
                    <a:cubicBezTo>
                      <a:pt x="442" y="709"/>
                      <a:pt x="442" y="709"/>
                      <a:pt x="442" y="709"/>
                    </a:cubicBezTo>
                    <a:cubicBezTo>
                      <a:pt x="442" y="690"/>
                      <a:pt x="442" y="670"/>
                      <a:pt x="442" y="651"/>
                    </a:cubicBezTo>
                    <a:cubicBezTo>
                      <a:pt x="439" y="651"/>
                      <a:pt x="437" y="652"/>
                      <a:pt x="435" y="652"/>
                    </a:cubicBezTo>
                    <a:cubicBezTo>
                      <a:pt x="435" y="627"/>
                      <a:pt x="435" y="627"/>
                      <a:pt x="435" y="627"/>
                    </a:cubicBezTo>
                    <a:cubicBezTo>
                      <a:pt x="437" y="627"/>
                      <a:pt x="439" y="626"/>
                      <a:pt x="442" y="626"/>
                    </a:cubicBezTo>
                    <a:cubicBezTo>
                      <a:pt x="442" y="606"/>
                      <a:pt x="442" y="587"/>
                      <a:pt x="442" y="567"/>
                    </a:cubicBezTo>
                    <a:cubicBezTo>
                      <a:pt x="439" y="568"/>
                      <a:pt x="437" y="569"/>
                      <a:pt x="435" y="570"/>
                    </a:cubicBezTo>
                    <a:lnTo>
                      <a:pt x="435" y="291"/>
                    </a:lnTo>
                    <a:close/>
                    <a:moveTo>
                      <a:pt x="403" y="311"/>
                    </a:moveTo>
                    <a:cubicBezTo>
                      <a:pt x="435" y="291"/>
                      <a:pt x="435" y="291"/>
                      <a:pt x="435" y="291"/>
                    </a:cubicBezTo>
                    <a:cubicBezTo>
                      <a:pt x="435" y="570"/>
                      <a:pt x="435" y="570"/>
                      <a:pt x="435" y="570"/>
                    </a:cubicBezTo>
                    <a:cubicBezTo>
                      <a:pt x="432" y="570"/>
                      <a:pt x="430" y="571"/>
                      <a:pt x="427" y="572"/>
                    </a:cubicBezTo>
                    <a:cubicBezTo>
                      <a:pt x="427" y="591"/>
                      <a:pt x="427" y="610"/>
                      <a:pt x="427" y="629"/>
                    </a:cubicBezTo>
                    <a:cubicBezTo>
                      <a:pt x="430" y="628"/>
                      <a:pt x="432" y="628"/>
                      <a:pt x="435" y="627"/>
                    </a:cubicBezTo>
                    <a:cubicBezTo>
                      <a:pt x="435" y="652"/>
                      <a:pt x="435" y="652"/>
                      <a:pt x="435" y="652"/>
                    </a:cubicBezTo>
                    <a:cubicBezTo>
                      <a:pt x="432" y="653"/>
                      <a:pt x="430" y="653"/>
                      <a:pt x="427" y="654"/>
                    </a:cubicBezTo>
                    <a:cubicBezTo>
                      <a:pt x="427" y="673"/>
                      <a:pt x="427" y="692"/>
                      <a:pt x="427" y="711"/>
                    </a:cubicBezTo>
                    <a:cubicBezTo>
                      <a:pt x="435" y="710"/>
                      <a:pt x="435" y="710"/>
                      <a:pt x="435" y="710"/>
                    </a:cubicBezTo>
                    <a:cubicBezTo>
                      <a:pt x="435" y="735"/>
                      <a:pt x="435" y="735"/>
                      <a:pt x="435" y="735"/>
                    </a:cubicBezTo>
                    <a:cubicBezTo>
                      <a:pt x="432" y="735"/>
                      <a:pt x="430" y="736"/>
                      <a:pt x="427" y="736"/>
                    </a:cubicBezTo>
                    <a:cubicBezTo>
                      <a:pt x="427" y="755"/>
                      <a:pt x="427" y="774"/>
                      <a:pt x="427" y="793"/>
                    </a:cubicBezTo>
                    <a:cubicBezTo>
                      <a:pt x="430" y="793"/>
                      <a:pt x="432" y="793"/>
                      <a:pt x="435" y="793"/>
                    </a:cubicBezTo>
                    <a:cubicBezTo>
                      <a:pt x="435" y="829"/>
                      <a:pt x="435" y="829"/>
                      <a:pt x="435" y="829"/>
                    </a:cubicBezTo>
                    <a:cubicBezTo>
                      <a:pt x="403" y="829"/>
                      <a:pt x="403" y="829"/>
                      <a:pt x="403" y="829"/>
                    </a:cubicBezTo>
                    <a:cubicBezTo>
                      <a:pt x="403" y="715"/>
                      <a:pt x="403" y="715"/>
                      <a:pt x="403" y="715"/>
                    </a:cubicBezTo>
                    <a:cubicBezTo>
                      <a:pt x="410" y="714"/>
                      <a:pt x="410" y="714"/>
                      <a:pt x="410" y="714"/>
                    </a:cubicBezTo>
                    <a:cubicBezTo>
                      <a:pt x="410" y="695"/>
                      <a:pt x="410" y="676"/>
                      <a:pt x="410" y="657"/>
                    </a:cubicBezTo>
                    <a:cubicBezTo>
                      <a:pt x="408" y="658"/>
                      <a:pt x="405" y="659"/>
                      <a:pt x="403" y="659"/>
                    </a:cubicBezTo>
                    <a:cubicBezTo>
                      <a:pt x="403" y="555"/>
                      <a:pt x="403" y="555"/>
                      <a:pt x="403" y="555"/>
                    </a:cubicBezTo>
                    <a:cubicBezTo>
                      <a:pt x="410" y="553"/>
                      <a:pt x="410" y="553"/>
                      <a:pt x="410" y="553"/>
                    </a:cubicBezTo>
                    <a:cubicBezTo>
                      <a:pt x="410" y="534"/>
                      <a:pt x="410" y="515"/>
                      <a:pt x="410" y="497"/>
                    </a:cubicBezTo>
                    <a:cubicBezTo>
                      <a:pt x="408" y="498"/>
                      <a:pt x="405" y="499"/>
                      <a:pt x="403" y="500"/>
                    </a:cubicBezTo>
                    <a:cubicBezTo>
                      <a:pt x="403" y="475"/>
                      <a:pt x="403" y="475"/>
                      <a:pt x="403" y="475"/>
                    </a:cubicBezTo>
                    <a:cubicBezTo>
                      <a:pt x="410" y="472"/>
                      <a:pt x="410" y="472"/>
                      <a:pt x="410" y="472"/>
                    </a:cubicBezTo>
                    <a:cubicBezTo>
                      <a:pt x="410" y="454"/>
                      <a:pt x="410" y="435"/>
                      <a:pt x="410" y="416"/>
                    </a:cubicBezTo>
                    <a:cubicBezTo>
                      <a:pt x="403" y="420"/>
                      <a:pt x="403" y="420"/>
                      <a:pt x="403" y="420"/>
                    </a:cubicBezTo>
                    <a:cubicBezTo>
                      <a:pt x="403" y="396"/>
                      <a:pt x="403" y="396"/>
                      <a:pt x="403" y="396"/>
                    </a:cubicBezTo>
                    <a:cubicBezTo>
                      <a:pt x="405" y="394"/>
                      <a:pt x="408" y="393"/>
                      <a:pt x="410" y="392"/>
                    </a:cubicBezTo>
                    <a:cubicBezTo>
                      <a:pt x="410" y="373"/>
                      <a:pt x="410" y="354"/>
                      <a:pt x="410" y="336"/>
                    </a:cubicBezTo>
                    <a:cubicBezTo>
                      <a:pt x="403" y="340"/>
                      <a:pt x="403" y="340"/>
                      <a:pt x="403" y="340"/>
                    </a:cubicBezTo>
                    <a:lnTo>
                      <a:pt x="403" y="311"/>
                    </a:lnTo>
                    <a:close/>
                    <a:moveTo>
                      <a:pt x="337" y="95"/>
                    </a:moveTo>
                    <a:cubicBezTo>
                      <a:pt x="376" y="95"/>
                      <a:pt x="376" y="95"/>
                      <a:pt x="376" y="95"/>
                    </a:cubicBezTo>
                    <a:cubicBezTo>
                      <a:pt x="376" y="328"/>
                      <a:pt x="376" y="328"/>
                      <a:pt x="376" y="328"/>
                    </a:cubicBezTo>
                    <a:cubicBezTo>
                      <a:pt x="403" y="311"/>
                      <a:pt x="403" y="311"/>
                      <a:pt x="403" y="311"/>
                    </a:cubicBezTo>
                    <a:cubicBezTo>
                      <a:pt x="403" y="340"/>
                      <a:pt x="403" y="340"/>
                      <a:pt x="403" y="340"/>
                    </a:cubicBezTo>
                    <a:cubicBezTo>
                      <a:pt x="396" y="344"/>
                      <a:pt x="396" y="344"/>
                      <a:pt x="396" y="344"/>
                    </a:cubicBezTo>
                    <a:cubicBezTo>
                      <a:pt x="396" y="363"/>
                      <a:pt x="396" y="381"/>
                      <a:pt x="396" y="399"/>
                    </a:cubicBezTo>
                    <a:cubicBezTo>
                      <a:pt x="398" y="398"/>
                      <a:pt x="401" y="397"/>
                      <a:pt x="403" y="396"/>
                    </a:cubicBezTo>
                    <a:cubicBezTo>
                      <a:pt x="403" y="420"/>
                      <a:pt x="403" y="420"/>
                      <a:pt x="403" y="420"/>
                    </a:cubicBezTo>
                    <a:cubicBezTo>
                      <a:pt x="396" y="423"/>
                      <a:pt x="396" y="423"/>
                      <a:pt x="396" y="423"/>
                    </a:cubicBezTo>
                    <a:cubicBezTo>
                      <a:pt x="396" y="442"/>
                      <a:pt x="396" y="460"/>
                      <a:pt x="396" y="479"/>
                    </a:cubicBezTo>
                    <a:cubicBezTo>
                      <a:pt x="403" y="475"/>
                      <a:pt x="403" y="475"/>
                      <a:pt x="403" y="475"/>
                    </a:cubicBezTo>
                    <a:cubicBezTo>
                      <a:pt x="403" y="500"/>
                      <a:pt x="403" y="500"/>
                      <a:pt x="403" y="500"/>
                    </a:cubicBezTo>
                    <a:cubicBezTo>
                      <a:pt x="401" y="501"/>
                      <a:pt x="398" y="502"/>
                      <a:pt x="396" y="502"/>
                    </a:cubicBezTo>
                    <a:cubicBezTo>
                      <a:pt x="396" y="521"/>
                      <a:pt x="396" y="539"/>
                      <a:pt x="396" y="557"/>
                    </a:cubicBezTo>
                    <a:cubicBezTo>
                      <a:pt x="403" y="555"/>
                      <a:pt x="403" y="555"/>
                      <a:pt x="403" y="555"/>
                    </a:cubicBezTo>
                    <a:cubicBezTo>
                      <a:pt x="403" y="659"/>
                      <a:pt x="403" y="659"/>
                      <a:pt x="403" y="659"/>
                    </a:cubicBezTo>
                    <a:cubicBezTo>
                      <a:pt x="401" y="660"/>
                      <a:pt x="398" y="660"/>
                      <a:pt x="396" y="660"/>
                    </a:cubicBezTo>
                    <a:cubicBezTo>
                      <a:pt x="396" y="679"/>
                      <a:pt x="396" y="697"/>
                      <a:pt x="396" y="716"/>
                    </a:cubicBezTo>
                    <a:cubicBezTo>
                      <a:pt x="403" y="715"/>
                      <a:pt x="403" y="715"/>
                      <a:pt x="403" y="715"/>
                    </a:cubicBezTo>
                    <a:cubicBezTo>
                      <a:pt x="403" y="829"/>
                      <a:pt x="403" y="829"/>
                      <a:pt x="403" y="829"/>
                    </a:cubicBezTo>
                    <a:cubicBezTo>
                      <a:pt x="337" y="829"/>
                      <a:pt x="337" y="829"/>
                      <a:pt x="337" y="829"/>
                    </a:cubicBezTo>
                    <a:cubicBezTo>
                      <a:pt x="337" y="795"/>
                      <a:pt x="337" y="795"/>
                      <a:pt x="337" y="795"/>
                    </a:cubicBezTo>
                    <a:cubicBezTo>
                      <a:pt x="347" y="795"/>
                      <a:pt x="347" y="795"/>
                      <a:pt x="347" y="795"/>
                    </a:cubicBezTo>
                    <a:cubicBezTo>
                      <a:pt x="347" y="742"/>
                      <a:pt x="347" y="742"/>
                      <a:pt x="347" y="742"/>
                    </a:cubicBezTo>
                    <a:cubicBezTo>
                      <a:pt x="337" y="742"/>
                      <a:pt x="337" y="742"/>
                      <a:pt x="337" y="742"/>
                    </a:cubicBezTo>
                    <a:cubicBezTo>
                      <a:pt x="337" y="718"/>
                      <a:pt x="337" y="718"/>
                      <a:pt x="337" y="718"/>
                    </a:cubicBezTo>
                    <a:cubicBezTo>
                      <a:pt x="347" y="718"/>
                      <a:pt x="347" y="718"/>
                      <a:pt x="347" y="718"/>
                    </a:cubicBezTo>
                    <a:cubicBezTo>
                      <a:pt x="347" y="665"/>
                      <a:pt x="347" y="665"/>
                      <a:pt x="347" y="665"/>
                    </a:cubicBezTo>
                    <a:cubicBezTo>
                      <a:pt x="337" y="665"/>
                      <a:pt x="337" y="665"/>
                      <a:pt x="337" y="665"/>
                    </a:cubicBezTo>
                    <a:cubicBezTo>
                      <a:pt x="337" y="641"/>
                      <a:pt x="337" y="641"/>
                      <a:pt x="337" y="641"/>
                    </a:cubicBezTo>
                    <a:cubicBezTo>
                      <a:pt x="347" y="641"/>
                      <a:pt x="347" y="641"/>
                      <a:pt x="347" y="641"/>
                    </a:cubicBezTo>
                    <a:cubicBezTo>
                      <a:pt x="347" y="588"/>
                      <a:pt x="347" y="588"/>
                      <a:pt x="347" y="588"/>
                    </a:cubicBezTo>
                    <a:cubicBezTo>
                      <a:pt x="337" y="588"/>
                      <a:pt x="337" y="588"/>
                      <a:pt x="337" y="588"/>
                    </a:cubicBezTo>
                    <a:cubicBezTo>
                      <a:pt x="337" y="487"/>
                      <a:pt x="337" y="487"/>
                      <a:pt x="337" y="487"/>
                    </a:cubicBezTo>
                    <a:cubicBezTo>
                      <a:pt x="347" y="487"/>
                      <a:pt x="347" y="487"/>
                      <a:pt x="347" y="487"/>
                    </a:cubicBezTo>
                    <a:cubicBezTo>
                      <a:pt x="347" y="433"/>
                      <a:pt x="347" y="433"/>
                      <a:pt x="347" y="433"/>
                    </a:cubicBezTo>
                    <a:cubicBezTo>
                      <a:pt x="337" y="433"/>
                      <a:pt x="337" y="433"/>
                      <a:pt x="337" y="433"/>
                    </a:cubicBezTo>
                    <a:cubicBezTo>
                      <a:pt x="337" y="410"/>
                      <a:pt x="337" y="410"/>
                      <a:pt x="337" y="410"/>
                    </a:cubicBezTo>
                    <a:cubicBezTo>
                      <a:pt x="347" y="410"/>
                      <a:pt x="347" y="410"/>
                      <a:pt x="347" y="410"/>
                    </a:cubicBezTo>
                    <a:cubicBezTo>
                      <a:pt x="347" y="356"/>
                      <a:pt x="347" y="356"/>
                      <a:pt x="347" y="356"/>
                    </a:cubicBezTo>
                    <a:cubicBezTo>
                      <a:pt x="337" y="356"/>
                      <a:pt x="337" y="356"/>
                      <a:pt x="337" y="356"/>
                    </a:cubicBezTo>
                    <a:cubicBezTo>
                      <a:pt x="337" y="333"/>
                      <a:pt x="337" y="333"/>
                      <a:pt x="337" y="333"/>
                    </a:cubicBezTo>
                    <a:cubicBezTo>
                      <a:pt x="347" y="333"/>
                      <a:pt x="347" y="333"/>
                      <a:pt x="347" y="333"/>
                    </a:cubicBezTo>
                    <a:cubicBezTo>
                      <a:pt x="347" y="279"/>
                      <a:pt x="347" y="279"/>
                      <a:pt x="347" y="279"/>
                    </a:cubicBezTo>
                    <a:cubicBezTo>
                      <a:pt x="337" y="279"/>
                      <a:pt x="337" y="279"/>
                      <a:pt x="337" y="279"/>
                    </a:cubicBezTo>
                    <a:cubicBezTo>
                      <a:pt x="337" y="256"/>
                      <a:pt x="337" y="256"/>
                      <a:pt x="337" y="256"/>
                    </a:cubicBezTo>
                    <a:cubicBezTo>
                      <a:pt x="347" y="256"/>
                      <a:pt x="347" y="256"/>
                      <a:pt x="347" y="256"/>
                    </a:cubicBezTo>
                    <a:cubicBezTo>
                      <a:pt x="347" y="202"/>
                      <a:pt x="347" y="202"/>
                      <a:pt x="347" y="202"/>
                    </a:cubicBezTo>
                    <a:cubicBezTo>
                      <a:pt x="337" y="202"/>
                      <a:pt x="337" y="202"/>
                      <a:pt x="337" y="202"/>
                    </a:cubicBezTo>
                    <a:cubicBezTo>
                      <a:pt x="337" y="179"/>
                      <a:pt x="337" y="179"/>
                      <a:pt x="337" y="179"/>
                    </a:cubicBezTo>
                    <a:cubicBezTo>
                      <a:pt x="347" y="179"/>
                      <a:pt x="347" y="179"/>
                      <a:pt x="347" y="179"/>
                    </a:cubicBezTo>
                    <a:cubicBezTo>
                      <a:pt x="347" y="125"/>
                      <a:pt x="347" y="125"/>
                      <a:pt x="347" y="125"/>
                    </a:cubicBezTo>
                    <a:cubicBezTo>
                      <a:pt x="337" y="125"/>
                      <a:pt x="337" y="125"/>
                      <a:pt x="337" y="125"/>
                    </a:cubicBezTo>
                    <a:lnTo>
                      <a:pt x="337" y="95"/>
                    </a:lnTo>
                    <a:close/>
                    <a:moveTo>
                      <a:pt x="244" y="95"/>
                    </a:moveTo>
                    <a:cubicBezTo>
                      <a:pt x="337" y="95"/>
                      <a:pt x="337" y="95"/>
                      <a:pt x="337" y="95"/>
                    </a:cubicBezTo>
                    <a:cubicBezTo>
                      <a:pt x="337" y="125"/>
                      <a:pt x="337" y="125"/>
                      <a:pt x="337" y="125"/>
                    </a:cubicBezTo>
                    <a:cubicBezTo>
                      <a:pt x="244" y="125"/>
                      <a:pt x="244" y="125"/>
                      <a:pt x="244" y="125"/>
                    </a:cubicBezTo>
                    <a:cubicBezTo>
                      <a:pt x="244" y="95"/>
                      <a:pt x="244" y="95"/>
                      <a:pt x="244" y="95"/>
                    </a:cubicBezTo>
                    <a:close/>
                    <a:moveTo>
                      <a:pt x="337" y="829"/>
                    </a:moveTo>
                    <a:cubicBezTo>
                      <a:pt x="244" y="829"/>
                      <a:pt x="244" y="829"/>
                      <a:pt x="244" y="829"/>
                    </a:cubicBezTo>
                    <a:cubicBezTo>
                      <a:pt x="244" y="795"/>
                      <a:pt x="244" y="795"/>
                      <a:pt x="244" y="795"/>
                    </a:cubicBezTo>
                    <a:cubicBezTo>
                      <a:pt x="337" y="795"/>
                      <a:pt x="337" y="795"/>
                      <a:pt x="337" y="795"/>
                    </a:cubicBezTo>
                    <a:cubicBezTo>
                      <a:pt x="337" y="829"/>
                      <a:pt x="337" y="829"/>
                      <a:pt x="337" y="829"/>
                    </a:cubicBezTo>
                    <a:close/>
                    <a:moveTo>
                      <a:pt x="337" y="179"/>
                    </a:moveTo>
                    <a:cubicBezTo>
                      <a:pt x="337" y="202"/>
                      <a:pt x="337" y="202"/>
                      <a:pt x="337" y="202"/>
                    </a:cubicBezTo>
                    <a:cubicBezTo>
                      <a:pt x="326" y="202"/>
                      <a:pt x="326" y="202"/>
                      <a:pt x="326" y="202"/>
                    </a:cubicBezTo>
                    <a:cubicBezTo>
                      <a:pt x="326" y="256"/>
                      <a:pt x="326" y="256"/>
                      <a:pt x="326" y="256"/>
                    </a:cubicBezTo>
                    <a:cubicBezTo>
                      <a:pt x="337" y="256"/>
                      <a:pt x="337" y="256"/>
                      <a:pt x="337" y="256"/>
                    </a:cubicBezTo>
                    <a:cubicBezTo>
                      <a:pt x="337" y="279"/>
                      <a:pt x="337" y="279"/>
                      <a:pt x="337" y="279"/>
                    </a:cubicBezTo>
                    <a:cubicBezTo>
                      <a:pt x="280" y="279"/>
                      <a:pt x="280" y="279"/>
                      <a:pt x="280" y="279"/>
                    </a:cubicBezTo>
                    <a:cubicBezTo>
                      <a:pt x="280" y="333"/>
                      <a:pt x="280" y="333"/>
                      <a:pt x="280" y="333"/>
                    </a:cubicBezTo>
                    <a:cubicBezTo>
                      <a:pt x="337" y="333"/>
                      <a:pt x="337" y="333"/>
                      <a:pt x="337" y="333"/>
                    </a:cubicBezTo>
                    <a:cubicBezTo>
                      <a:pt x="337" y="356"/>
                      <a:pt x="337" y="356"/>
                      <a:pt x="337" y="356"/>
                    </a:cubicBezTo>
                    <a:cubicBezTo>
                      <a:pt x="326" y="356"/>
                      <a:pt x="326" y="356"/>
                      <a:pt x="326" y="356"/>
                    </a:cubicBezTo>
                    <a:cubicBezTo>
                      <a:pt x="326" y="410"/>
                      <a:pt x="326" y="410"/>
                      <a:pt x="326" y="410"/>
                    </a:cubicBezTo>
                    <a:cubicBezTo>
                      <a:pt x="337" y="410"/>
                      <a:pt x="337" y="410"/>
                      <a:pt x="337" y="410"/>
                    </a:cubicBezTo>
                    <a:cubicBezTo>
                      <a:pt x="337" y="433"/>
                      <a:pt x="337" y="433"/>
                      <a:pt x="337" y="433"/>
                    </a:cubicBezTo>
                    <a:cubicBezTo>
                      <a:pt x="244" y="433"/>
                      <a:pt x="244" y="433"/>
                      <a:pt x="244" y="433"/>
                    </a:cubicBezTo>
                    <a:cubicBezTo>
                      <a:pt x="244" y="410"/>
                      <a:pt x="244" y="410"/>
                      <a:pt x="244" y="410"/>
                    </a:cubicBezTo>
                    <a:cubicBezTo>
                      <a:pt x="301" y="410"/>
                      <a:pt x="301" y="410"/>
                      <a:pt x="301" y="410"/>
                    </a:cubicBezTo>
                    <a:cubicBezTo>
                      <a:pt x="301" y="356"/>
                      <a:pt x="301" y="356"/>
                      <a:pt x="301" y="356"/>
                    </a:cubicBezTo>
                    <a:cubicBezTo>
                      <a:pt x="244" y="356"/>
                      <a:pt x="244" y="356"/>
                      <a:pt x="244" y="356"/>
                    </a:cubicBezTo>
                    <a:cubicBezTo>
                      <a:pt x="244" y="333"/>
                      <a:pt x="244" y="333"/>
                      <a:pt x="244" y="333"/>
                    </a:cubicBezTo>
                    <a:cubicBezTo>
                      <a:pt x="254" y="333"/>
                      <a:pt x="254" y="333"/>
                      <a:pt x="254" y="333"/>
                    </a:cubicBezTo>
                    <a:cubicBezTo>
                      <a:pt x="254" y="279"/>
                      <a:pt x="254" y="279"/>
                      <a:pt x="254" y="279"/>
                    </a:cubicBezTo>
                    <a:cubicBezTo>
                      <a:pt x="244" y="279"/>
                      <a:pt x="244" y="279"/>
                      <a:pt x="244" y="279"/>
                    </a:cubicBezTo>
                    <a:cubicBezTo>
                      <a:pt x="244" y="256"/>
                      <a:pt x="244" y="256"/>
                      <a:pt x="244" y="256"/>
                    </a:cubicBezTo>
                    <a:cubicBezTo>
                      <a:pt x="301" y="256"/>
                      <a:pt x="301" y="256"/>
                      <a:pt x="301" y="256"/>
                    </a:cubicBezTo>
                    <a:cubicBezTo>
                      <a:pt x="301" y="202"/>
                      <a:pt x="301" y="202"/>
                      <a:pt x="301" y="202"/>
                    </a:cubicBezTo>
                    <a:cubicBezTo>
                      <a:pt x="244" y="202"/>
                      <a:pt x="244" y="202"/>
                      <a:pt x="244" y="202"/>
                    </a:cubicBezTo>
                    <a:cubicBezTo>
                      <a:pt x="244" y="179"/>
                      <a:pt x="244" y="179"/>
                      <a:pt x="244" y="179"/>
                    </a:cubicBezTo>
                    <a:cubicBezTo>
                      <a:pt x="337" y="179"/>
                      <a:pt x="337" y="179"/>
                      <a:pt x="337" y="179"/>
                    </a:cubicBezTo>
                    <a:close/>
                    <a:moveTo>
                      <a:pt x="337" y="487"/>
                    </a:moveTo>
                    <a:cubicBezTo>
                      <a:pt x="337" y="588"/>
                      <a:pt x="337" y="588"/>
                      <a:pt x="337" y="588"/>
                    </a:cubicBezTo>
                    <a:cubicBezTo>
                      <a:pt x="280" y="588"/>
                      <a:pt x="280" y="588"/>
                      <a:pt x="280" y="588"/>
                    </a:cubicBezTo>
                    <a:cubicBezTo>
                      <a:pt x="280" y="641"/>
                      <a:pt x="280" y="641"/>
                      <a:pt x="280" y="641"/>
                    </a:cubicBezTo>
                    <a:cubicBezTo>
                      <a:pt x="337" y="641"/>
                      <a:pt x="337" y="641"/>
                      <a:pt x="337" y="641"/>
                    </a:cubicBezTo>
                    <a:cubicBezTo>
                      <a:pt x="337" y="665"/>
                      <a:pt x="337" y="665"/>
                      <a:pt x="337" y="665"/>
                    </a:cubicBezTo>
                    <a:cubicBezTo>
                      <a:pt x="326" y="665"/>
                      <a:pt x="326" y="665"/>
                      <a:pt x="326" y="665"/>
                    </a:cubicBezTo>
                    <a:cubicBezTo>
                      <a:pt x="326" y="718"/>
                      <a:pt x="326" y="718"/>
                      <a:pt x="326" y="718"/>
                    </a:cubicBezTo>
                    <a:cubicBezTo>
                      <a:pt x="337" y="718"/>
                      <a:pt x="337" y="718"/>
                      <a:pt x="337" y="718"/>
                    </a:cubicBezTo>
                    <a:cubicBezTo>
                      <a:pt x="337" y="742"/>
                      <a:pt x="337" y="742"/>
                      <a:pt x="337" y="742"/>
                    </a:cubicBezTo>
                    <a:cubicBezTo>
                      <a:pt x="244" y="742"/>
                      <a:pt x="244" y="742"/>
                      <a:pt x="244" y="742"/>
                    </a:cubicBezTo>
                    <a:cubicBezTo>
                      <a:pt x="244" y="718"/>
                      <a:pt x="244" y="718"/>
                      <a:pt x="244" y="718"/>
                    </a:cubicBezTo>
                    <a:cubicBezTo>
                      <a:pt x="254" y="718"/>
                      <a:pt x="254" y="718"/>
                      <a:pt x="254" y="718"/>
                    </a:cubicBezTo>
                    <a:cubicBezTo>
                      <a:pt x="254" y="665"/>
                      <a:pt x="254" y="665"/>
                      <a:pt x="254" y="665"/>
                    </a:cubicBezTo>
                    <a:cubicBezTo>
                      <a:pt x="244" y="665"/>
                      <a:pt x="244" y="665"/>
                      <a:pt x="244" y="665"/>
                    </a:cubicBezTo>
                    <a:cubicBezTo>
                      <a:pt x="244" y="564"/>
                      <a:pt x="244" y="564"/>
                      <a:pt x="244" y="564"/>
                    </a:cubicBezTo>
                    <a:cubicBezTo>
                      <a:pt x="301" y="564"/>
                      <a:pt x="301" y="564"/>
                      <a:pt x="301" y="564"/>
                    </a:cubicBezTo>
                    <a:cubicBezTo>
                      <a:pt x="301" y="510"/>
                      <a:pt x="301" y="510"/>
                      <a:pt x="301" y="510"/>
                    </a:cubicBezTo>
                    <a:cubicBezTo>
                      <a:pt x="244" y="510"/>
                      <a:pt x="244" y="510"/>
                      <a:pt x="244" y="510"/>
                    </a:cubicBezTo>
                    <a:cubicBezTo>
                      <a:pt x="244" y="487"/>
                      <a:pt x="244" y="487"/>
                      <a:pt x="244" y="487"/>
                    </a:cubicBezTo>
                    <a:lnTo>
                      <a:pt x="337" y="487"/>
                    </a:lnTo>
                    <a:close/>
                    <a:moveTo>
                      <a:pt x="220" y="95"/>
                    </a:moveTo>
                    <a:cubicBezTo>
                      <a:pt x="244" y="95"/>
                      <a:pt x="244" y="95"/>
                      <a:pt x="244" y="95"/>
                    </a:cubicBezTo>
                    <a:cubicBezTo>
                      <a:pt x="244" y="125"/>
                      <a:pt x="244" y="125"/>
                      <a:pt x="244" y="125"/>
                    </a:cubicBezTo>
                    <a:cubicBezTo>
                      <a:pt x="233" y="125"/>
                      <a:pt x="233" y="125"/>
                      <a:pt x="233" y="125"/>
                    </a:cubicBezTo>
                    <a:cubicBezTo>
                      <a:pt x="233" y="179"/>
                      <a:pt x="233" y="179"/>
                      <a:pt x="233" y="179"/>
                    </a:cubicBezTo>
                    <a:cubicBezTo>
                      <a:pt x="244" y="179"/>
                      <a:pt x="244" y="179"/>
                      <a:pt x="244" y="179"/>
                    </a:cubicBezTo>
                    <a:cubicBezTo>
                      <a:pt x="244" y="202"/>
                      <a:pt x="244" y="202"/>
                      <a:pt x="244" y="202"/>
                    </a:cubicBezTo>
                    <a:cubicBezTo>
                      <a:pt x="220" y="202"/>
                      <a:pt x="220" y="202"/>
                      <a:pt x="220" y="202"/>
                    </a:cubicBezTo>
                    <a:cubicBezTo>
                      <a:pt x="220" y="95"/>
                      <a:pt x="220" y="95"/>
                      <a:pt x="220" y="95"/>
                    </a:cubicBezTo>
                    <a:close/>
                    <a:moveTo>
                      <a:pt x="244" y="829"/>
                    </a:moveTo>
                    <a:cubicBezTo>
                      <a:pt x="220" y="829"/>
                      <a:pt x="220" y="829"/>
                      <a:pt x="220" y="829"/>
                    </a:cubicBezTo>
                    <a:cubicBezTo>
                      <a:pt x="220" y="795"/>
                      <a:pt x="220" y="795"/>
                      <a:pt x="220" y="795"/>
                    </a:cubicBezTo>
                    <a:cubicBezTo>
                      <a:pt x="244" y="795"/>
                      <a:pt x="244" y="795"/>
                      <a:pt x="244" y="795"/>
                    </a:cubicBezTo>
                    <a:cubicBezTo>
                      <a:pt x="244" y="829"/>
                      <a:pt x="244" y="829"/>
                      <a:pt x="244" y="829"/>
                    </a:cubicBezTo>
                    <a:close/>
                    <a:moveTo>
                      <a:pt x="244" y="256"/>
                    </a:moveTo>
                    <a:cubicBezTo>
                      <a:pt x="244" y="279"/>
                      <a:pt x="244" y="279"/>
                      <a:pt x="244" y="279"/>
                    </a:cubicBezTo>
                    <a:cubicBezTo>
                      <a:pt x="233" y="279"/>
                      <a:pt x="233" y="279"/>
                      <a:pt x="233" y="279"/>
                    </a:cubicBezTo>
                    <a:cubicBezTo>
                      <a:pt x="233" y="333"/>
                      <a:pt x="233" y="333"/>
                      <a:pt x="233" y="333"/>
                    </a:cubicBezTo>
                    <a:cubicBezTo>
                      <a:pt x="244" y="333"/>
                      <a:pt x="244" y="333"/>
                      <a:pt x="244" y="333"/>
                    </a:cubicBezTo>
                    <a:cubicBezTo>
                      <a:pt x="244" y="356"/>
                      <a:pt x="244" y="356"/>
                      <a:pt x="244" y="356"/>
                    </a:cubicBezTo>
                    <a:cubicBezTo>
                      <a:pt x="220" y="356"/>
                      <a:pt x="220" y="356"/>
                      <a:pt x="220" y="356"/>
                    </a:cubicBezTo>
                    <a:cubicBezTo>
                      <a:pt x="220" y="256"/>
                      <a:pt x="220" y="256"/>
                      <a:pt x="220" y="256"/>
                    </a:cubicBezTo>
                    <a:cubicBezTo>
                      <a:pt x="244" y="256"/>
                      <a:pt x="244" y="256"/>
                      <a:pt x="244" y="256"/>
                    </a:cubicBezTo>
                    <a:close/>
                    <a:moveTo>
                      <a:pt x="244" y="410"/>
                    </a:moveTo>
                    <a:cubicBezTo>
                      <a:pt x="244" y="433"/>
                      <a:pt x="244" y="433"/>
                      <a:pt x="244" y="433"/>
                    </a:cubicBezTo>
                    <a:cubicBezTo>
                      <a:pt x="233" y="433"/>
                      <a:pt x="233" y="433"/>
                      <a:pt x="233" y="433"/>
                    </a:cubicBezTo>
                    <a:cubicBezTo>
                      <a:pt x="233" y="487"/>
                      <a:pt x="233" y="487"/>
                      <a:pt x="233" y="487"/>
                    </a:cubicBezTo>
                    <a:cubicBezTo>
                      <a:pt x="244" y="487"/>
                      <a:pt x="244" y="487"/>
                      <a:pt x="244" y="487"/>
                    </a:cubicBezTo>
                    <a:cubicBezTo>
                      <a:pt x="244" y="510"/>
                      <a:pt x="244" y="510"/>
                      <a:pt x="244" y="510"/>
                    </a:cubicBezTo>
                    <a:cubicBezTo>
                      <a:pt x="220" y="510"/>
                      <a:pt x="220" y="510"/>
                      <a:pt x="220" y="510"/>
                    </a:cubicBezTo>
                    <a:cubicBezTo>
                      <a:pt x="220" y="410"/>
                      <a:pt x="220" y="410"/>
                      <a:pt x="220" y="410"/>
                    </a:cubicBezTo>
                    <a:cubicBezTo>
                      <a:pt x="244" y="410"/>
                      <a:pt x="244" y="410"/>
                      <a:pt x="244" y="410"/>
                    </a:cubicBezTo>
                    <a:close/>
                    <a:moveTo>
                      <a:pt x="244" y="564"/>
                    </a:moveTo>
                    <a:cubicBezTo>
                      <a:pt x="244" y="665"/>
                      <a:pt x="244" y="665"/>
                      <a:pt x="244" y="665"/>
                    </a:cubicBezTo>
                    <a:cubicBezTo>
                      <a:pt x="220" y="665"/>
                      <a:pt x="220" y="665"/>
                      <a:pt x="220" y="665"/>
                    </a:cubicBezTo>
                    <a:cubicBezTo>
                      <a:pt x="220" y="564"/>
                      <a:pt x="220" y="564"/>
                      <a:pt x="220" y="564"/>
                    </a:cubicBezTo>
                    <a:cubicBezTo>
                      <a:pt x="244" y="564"/>
                      <a:pt x="244" y="564"/>
                      <a:pt x="244" y="564"/>
                    </a:cubicBezTo>
                    <a:close/>
                    <a:moveTo>
                      <a:pt x="244" y="718"/>
                    </a:moveTo>
                    <a:cubicBezTo>
                      <a:pt x="244" y="742"/>
                      <a:pt x="244" y="742"/>
                      <a:pt x="244" y="742"/>
                    </a:cubicBezTo>
                    <a:cubicBezTo>
                      <a:pt x="220" y="742"/>
                      <a:pt x="220" y="742"/>
                      <a:pt x="220" y="742"/>
                    </a:cubicBezTo>
                    <a:cubicBezTo>
                      <a:pt x="220" y="718"/>
                      <a:pt x="220" y="718"/>
                      <a:pt x="220" y="718"/>
                    </a:cubicBezTo>
                    <a:lnTo>
                      <a:pt x="244" y="718"/>
                    </a:lnTo>
                    <a:close/>
                    <a:moveTo>
                      <a:pt x="197" y="95"/>
                    </a:moveTo>
                    <a:cubicBezTo>
                      <a:pt x="220" y="95"/>
                      <a:pt x="220" y="95"/>
                      <a:pt x="220" y="95"/>
                    </a:cubicBezTo>
                    <a:cubicBezTo>
                      <a:pt x="220" y="202"/>
                      <a:pt x="220" y="202"/>
                      <a:pt x="220" y="202"/>
                    </a:cubicBezTo>
                    <a:cubicBezTo>
                      <a:pt x="197" y="202"/>
                      <a:pt x="197" y="202"/>
                      <a:pt x="197" y="202"/>
                    </a:cubicBezTo>
                    <a:cubicBezTo>
                      <a:pt x="197" y="95"/>
                      <a:pt x="197" y="95"/>
                      <a:pt x="197" y="95"/>
                    </a:cubicBezTo>
                    <a:close/>
                    <a:moveTo>
                      <a:pt x="220" y="829"/>
                    </a:moveTo>
                    <a:cubicBezTo>
                      <a:pt x="197" y="829"/>
                      <a:pt x="197" y="829"/>
                      <a:pt x="197" y="829"/>
                    </a:cubicBezTo>
                    <a:cubicBezTo>
                      <a:pt x="197" y="795"/>
                      <a:pt x="197" y="795"/>
                      <a:pt x="197" y="795"/>
                    </a:cubicBezTo>
                    <a:cubicBezTo>
                      <a:pt x="220" y="795"/>
                      <a:pt x="220" y="795"/>
                      <a:pt x="220" y="795"/>
                    </a:cubicBezTo>
                    <a:cubicBezTo>
                      <a:pt x="220" y="829"/>
                      <a:pt x="220" y="829"/>
                      <a:pt x="220" y="829"/>
                    </a:cubicBezTo>
                    <a:close/>
                    <a:moveTo>
                      <a:pt x="220" y="256"/>
                    </a:moveTo>
                    <a:cubicBezTo>
                      <a:pt x="197" y="256"/>
                      <a:pt x="197" y="256"/>
                      <a:pt x="197" y="256"/>
                    </a:cubicBezTo>
                    <a:cubicBezTo>
                      <a:pt x="197" y="202"/>
                      <a:pt x="197" y="202"/>
                      <a:pt x="197" y="202"/>
                    </a:cubicBezTo>
                    <a:cubicBezTo>
                      <a:pt x="208" y="202"/>
                      <a:pt x="208" y="202"/>
                      <a:pt x="208" y="202"/>
                    </a:cubicBezTo>
                    <a:cubicBezTo>
                      <a:pt x="208" y="256"/>
                      <a:pt x="208" y="256"/>
                      <a:pt x="208" y="256"/>
                    </a:cubicBezTo>
                    <a:cubicBezTo>
                      <a:pt x="197" y="256"/>
                      <a:pt x="197" y="256"/>
                      <a:pt x="197" y="256"/>
                    </a:cubicBezTo>
                    <a:cubicBezTo>
                      <a:pt x="197" y="356"/>
                      <a:pt x="197" y="356"/>
                      <a:pt x="197" y="356"/>
                    </a:cubicBezTo>
                    <a:cubicBezTo>
                      <a:pt x="220" y="356"/>
                      <a:pt x="220" y="356"/>
                      <a:pt x="220" y="356"/>
                    </a:cubicBezTo>
                    <a:cubicBezTo>
                      <a:pt x="220" y="256"/>
                      <a:pt x="220" y="256"/>
                      <a:pt x="220" y="256"/>
                    </a:cubicBezTo>
                    <a:close/>
                    <a:moveTo>
                      <a:pt x="220" y="410"/>
                    </a:moveTo>
                    <a:cubicBezTo>
                      <a:pt x="220" y="510"/>
                      <a:pt x="220" y="510"/>
                      <a:pt x="220" y="510"/>
                    </a:cubicBezTo>
                    <a:cubicBezTo>
                      <a:pt x="197" y="510"/>
                      <a:pt x="197" y="510"/>
                      <a:pt x="197" y="510"/>
                    </a:cubicBezTo>
                    <a:cubicBezTo>
                      <a:pt x="197" y="410"/>
                      <a:pt x="197" y="410"/>
                      <a:pt x="197" y="410"/>
                    </a:cubicBezTo>
                    <a:cubicBezTo>
                      <a:pt x="220" y="410"/>
                      <a:pt x="220" y="410"/>
                      <a:pt x="220" y="410"/>
                    </a:cubicBezTo>
                    <a:close/>
                    <a:moveTo>
                      <a:pt x="220" y="564"/>
                    </a:moveTo>
                    <a:cubicBezTo>
                      <a:pt x="220" y="665"/>
                      <a:pt x="220" y="665"/>
                      <a:pt x="220" y="665"/>
                    </a:cubicBezTo>
                    <a:cubicBezTo>
                      <a:pt x="197" y="665"/>
                      <a:pt x="197" y="665"/>
                      <a:pt x="197" y="665"/>
                    </a:cubicBezTo>
                    <a:cubicBezTo>
                      <a:pt x="197" y="641"/>
                      <a:pt x="197" y="641"/>
                      <a:pt x="197" y="641"/>
                    </a:cubicBezTo>
                    <a:cubicBezTo>
                      <a:pt x="208" y="641"/>
                      <a:pt x="208" y="641"/>
                      <a:pt x="208" y="641"/>
                    </a:cubicBezTo>
                    <a:cubicBezTo>
                      <a:pt x="208" y="588"/>
                      <a:pt x="208" y="588"/>
                      <a:pt x="208" y="588"/>
                    </a:cubicBezTo>
                    <a:cubicBezTo>
                      <a:pt x="197" y="588"/>
                      <a:pt x="197" y="588"/>
                      <a:pt x="197" y="588"/>
                    </a:cubicBezTo>
                    <a:cubicBezTo>
                      <a:pt x="197" y="564"/>
                      <a:pt x="197" y="564"/>
                      <a:pt x="197" y="564"/>
                    </a:cubicBezTo>
                    <a:cubicBezTo>
                      <a:pt x="220" y="564"/>
                      <a:pt x="220" y="564"/>
                      <a:pt x="220" y="564"/>
                    </a:cubicBezTo>
                    <a:close/>
                    <a:moveTo>
                      <a:pt x="220" y="718"/>
                    </a:moveTo>
                    <a:cubicBezTo>
                      <a:pt x="220" y="742"/>
                      <a:pt x="220" y="742"/>
                      <a:pt x="220" y="742"/>
                    </a:cubicBezTo>
                    <a:cubicBezTo>
                      <a:pt x="197" y="742"/>
                      <a:pt x="197" y="742"/>
                      <a:pt x="197" y="742"/>
                    </a:cubicBezTo>
                    <a:cubicBezTo>
                      <a:pt x="197" y="718"/>
                      <a:pt x="197" y="718"/>
                      <a:pt x="197" y="718"/>
                    </a:cubicBezTo>
                    <a:lnTo>
                      <a:pt x="220" y="718"/>
                    </a:lnTo>
                    <a:close/>
                    <a:moveTo>
                      <a:pt x="150" y="95"/>
                    </a:moveTo>
                    <a:cubicBezTo>
                      <a:pt x="197" y="95"/>
                      <a:pt x="197" y="95"/>
                      <a:pt x="197" y="95"/>
                    </a:cubicBezTo>
                    <a:cubicBezTo>
                      <a:pt x="197" y="202"/>
                      <a:pt x="197" y="202"/>
                      <a:pt x="197" y="202"/>
                    </a:cubicBezTo>
                    <a:cubicBezTo>
                      <a:pt x="186" y="202"/>
                      <a:pt x="186" y="202"/>
                      <a:pt x="186" y="202"/>
                    </a:cubicBezTo>
                    <a:cubicBezTo>
                      <a:pt x="186" y="256"/>
                      <a:pt x="186" y="256"/>
                      <a:pt x="186" y="256"/>
                    </a:cubicBezTo>
                    <a:cubicBezTo>
                      <a:pt x="197" y="256"/>
                      <a:pt x="197" y="256"/>
                      <a:pt x="197" y="256"/>
                    </a:cubicBezTo>
                    <a:cubicBezTo>
                      <a:pt x="197" y="356"/>
                      <a:pt x="197" y="356"/>
                      <a:pt x="197" y="356"/>
                    </a:cubicBezTo>
                    <a:cubicBezTo>
                      <a:pt x="150" y="356"/>
                      <a:pt x="150" y="356"/>
                      <a:pt x="150" y="356"/>
                    </a:cubicBezTo>
                    <a:cubicBezTo>
                      <a:pt x="150" y="256"/>
                      <a:pt x="150" y="256"/>
                      <a:pt x="150" y="256"/>
                    </a:cubicBezTo>
                    <a:cubicBezTo>
                      <a:pt x="161" y="256"/>
                      <a:pt x="161" y="256"/>
                      <a:pt x="161" y="256"/>
                    </a:cubicBezTo>
                    <a:cubicBezTo>
                      <a:pt x="161" y="202"/>
                      <a:pt x="161" y="202"/>
                      <a:pt x="161" y="202"/>
                    </a:cubicBezTo>
                    <a:cubicBezTo>
                      <a:pt x="150" y="202"/>
                      <a:pt x="150" y="202"/>
                      <a:pt x="150" y="202"/>
                    </a:cubicBezTo>
                    <a:cubicBezTo>
                      <a:pt x="150" y="179"/>
                      <a:pt x="150" y="179"/>
                      <a:pt x="150" y="179"/>
                    </a:cubicBezTo>
                    <a:cubicBezTo>
                      <a:pt x="161" y="179"/>
                      <a:pt x="161" y="179"/>
                      <a:pt x="161" y="179"/>
                    </a:cubicBezTo>
                    <a:cubicBezTo>
                      <a:pt x="161" y="125"/>
                      <a:pt x="161" y="125"/>
                      <a:pt x="161" y="125"/>
                    </a:cubicBezTo>
                    <a:cubicBezTo>
                      <a:pt x="150" y="125"/>
                      <a:pt x="150" y="125"/>
                      <a:pt x="150" y="125"/>
                    </a:cubicBezTo>
                    <a:cubicBezTo>
                      <a:pt x="150" y="95"/>
                      <a:pt x="150" y="95"/>
                      <a:pt x="150" y="95"/>
                    </a:cubicBezTo>
                    <a:close/>
                    <a:moveTo>
                      <a:pt x="197" y="829"/>
                    </a:moveTo>
                    <a:cubicBezTo>
                      <a:pt x="150" y="829"/>
                      <a:pt x="150" y="829"/>
                      <a:pt x="150" y="829"/>
                    </a:cubicBezTo>
                    <a:cubicBezTo>
                      <a:pt x="150" y="795"/>
                      <a:pt x="150" y="795"/>
                      <a:pt x="150" y="795"/>
                    </a:cubicBezTo>
                    <a:cubicBezTo>
                      <a:pt x="161" y="795"/>
                      <a:pt x="161" y="795"/>
                      <a:pt x="161" y="795"/>
                    </a:cubicBezTo>
                    <a:cubicBezTo>
                      <a:pt x="161" y="742"/>
                      <a:pt x="161" y="742"/>
                      <a:pt x="161" y="742"/>
                    </a:cubicBezTo>
                    <a:cubicBezTo>
                      <a:pt x="150" y="742"/>
                      <a:pt x="150" y="742"/>
                      <a:pt x="150" y="742"/>
                    </a:cubicBezTo>
                    <a:cubicBezTo>
                      <a:pt x="150" y="718"/>
                      <a:pt x="150" y="718"/>
                      <a:pt x="150" y="718"/>
                    </a:cubicBezTo>
                    <a:cubicBezTo>
                      <a:pt x="197" y="718"/>
                      <a:pt x="197" y="718"/>
                      <a:pt x="197" y="718"/>
                    </a:cubicBezTo>
                    <a:cubicBezTo>
                      <a:pt x="197" y="742"/>
                      <a:pt x="197" y="742"/>
                      <a:pt x="197" y="742"/>
                    </a:cubicBezTo>
                    <a:cubicBezTo>
                      <a:pt x="186" y="742"/>
                      <a:pt x="186" y="742"/>
                      <a:pt x="186" y="742"/>
                    </a:cubicBezTo>
                    <a:cubicBezTo>
                      <a:pt x="186" y="795"/>
                      <a:pt x="186" y="795"/>
                      <a:pt x="186" y="795"/>
                    </a:cubicBezTo>
                    <a:cubicBezTo>
                      <a:pt x="197" y="795"/>
                      <a:pt x="197" y="795"/>
                      <a:pt x="197" y="795"/>
                    </a:cubicBezTo>
                    <a:cubicBezTo>
                      <a:pt x="197" y="829"/>
                      <a:pt x="197" y="829"/>
                      <a:pt x="197" y="829"/>
                    </a:cubicBezTo>
                    <a:close/>
                    <a:moveTo>
                      <a:pt x="197" y="202"/>
                    </a:moveTo>
                    <a:cubicBezTo>
                      <a:pt x="186" y="202"/>
                      <a:pt x="186" y="202"/>
                      <a:pt x="186" y="202"/>
                    </a:cubicBezTo>
                    <a:cubicBezTo>
                      <a:pt x="186" y="256"/>
                      <a:pt x="186" y="256"/>
                      <a:pt x="186" y="256"/>
                    </a:cubicBezTo>
                    <a:cubicBezTo>
                      <a:pt x="197" y="256"/>
                      <a:pt x="197" y="256"/>
                      <a:pt x="197" y="256"/>
                    </a:cubicBezTo>
                    <a:cubicBezTo>
                      <a:pt x="197" y="202"/>
                      <a:pt x="197" y="202"/>
                      <a:pt x="197" y="202"/>
                    </a:cubicBezTo>
                    <a:close/>
                    <a:moveTo>
                      <a:pt x="197" y="410"/>
                    </a:moveTo>
                    <a:cubicBezTo>
                      <a:pt x="197" y="510"/>
                      <a:pt x="197" y="510"/>
                      <a:pt x="197" y="510"/>
                    </a:cubicBezTo>
                    <a:cubicBezTo>
                      <a:pt x="186" y="510"/>
                      <a:pt x="186" y="510"/>
                      <a:pt x="186" y="510"/>
                    </a:cubicBezTo>
                    <a:cubicBezTo>
                      <a:pt x="186" y="564"/>
                      <a:pt x="186" y="564"/>
                      <a:pt x="186" y="564"/>
                    </a:cubicBezTo>
                    <a:cubicBezTo>
                      <a:pt x="197" y="564"/>
                      <a:pt x="197" y="564"/>
                      <a:pt x="197" y="564"/>
                    </a:cubicBezTo>
                    <a:cubicBezTo>
                      <a:pt x="197" y="588"/>
                      <a:pt x="197" y="588"/>
                      <a:pt x="197" y="588"/>
                    </a:cubicBezTo>
                    <a:cubicBezTo>
                      <a:pt x="186" y="588"/>
                      <a:pt x="186" y="588"/>
                      <a:pt x="186" y="588"/>
                    </a:cubicBezTo>
                    <a:cubicBezTo>
                      <a:pt x="186" y="641"/>
                      <a:pt x="186" y="641"/>
                      <a:pt x="186" y="641"/>
                    </a:cubicBezTo>
                    <a:cubicBezTo>
                      <a:pt x="197" y="641"/>
                      <a:pt x="197" y="641"/>
                      <a:pt x="197" y="641"/>
                    </a:cubicBezTo>
                    <a:cubicBezTo>
                      <a:pt x="197" y="665"/>
                      <a:pt x="197" y="665"/>
                      <a:pt x="197" y="665"/>
                    </a:cubicBezTo>
                    <a:cubicBezTo>
                      <a:pt x="150" y="665"/>
                      <a:pt x="150" y="665"/>
                      <a:pt x="150" y="665"/>
                    </a:cubicBezTo>
                    <a:cubicBezTo>
                      <a:pt x="150" y="564"/>
                      <a:pt x="150" y="564"/>
                      <a:pt x="150" y="564"/>
                    </a:cubicBezTo>
                    <a:cubicBezTo>
                      <a:pt x="161" y="564"/>
                      <a:pt x="161" y="564"/>
                      <a:pt x="161" y="564"/>
                    </a:cubicBezTo>
                    <a:cubicBezTo>
                      <a:pt x="161" y="510"/>
                      <a:pt x="161" y="510"/>
                      <a:pt x="161" y="510"/>
                    </a:cubicBezTo>
                    <a:cubicBezTo>
                      <a:pt x="150" y="510"/>
                      <a:pt x="150" y="510"/>
                      <a:pt x="150" y="510"/>
                    </a:cubicBezTo>
                    <a:cubicBezTo>
                      <a:pt x="150" y="487"/>
                      <a:pt x="150" y="487"/>
                      <a:pt x="150" y="487"/>
                    </a:cubicBezTo>
                    <a:cubicBezTo>
                      <a:pt x="161" y="487"/>
                      <a:pt x="161" y="487"/>
                      <a:pt x="161" y="487"/>
                    </a:cubicBezTo>
                    <a:cubicBezTo>
                      <a:pt x="161" y="433"/>
                      <a:pt x="161" y="433"/>
                      <a:pt x="161" y="433"/>
                    </a:cubicBezTo>
                    <a:cubicBezTo>
                      <a:pt x="150" y="433"/>
                      <a:pt x="150" y="433"/>
                      <a:pt x="150" y="433"/>
                    </a:cubicBezTo>
                    <a:cubicBezTo>
                      <a:pt x="150" y="410"/>
                      <a:pt x="150" y="410"/>
                      <a:pt x="150" y="410"/>
                    </a:cubicBezTo>
                    <a:lnTo>
                      <a:pt x="197" y="410"/>
                    </a:lnTo>
                    <a:close/>
                    <a:moveTo>
                      <a:pt x="0" y="471"/>
                    </a:moveTo>
                    <a:cubicBezTo>
                      <a:pt x="111" y="471"/>
                      <a:pt x="111" y="471"/>
                      <a:pt x="111" y="471"/>
                    </a:cubicBezTo>
                    <a:cubicBezTo>
                      <a:pt x="111" y="95"/>
                      <a:pt x="111" y="95"/>
                      <a:pt x="111" y="95"/>
                    </a:cubicBezTo>
                    <a:cubicBezTo>
                      <a:pt x="150" y="95"/>
                      <a:pt x="150" y="95"/>
                      <a:pt x="150" y="95"/>
                    </a:cubicBezTo>
                    <a:cubicBezTo>
                      <a:pt x="150" y="125"/>
                      <a:pt x="150" y="125"/>
                      <a:pt x="150" y="125"/>
                    </a:cubicBezTo>
                    <a:cubicBezTo>
                      <a:pt x="140" y="125"/>
                      <a:pt x="140" y="125"/>
                      <a:pt x="140" y="125"/>
                    </a:cubicBezTo>
                    <a:cubicBezTo>
                      <a:pt x="140" y="179"/>
                      <a:pt x="140" y="179"/>
                      <a:pt x="140" y="179"/>
                    </a:cubicBezTo>
                    <a:cubicBezTo>
                      <a:pt x="150" y="179"/>
                      <a:pt x="150" y="179"/>
                      <a:pt x="150" y="179"/>
                    </a:cubicBezTo>
                    <a:cubicBezTo>
                      <a:pt x="150" y="202"/>
                      <a:pt x="150" y="202"/>
                      <a:pt x="150" y="202"/>
                    </a:cubicBezTo>
                    <a:cubicBezTo>
                      <a:pt x="140" y="202"/>
                      <a:pt x="140" y="202"/>
                      <a:pt x="140" y="202"/>
                    </a:cubicBezTo>
                    <a:cubicBezTo>
                      <a:pt x="140" y="256"/>
                      <a:pt x="140" y="256"/>
                      <a:pt x="140" y="256"/>
                    </a:cubicBezTo>
                    <a:cubicBezTo>
                      <a:pt x="150" y="256"/>
                      <a:pt x="150" y="256"/>
                      <a:pt x="150" y="256"/>
                    </a:cubicBezTo>
                    <a:cubicBezTo>
                      <a:pt x="150" y="356"/>
                      <a:pt x="150" y="356"/>
                      <a:pt x="150" y="356"/>
                    </a:cubicBezTo>
                    <a:cubicBezTo>
                      <a:pt x="140" y="356"/>
                      <a:pt x="140" y="356"/>
                      <a:pt x="140" y="356"/>
                    </a:cubicBezTo>
                    <a:cubicBezTo>
                      <a:pt x="140" y="410"/>
                      <a:pt x="140" y="410"/>
                      <a:pt x="140" y="410"/>
                    </a:cubicBezTo>
                    <a:cubicBezTo>
                      <a:pt x="150" y="410"/>
                      <a:pt x="150" y="410"/>
                      <a:pt x="150" y="410"/>
                    </a:cubicBezTo>
                    <a:cubicBezTo>
                      <a:pt x="150" y="433"/>
                      <a:pt x="150" y="433"/>
                      <a:pt x="150" y="433"/>
                    </a:cubicBezTo>
                    <a:cubicBezTo>
                      <a:pt x="140" y="433"/>
                      <a:pt x="140" y="433"/>
                      <a:pt x="140" y="433"/>
                    </a:cubicBezTo>
                    <a:cubicBezTo>
                      <a:pt x="140" y="487"/>
                      <a:pt x="140" y="487"/>
                      <a:pt x="140" y="487"/>
                    </a:cubicBezTo>
                    <a:cubicBezTo>
                      <a:pt x="150" y="487"/>
                      <a:pt x="150" y="487"/>
                      <a:pt x="150" y="487"/>
                    </a:cubicBezTo>
                    <a:cubicBezTo>
                      <a:pt x="150" y="510"/>
                      <a:pt x="150" y="510"/>
                      <a:pt x="150" y="510"/>
                    </a:cubicBezTo>
                    <a:cubicBezTo>
                      <a:pt x="140" y="510"/>
                      <a:pt x="140" y="510"/>
                      <a:pt x="140" y="510"/>
                    </a:cubicBezTo>
                    <a:cubicBezTo>
                      <a:pt x="140" y="564"/>
                      <a:pt x="140" y="564"/>
                      <a:pt x="140" y="564"/>
                    </a:cubicBezTo>
                    <a:cubicBezTo>
                      <a:pt x="150" y="564"/>
                      <a:pt x="150" y="564"/>
                      <a:pt x="150" y="564"/>
                    </a:cubicBezTo>
                    <a:cubicBezTo>
                      <a:pt x="150" y="665"/>
                      <a:pt x="150" y="665"/>
                      <a:pt x="150" y="665"/>
                    </a:cubicBezTo>
                    <a:cubicBezTo>
                      <a:pt x="140" y="665"/>
                      <a:pt x="140" y="665"/>
                      <a:pt x="140" y="665"/>
                    </a:cubicBezTo>
                    <a:cubicBezTo>
                      <a:pt x="140" y="718"/>
                      <a:pt x="140" y="718"/>
                      <a:pt x="140" y="718"/>
                    </a:cubicBezTo>
                    <a:cubicBezTo>
                      <a:pt x="150" y="718"/>
                      <a:pt x="150" y="718"/>
                      <a:pt x="150" y="718"/>
                    </a:cubicBezTo>
                    <a:cubicBezTo>
                      <a:pt x="150" y="742"/>
                      <a:pt x="150" y="742"/>
                      <a:pt x="150" y="742"/>
                    </a:cubicBezTo>
                    <a:cubicBezTo>
                      <a:pt x="140" y="742"/>
                      <a:pt x="140" y="742"/>
                      <a:pt x="140" y="742"/>
                    </a:cubicBezTo>
                    <a:cubicBezTo>
                      <a:pt x="140" y="795"/>
                      <a:pt x="140" y="795"/>
                      <a:pt x="140" y="795"/>
                    </a:cubicBezTo>
                    <a:cubicBezTo>
                      <a:pt x="150" y="795"/>
                      <a:pt x="150" y="795"/>
                      <a:pt x="150" y="795"/>
                    </a:cubicBezTo>
                    <a:cubicBezTo>
                      <a:pt x="150" y="829"/>
                      <a:pt x="150" y="829"/>
                      <a:pt x="150" y="829"/>
                    </a:cubicBezTo>
                    <a:cubicBezTo>
                      <a:pt x="0" y="829"/>
                      <a:pt x="0" y="829"/>
                      <a:pt x="0" y="829"/>
                    </a:cubicBezTo>
                    <a:cubicBezTo>
                      <a:pt x="0" y="795"/>
                      <a:pt x="0" y="795"/>
                      <a:pt x="0" y="795"/>
                    </a:cubicBezTo>
                    <a:cubicBezTo>
                      <a:pt x="86" y="795"/>
                      <a:pt x="86" y="795"/>
                      <a:pt x="86" y="795"/>
                    </a:cubicBezTo>
                    <a:cubicBezTo>
                      <a:pt x="86" y="770"/>
                      <a:pt x="86" y="770"/>
                      <a:pt x="86" y="770"/>
                    </a:cubicBezTo>
                    <a:cubicBezTo>
                      <a:pt x="0" y="770"/>
                      <a:pt x="0" y="770"/>
                      <a:pt x="0" y="770"/>
                    </a:cubicBezTo>
                    <a:cubicBezTo>
                      <a:pt x="0" y="744"/>
                      <a:pt x="0" y="744"/>
                      <a:pt x="0" y="744"/>
                    </a:cubicBezTo>
                    <a:cubicBezTo>
                      <a:pt x="86" y="744"/>
                      <a:pt x="86" y="744"/>
                      <a:pt x="86" y="744"/>
                    </a:cubicBezTo>
                    <a:cubicBezTo>
                      <a:pt x="86" y="718"/>
                      <a:pt x="86" y="718"/>
                      <a:pt x="86" y="718"/>
                    </a:cubicBezTo>
                    <a:cubicBezTo>
                      <a:pt x="0" y="718"/>
                      <a:pt x="0" y="718"/>
                      <a:pt x="0" y="718"/>
                    </a:cubicBezTo>
                    <a:cubicBezTo>
                      <a:pt x="0" y="588"/>
                      <a:pt x="0" y="588"/>
                      <a:pt x="0" y="588"/>
                    </a:cubicBezTo>
                    <a:cubicBezTo>
                      <a:pt x="86" y="588"/>
                      <a:pt x="86" y="588"/>
                      <a:pt x="86" y="588"/>
                    </a:cubicBezTo>
                    <a:cubicBezTo>
                      <a:pt x="86" y="562"/>
                      <a:pt x="86" y="562"/>
                      <a:pt x="86" y="562"/>
                    </a:cubicBezTo>
                    <a:cubicBezTo>
                      <a:pt x="0" y="562"/>
                      <a:pt x="0" y="562"/>
                      <a:pt x="0" y="562"/>
                    </a:cubicBezTo>
                    <a:lnTo>
                      <a:pt x="0" y="471"/>
                    </a:lnTo>
                    <a:close/>
                  </a:path>
                </a:pathLst>
              </a:custGeom>
              <a:solidFill>
                <a:srgbClr val="E4E9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ṡḻíḍe"/>
              <p:cNvSpPr/>
              <p:nvPr/>
            </p:nvSpPr>
            <p:spPr bwMode="auto">
              <a:xfrm>
                <a:off x="5356226" y="1233449"/>
                <a:ext cx="31750" cy="2670175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ïṣľîďè"/>
              <p:cNvSpPr/>
              <p:nvPr/>
            </p:nvSpPr>
            <p:spPr bwMode="auto">
              <a:xfrm>
                <a:off x="6884988" y="1233449"/>
                <a:ext cx="30163" cy="2670175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îṧḻîďè"/>
              <p:cNvSpPr/>
              <p:nvPr/>
            </p:nvSpPr>
            <p:spPr bwMode="auto">
              <a:xfrm>
                <a:off x="3827463" y="2055774"/>
                <a:ext cx="4619625" cy="31750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îŝlîďê"/>
              <p:cNvSpPr/>
              <p:nvPr/>
            </p:nvSpPr>
            <p:spPr bwMode="auto">
              <a:xfrm>
                <a:off x="3827463" y="2930487"/>
                <a:ext cx="4619625" cy="31750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ïṣ1îḍe"/>
              <p:cNvSpPr/>
              <p:nvPr/>
            </p:nvSpPr>
            <p:spPr bwMode="auto">
              <a:xfrm>
                <a:off x="3827463" y="1233449"/>
                <a:ext cx="4619625" cy="31750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śḻïdé"/>
              <p:cNvSpPr/>
              <p:nvPr/>
            </p:nvSpPr>
            <p:spPr bwMode="auto">
              <a:xfrm>
                <a:off x="3827463" y="1233449"/>
                <a:ext cx="31750" cy="2670175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îśḷïḋê"/>
              <p:cNvSpPr/>
              <p:nvPr/>
            </p:nvSpPr>
            <p:spPr bwMode="auto">
              <a:xfrm>
                <a:off x="8415338" y="1233449"/>
                <a:ext cx="31750" cy="2670175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S1íďe"/>
              <p:cNvSpPr/>
              <p:nvPr/>
            </p:nvSpPr>
            <p:spPr bwMode="auto">
              <a:xfrm>
                <a:off x="3827463" y="3873462"/>
                <a:ext cx="4619625" cy="30163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iS1îḋè"/>
              <p:cNvSpPr/>
              <p:nvPr/>
            </p:nvSpPr>
            <p:spPr bwMode="auto">
              <a:xfrm>
                <a:off x="7004051" y="3643274"/>
                <a:ext cx="641350" cy="457200"/>
              </a:xfrm>
              <a:custGeom>
                <a:avLst/>
                <a:gdLst>
                  <a:gd name="T0" fmla="*/ 5 w 248"/>
                  <a:gd name="T1" fmla="*/ 119 h 177"/>
                  <a:gd name="T2" fmla="*/ 0 w 248"/>
                  <a:gd name="T3" fmla="*/ 35 h 177"/>
                  <a:gd name="T4" fmla="*/ 149 w 248"/>
                  <a:gd name="T5" fmla="*/ 85 h 177"/>
                  <a:gd name="T6" fmla="*/ 176 w 248"/>
                  <a:gd name="T7" fmla="*/ 0 h 177"/>
                  <a:gd name="T8" fmla="*/ 176 w 248"/>
                  <a:gd name="T9" fmla="*/ 0 h 177"/>
                  <a:gd name="T10" fmla="*/ 248 w 248"/>
                  <a:gd name="T11" fmla="*/ 23 h 177"/>
                  <a:gd name="T12" fmla="*/ 248 w 248"/>
                  <a:gd name="T13" fmla="*/ 23 h 177"/>
                  <a:gd name="T14" fmla="*/ 207 w 248"/>
                  <a:gd name="T15" fmla="*/ 153 h 177"/>
                  <a:gd name="T16" fmla="*/ 169 w 248"/>
                  <a:gd name="T17" fmla="*/ 171 h 177"/>
                  <a:gd name="T18" fmla="*/ 5 w 248"/>
                  <a:gd name="T19" fmla="*/ 119 h 177"/>
                  <a:gd name="T20" fmla="*/ 5 w 248"/>
                  <a:gd name="T21" fmla="*/ 119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8" h="177">
                    <a:moveTo>
                      <a:pt x="5" y="119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131" y="80"/>
                      <a:pt x="149" y="85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248" y="23"/>
                      <a:pt x="248" y="23"/>
                      <a:pt x="248" y="23"/>
                    </a:cubicBezTo>
                    <a:cubicBezTo>
                      <a:pt x="248" y="23"/>
                      <a:pt x="248" y="23"/>
                      <a:pt x="248" y="23"/>
                    </a:cubicBezTo>
                    <a:cubicBezTo>
                      <a:pt x="207" y="153"/>
                      <a:pt x="207" y="153"/>
                      <a:pt x="207" y="153"/>
                    </a:cubicBezTo>
                    <a:cubicBezTo>
                      <a:pt x="199" y="177"/>
                      <a:pt x="178" y="174"/>
                      <a:pt x="169" y="171"/>
                    </a:cubicBezTo>
                    <a:cubicBezTo>
                      <a:pt x="114" y="153"/>
                      <a:pt x="60" y="136"/>
                      <a:pt x="5" y="119"/>
                    </a:cubicBezTo>
                    <a:cubicBezTo>
                      <a:pt x="5" y="119"/>
                      <a:pt x="5" y="119"/>
                      <a:pt x="5" y="119"/>
                    </a:cubicBezTo>
                    <a:close/>
                  </a:path>
                </a:pathLst>
              </a:custGeom>
              <a:solidFill>
                <a:srgbClr val="6F7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i$ľiḍé"/>
              <p:cNvSpPr/>
              <p:nvPr/>
            </p:nvSpPr>
            <p:spPr bwMode="auto">
              <a:xfrm>
                <a:off x="6502401" y="4444962"/>
                <a:ext cx="481013" cy="28575"/>
              </a:xfrm>
              <a:custGeom>
                <a:avLst/>
                <a:gdLst>
                  <a:gd name="T0" fmla="*/ 1 w 186"/>
                  <a:gd name="T1" fmla="*/ 0 h 11"/>
                  <a:gd name="T2" fmla="*/ 0 w 186"/>
                  <a:gd name="T3" fmla="*/ 3 h 11"/>
                  <a:gd name="T4" fmla="*/ 186 w 186"/>
                  <a:gd name="T5" fmla="*/ 4 h 11"/>
                  <a:gd name="T6" fmla="*/ 185 w 186"/>
                  <a:gd name="T7" fmla="*/ 0 h 11"/>
                  <a:gd name="T8" fmla="*/ 1 w 186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6" h="11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58" y="10"/>
                      <a:pt x="129" y="11"/>
                      <a:pt x="186" y="4"/>
                    </a:cubicBezTo>
                    <a:cubicBezTo>
                      <a:pt x="186" y="2"/>
                      <a:pt x="185" y="1"/>
                      <a:pt x="185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iSlíḍé"/>
              <p:cNvSpPr/>
              <p:nvPr/>
            </p:nvSpPr>
            <p:spPr bwMode="auto">
              <a:xfrm>
                <a:off x="6359526" y="3665499"/>
                <a:ext cx="714375" cy="811213"/>
              </a:xfrm>
              <a:custGeom>
                <a:avLst/>
                <a:gdLst>
                  <a:gd name="T0" fmla="*/ 33 w 276"/>
                  <a:gd name="T1" fmla="*/ 301 h 313"/>
                  <a:gd name="T2" fmla="*/ 0 w 276"/>
                  <a:gd name="T3" fmla="*/ 59 h 313"/>
                  <a:gd name="T4" fmla="*/ 118 w 276"/>
                  <a:gd name="T5" fmla="*/ 1 h 313"/>
                  <a:gd name="T6" fmla="*/ 148 w 276"/>
                  <a:gd name="T7" fmla="*/ 12 h 313"/>
                  <a:gd name="T8" fmla="*/ 180 w 276"/>
                  <a:gd name="T9" fmla="*/ 0 h 313"/>
                  <a:gd name="T10" fmla="*/ 276 w 276"/>
                  <a:gd name="T11" fmla="*/ 35 h 313"/>
                  <a:gd name="T12" fmla="*/ 267 w 276"/>
                  <a:gd name="T13" fmla="*/ 113 h 313"/>
                  <a:gd name="T14" fmla="*/ 265 w 276"/>
                  <a:gd name="T15" fmla="*/ 301 h 313"/>
                  <a:gd name="T16" fmla="*/ 33 w 276"/>
                  <a:gd name="T17" fmla="*/ 301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6" h="313">
                    <a:moveTo>
                      <a:pt x="33" y="301"/>
                    </a:moveTo>
                    <a:cubicBezTo>
                      <a:pt x="46" y="264"/>
                      <a:pt x="16" y="91"/>
                      <a:pt x="0" y="59"/>
                    </a:cubicBezTo>
                    <a:cubicBezTo>
                      <a:pt x="9" y="26"/>
                      <a:pt x="95" y="19"/>
                      <a:pt x="118" y="1"/>
                    </a:cubicBezTo>
                    <a:cubicBezTo>
                      <a:pt x="129" y="10"/>
                      <a:pt x="136" y="12"/>
                      <a:pt x="148" y="12"/>
                    </a:cubicBezTo>
                    <a:cubicBezTo>
                      <a:pt x="161" y="12"/>
                      <a:pt x="169" y="10"/>
                      <a:pt x="180" y="0"/>
                    </a:cubicBezTo>
                    <a:cubicBezTo>
                      <a:pt x="192" y="11"/>
                      <a:pt x="245" y="17"/>
                      <a:pt x="276" y="35"/>
                    </a:cubicBezTo>
                    <a:cubicBezTo>
                      <a:pt x="269" y="59"/>
                      <a:pt x="262" y="88"/>
                      <a:pt x="267" y="113"/>
                    </a:cubicBezTo>
                    <a:cubicBezTo>
                      <a:pt x="263" y="154"/>
                      <a:pt x="251" y="267"/>
                      <a:pt x="265" y="301"/>
                    </a:cubicBezTo>
                    <a:cubicBezTo>
                      <a:pt x="207" y="312"/>
                      <a:pt x="92" y="313"/>
                      <a:pt x="33" y="301"/>
                    </a:cubicBezTo>
                    <a:close/>
                  </a:path>
                </a:pathLst>
              </a:custGeom>
              <a:solidFill>
                <a:srgbClr val="969D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íṧḷidé"/>
              <p:cNvSpPr/>
              <p:nvPr/>
            </p:nvSpPr>
            <p:spPr bwMode="auto">
              <a:xfrm>
                <a:off x="6586538" y="3665499"/>
                <a:ext cx="314325" cy="630238"/>
              </a:xfrm>
              <a:custGeom>
                <a:avLst/>
                <a:gdLst>
                  <a:gd name="T0" fmla="*/ 5 w 198"/>
                  <a:gd name="T1" fmla="*/ 26 h 397"/>
                  <a:gd name="T2" fmla="*/ 0 w 198"/>
                  <a:gd name="T3" fmla="*/ 146 h 397"/>
                  <a:gd name="T4" fmla="*/ 100 w 198"/>
                  <a:gd name="T5" fmla="*/ 397 h 397"/>
                  <a:gd name="T6" fmla="*/ 198 w 198"/>
                  <a:gd name="T7" fmla="*/ 146 h 397"/>
                  <a:gd name="T8" fmla="*/ 191 w 198"/>
                  <a:gd name="T9" fmla="*/ 23 h 397"/>
                  <a:gd name="T10" fmla="*/ 150 w 198"/>
                  <a:gd name="T11" fmla="*/ 0 h 397"/>
                  <a:gd name="T12" fmla="*/ 49 w 198"/>
                  <a:gd name="T13" fmla="*/ 2 h 397"/>
                  <a:gd name="T14" fmla="*/ 5 w 198"/>
                  <a:gd name="T15" fmla="*/ 26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" h="397">
                    <a:moveTo>
                      <a:pt x="5" y="26"/>
                    </a:moveTo>
                    <a:lnTo>
                      <a:pt x="0" y="146"/>
                    </a:lnTo>
                    <a:lnTo>
                      <a:pt x="100" y="397"/>
                    </a:lnTo>
                    <a:lnTo>
                      <a:pt x="198" y="146"/>
                    </a:lnTo>
                    <a:lnTo>
                      <a:pt x="191" y="23"/>
                    </a:lnTo>
                    <a:lnTo>
                      <a:pt x="150" y="0"/>
                    </a:lnTo>
                    <a:lnTo>
                      <a:pt x="49" y="2"/>
                    </a:lnTo>
                    <a:lnTo>
                      <a:pt x="5" y="26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ïšļíḓê"/>
              <p:cNvSpPr/>
              <p:nvPr/>
            </p:nvSpPr>
            <p:spPr bwMode="auto">
              <a:xfrm>
                <a:off x="6664326" y="3601999"/>
                <a:ext cx="155575" cy="161925"/>
              </a:xfrm>
              <a:prstGeom prst="rect">
                <a:avLst/>
              </a:pr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îṩḷïḑè"/>
              <p:cNvSpPr/>
              <p:nvPr/>
            </p:nvSpPr>
            <p:spPr bwMode="auto">
              <a:xfrm>
                <a:off x="6705601" y="3754399"/>
                <a:ext cx="76200" cy="111125"/>
              </a:xfrm>
              <a:custGeom>
                <a:avLst/>
                <a:gdLst>
                  <a:gd name="T0" fmla="*/ 25 w 29"/>
                  <a:gd name="T1" fmla="*/ 43 h 43"/>
                  <a:gd name="T2" fmla="*/ 29 w 29"/>
                  <a:gd name="T3" fmla="*/ 34 h 43"/>
                  <a:gd name="T4" fmla="*/ 14 w 29"/>
                  <a:gd name="T5" fmla="*/ 0 h 43"/>
                  <a:gd name="T6" fmla="*/ 0 w 29"/>
                  <a:gd name="T7" fmla="*/ 34 h 43"/>
                  <a:gd name="T8" fmla="*/ 5 w 29"/>
                  <a:gd name="T9" fmla="*/ 43 h 43"/>
                  <a:gd name="T10" fmla="*/ 25 w 29"/>
                  <a:gd name="T1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43">
                    <a:moveTo>
                      <a:pt x="25" y="43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11" y="43"/>
                      <a:pt x="18" y="43"/>
                      <a:pt x="25" y="43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ïṩḻîḑê"/>
              <p:cNvSpPr/>
              <p:nvPr/>
            </p:nvSpPr>
            <p:spPr bwMode="auto">
              <a:xfrm>
                <a:off x="6618288" y="3668674"/>
                <a:ext cx="123825" cy="234950"/>
              </a:xfrm>
              <a:custGeom>
                <a:avLst/>
                <a:gdLst>
                  <a:gd name="T0" fmla="*/ 29 w 78"/>
                  <a:gd name="T1" fmla="*/ 0 h 148"/>
                  <a:gd name="T2" fmla="*/ 78 w 78"/>
                  <a:gd name="T3" fmla="*/ 54 h 148"/>
                  <a:gd name="T4" fmla="*/ 44 w 78"/>
                  <a:gd name="T5" fmla="*/ 148 h 148"/>
                  <a:gd name="T6" fmla="*/ 0 w 78"/>
                  <a:gd name="T7" fmla="*/ 20 h 148"/>
                  <a:gd name="T8" fmla="*/ 29 w 78"/>
                  <a:gd name="T9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148">
                    <a:moveTo>
                      <a:pt x="29" y="0"/>
                    </a:moveTo>
                    <a:lnTo>
                      <a:pt x="78" y="54"/>
                    </a:lnTo>
                    <a:lnTo>
                      <a:pt x="44" y="148"/>
                    </a:lnTo>
                    <a:lnTo>
                      <a:pt x="0" y="2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iṥḷïḑe"/>
              <p:cNvSpPr/>
              <p:nvPr/>
            </p:nvSpPr>
            <p:spPr bwMode="auto">
              <a:xfrm>
                <a:off x="6742113" y="3665499"/>
                <a:ext cx="130175" cy="238125"/>
              </a:xfrm>
              <a:custGeom>
                <a:avLst/>
                <a:gdLst>
                  <a:gd name="T0" fmla="*/ 52 w 82"/>
                  <a:gd name="T1" fmla="*/ 0 h 150"/>
                  <a:gd name="T2" fmla="*/ 0 w 82"/>
                  <a:gd name="T3" fmla="*/ 56 h 150"/>
                  <a:gd name="T4" fmla="*/ 36 w 82"/>
                  <a:gd name="T5" fmla="*/ 150 h 150"/>
                  <a:gd name="T6" fmla="*/ 82 w 82"/>
                  <a:gd name="T7" fmla="*/ 20 h 150"/>
                  <a:gd name="T8" fmla="*/ 52 w 82"/>
                  <a:gd name="T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150">
                    <a:moveTo>
                      <a:pt x="52" y="0"/>
                    </a:moveTo>
                    <a:lnTo>
                      <a:pt x="0" y="56"/>
                    </a:lnTo>
                    <a:lnTo>
                      <a:pt x="36" y="150"/>
                    </a:lnTo>
                    <a:lnTo>
                      <a:pt x="82" y="20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îṥḷíde"/>
              <p:cNvSpPr/>
              <p:nvPr/>
            </p:nvSpPr>
            <p:spPr bwMode="auto">
              <a:xfrm>
                <a:off x="6692901" y="3922674"/>
                <a:ext cx="103188" cy="374650"/>
              </a:xfrm>
              <a:custGeom>
                <a:avLst/>
                <a:gdLst>
                  <a:gd name="T0" fmla="*/ 17 w 65"/>
                  <a:gd name="T1" fmla="*/ 0 h 236"/>
                  <a:gd name="T2" fmla="*/ 49 w 65"/>
                  <a:gd name="T3" fmla="*/ 0 h 236"/>
                  <a:gd name="T4" fmla="*/ 65 w 65"/>
                  <a:gd name="T5" fmla="*/ 160 h 236"/>
                  <a:gd name="T6" fmla="*/ 31 w 65"/>
                  <a:gd name="T7" fmla="*/ 236 h 236"/>
                  <a:gd name="T8" fmla="*/ 0 w 65"/>
                  <a:gd name="T9" fmla="*/ 160 h 236"/>
                  <a:gd name="T10" fmla="*/ 17 w 65"/>
                  <a:gd name="T11" fmla="*/ 0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236">
                    <a:moveTo>
                      <a:pt x="17" y="0"/>
                    </a:moveTo>
                    <a:lnTo>
                      <a:pt x="49" y="0"/>
                    </a:lnTo>
                    <a:lnTo>
                      <a:pt x="65" y="160"/>
                    </a:lnTo>
                    <a:lnTo>
                      <a:pt x="31" y="236"/>
                    </a:lnTo>
                    <a:lnTo>
                      <a:pt x="0" y="16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íş1íďè"/>
              <p:cNvSpPr/>
              <p:nvPr/>
            </p:nvSpPr>
            <p:spPr bwMode="auto">
              <a:xfrm>
                <a:off x="6618288" y="3668674"/>
                <a:ext cx="123825" cy="200025"/>
              </a:xfrm>
              <a:custGeom>
                <a:avLst/>
                <a:gdLst>
                  <a:gd name="T0" fmla="*/ 29 w 78"/>
                  <a:gd name="T1" fmla="*/ 0 h 126"/>
                  <a:gd name="T2" fmla="*/ 78 w 78"/>
                  <a:gd name="T3" fmla="*/ 54 h 126"/>
                  <a:gd name="T4" fmla="*/ 42 w 78"/>
                  <a:gd name="T5" fmla="*/ 126 h 126"/>
                  <a:gd name="T6" fmla="*/ 0 w 78"/>
                  <a:gd name="T7" fmla="*/ 20 h 126"/>
                  <a:gd name="T8" fmla="*/ 29 w 78"/>
                  <a:gd name="T9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126">
                    <a:moveTo>
                      <a:pt x="29" y="0"/>
                    </a:moveTo>
                    <a:lnTo>
                      <a:pt x="78" y="54"/>
                    </a:lnTo>
                    <a:lnTo>
                      <a:pt x="42" y="126"/>
                    </a:lnTo>
                    <a:lnTo>
                      <a:pt x="0" y="2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ṧľîḍe"/>
              <p:cNvSpPr/>
              <p:nvPr/>
            </p:nvSpPr>
            <p:spPr bwMode="auto">
              <a:xfrm>
                <a:off x="6527801" y="3694074"/>
                <a:ext cx="214313" cy="603250"/>
              </a:xfrm>
              <a:custGeom>
                <a:avLst/>
                <a:gdLst>
                  <a:gd name="T0" fmla="*/ 57 w 135"/>
                  <a:gd name="T1" fmla="*/ 0 h 380"/>
                  <a:gd name="T2" fmla="*/ 135 w 135"/>
                  <a:gd name="T3" fmla="*/ 380 h 380"/>
                  <a:gd name="T4" fmla="*/ 18 w 135"/>
                  <a:gd name="T5" fmla="*/ 155 h 380"/>
                  <a:gd name="T6" fmla="*/ 37 w 135"/>
                  <a:gd name="T7" fmla="*/ 128 h 380"/>
                  <a:gd name="T8" fmla="*/ 0 w 135"/>
                  <a:gd name="T9" fmla="*/ 98 h 380"/>
                  <a:gd name="T10" fmla="*/ 36 w 135"/>
                  <a:gd name="T11" fmla="*/ 12 h 380"/>
                  <a:gd name="T12" fmla="*/ 57 w 135"/>
                  <a:gd name="T13" fmla="*/ 0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380">
                    <a:moveTo>
                      <a:pt x="57" y="0"/>
                    </a:moveTo>
                    <a:lnTo>
                      <a:pt x="135" y="380"/>
                    </a:lnTo>
                    <a:lnTo>
                      <a:pt x="18" y="155"/>
                    </a:lnTo>
                    <a:lnTo>
                      <a:pt x="37" y="128"/>
                    </a:lnTo>
                    <a:lnTo>
                      <a:pt x="0" y="98"/>
                    </a:lnTo>
                    <a:lnTo>
                      <a:pt x="36" y="12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ïśľïḍê"/>
              <p:cNvSpPr/>
              <p:nvPr/>
            </p:nvSpPr>
            <p:spPr bwMode="auto">
              <a:xfrm>
                <a:off x="6742113" y="3694074"/>
                <a:ext cx="241300" cy="603250"/>
              </a:xfrm>
              <a:custGeom>
                <a:avLst/>
                <a:gdLst>
                  <a:gd name="T0" fmla="*/ 82 w 152"/>
                  <a:gd name="T1" fmla="*/ 0 h 380"/>
                  <a:gd name="T2" fmla="*/ 0 w 152"/>
                  <a:gd name="T3" fmla="*/ 380 h 380"/>
                  <a:gd name="T4" fmla="*/ 132 w 152"/>
                  <a:gd name="T5" fmla="*/ 172 h 380"/>
                  <a:gd name="T6" fmla="*/ 114 w 152"/>
                  <a:gd name="T7" fmla="*/ 136 h 380"/>
                  <a:gd name="T8" fmla="*/ 152 w 152"/>
                  <a:gd name="T9" fmla="*/ 106 h 380"/>
                  <a:gd name="T10" fmla="*/ 111 w 152"/>
                  <a:gd name="T11" fmla="*/ 13 h 380"/>
                  <a:gd name="T12" fmla="*/ 82 w 152"/>
                  <a:gd name="T13" fmla="*/ 0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2" h="380">
                    <a:moveTo>
                      <a:pt x="82" y="0"/>
                    </a:moveTo>
                    <a:lnTo>
                      <a:pt x="0" y="380"/>
                    </a:lnTo>
                    <a:lnTo>
                      <a:pt x="132" y="172"/>
                    </a:lnTo>
                    <a:lnTo>
                      <a:pt x="114" y="136"/>
                    </a:lnTo>
                    <a:lnTo>
                      <a:pt x="152" y="106"/>
                    </a:lnTo>
                    <a:lnTo>
                      <a:pt x="111" y="13"/>
                    </a:ln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îṣlïďè"/>
              <p:cNvSpPr/>
              <p:nvPr/>
            </p:nvSpPr>
            <p:spPr bwMode="auto">
              <a:xfrm>
                <a:off x="6742113" y="3694074"/>
                <a:ext cx="217488" cy="603250"/>
              </a:xfrm>
              <a:custGeom>
                <a:avLst/>
                <a:gdLst>
                  <a:gd name="T0" fmla="*/ 82 w 137"/>
                  <a:gd name="T1" fmla="*/ 0 h 380"/>
                  <a:gd name="T2" fmla="*/ 0 w 137"/>
                  <a:gd name="T3" fmla="*/ 380 h 380"/>
                  <a:gd name="T4" fmla="*/ 119 w 137"/>
                  <a:gd name="T5" fmla="*/ 155 h 380"/>
                  <a:gd name="T6" fmla="*/ 100 w 137"/>
                  <a:gd name="T7" fmla="*/ 128 h 380"/>
                  <a:gd name="T8" fmla="*/ 137 w 137"/>
                  <a:gd name="T9" fmla="*/ 98 h 380"/>
                  <a:gd name="T10" fmla="*/ 111 w 137"/>
                  <a:gd name="T11" fmla="*/ 13 h 380"/>
                  <a:gd name="T12" fmla="*/ 82 w 137"/>
                  <a:gd name="T13" fmla="*/ 0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380">
                    <a:moveTo>
                      <a:pt x="82" y="0"/>
                    </a:moveTo>
                    <a:lnTo>
                      <a:pt x="0" y="380"/>
                    </a:lnTo>
                    <a:lnTo>
                      <a:pt x="119" y="155"/>
                    </a:lnTo>
                    <a:lnTo>
                      <a:pt x="100" y="128"/>
                    </a:lnTo>
                    <a:lnTo>
                      <a:pt x="137" y="98"/>
                    </a:lnTo>
                    <a:lnTo>
                      <a:pt x="111" y="13"/>
                    </a:ln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ïṧlíḓè"/>
              <p:cNvSpPr/>
              <p:nvPr/>
            </p:nvSpPr>
            <p:spPr bwMode="auto">
              <a:xfrm>
                <a:off x="6742113" y="3665499"/>
                <a:ext cx="130175" cy="203200"/>
              </a:xfrm>
              <a:custGeom>
                <a:avLst/>
                <a:gdLst>
                  <a:gd name="T0" fmla="*/ 52 w 82"/>
                  <a:gd name="T1" fmla="*/ 0 h 128"/>
                  <a:gd name="T2" fmla="*/ 0 w 82"/>
                  <a:gd name="T3" fmla="*/ 56 h 128"/>
                  <a:gd name="T4" fmla="*/ 38 w 82"/>
                  <a:gd name="T5" fmla="*/ 128 h 128"/>
                  <a:gd name="T6" fmla="*/ 82 w 82"/>
                  <a:gd name="T7" fmla="*/ 20 h 128"/>
                  <a:gd name="T8" fmla="*/ 52 w 82"/>
                  <a:gd name="T9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128">
                    <a:moveTo>
                      <a:pt x="52" y="0"/>
                    </a:moveTo>
                    <a:lnTo>
                      <a:pt x="0" y="56"/>
                    </a:lnTo>
                    <a:lnTo>
                      <a:pt x="38" y="128"/>
                    </a:lnTo>
                    <a:lnTo>
                      <a:pt x="82" y="20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iślîḍé"/>
              <p:cNvSpPr/>
              <p:nvPr/>
            </p:nvSpPr>
            <p:spPr bwMode="auto">
              <a:xfrm>
                <a:off x="6705601" y="3862349"/>
                <a:ext cx="76200" cy="61913"/>
              </a:xfrm>
              <a:custGeom>
                <a:avLst/>
                <a:gdLst>
                  <a:gd name="T0" fmla="*/ 5 w 29"/>
                  <a:gd name="T1" fmla="*/ 0 h 24"/>
                  <a:gd name="T2" fmla="*/ 25 w 29"/>
                  <a:gd name="T3" fmla="*/ 0 h 24"/>
                  <a:gd name="T4" fmla="*/ 25 w 29"/>
                  <a:gd name="T5" fmla="*/ 24 h 24"/>
                  <a:gd name="T6" fmla="*/ 5 w 29"/>
                  <a:gd name="T7" fmla="*/ 24 h 24"/>
                  <a:gd name="T8" fmla="*/ 5 w 29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4">
                    <a:moveTo>
                      <a:pt x="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29" y="9"/>
                      <a:pt x="29" y="17"/>
                      <a:pt x="2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1" y="17"/>
                      <a:pt x="0" y="9"/>
                      <a:pt x="5" y="0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íṥļîďê"/>
              <p:cNvSpPr/>
              <p:nvPr/>
            </p:nvSpPr>
            <p:spPr bwMode="auto">
              <a:xfrm>
                <a:off x="6737351" y="4292562"/>
                <a:ext cx="20638" cy="176213"/>
              </a:xfrm>
              <a:custGeom>
                <a:avLst/>
                <a:gdLst>
                  <a:gd name="T0" fmla="*/ 0 w 8"/>
                  <a:gd name="T1" fmla="*/ 68 h 68"/>
                  <a:gd name="T2" fmla="*/ 4 w 8"/>
                  <a:gd name="T3" fmla="*/ 0 h 68"/>
                  <a:gd name="T4" fmla="*/ 8 w 8"/>
                  <a:gd name="T5" fmla="*/ 68 h 68"/>
                  <a:gd name="T6" fmla="*/ 0 w 8"/>
                  <a:gd name="T7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68">
                    <a:moveTo>
                      <a:pt x="0" y="68"/>
                    </a:moveTo>
                    <a:cubicBezTo>
                      <a:pt x="0" y="51"/>
                      <a:pt x="1" y="30"/>
                      <a:pt x="4" y="0"/>
                    </a:cubicBezTo>
                    <a:cubicBezTo>
                      <a:pt x="6" y="30"/>
                      <a:pt x="7" y="51"/>
                      <a:pt x="8" y="68"/>
                    </a:cubicBezTo>
                    <a:cubicBezTo>
                      <a:pt x="5" y="68"/>
                      <a:pt x="2" y="68"/>
                      <a:pt x="0" y="68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íṣlïdè"/>
              <p:cNvSpPr/>
              <p:nvPr/>
            </p:nvSpPr>
            <p:spPr bwMode="auto">
              <a:xfrm>
                <a:off x="6572251" y="3665499"/>
                <a:ext cx="349250" cy="627063"/>
              </a:xfrm>
              <a:custGeom>
                <a:avLst/>
                <a:gdLst>
                  <a:gd name="T0" fmla="*/ 0 w 220"/>
                  <a:gd name="T1" fmla="*/ 30 h 395"/>
                  <a:gd name="T2" fmla="*/ 11 w 220"/>
                  <a:gd name="T3" fmla="*/ 144 h 395"/>
                  <a:gd name="T4" fmla="*/ 110 w 220"/>
                  <a:gd name="T5" fmla="*/ 395 h 395"/>
                  <a:gd name="T6" fmla="*/ 207 w 220"/>
                  <a:gd name="T7" fmla="*/ 144 h 395"/>
                  <a:gd name="T8" fmla="*/ 220 w 220"/>
                  <a:gd name="T9" fmla="*/ 30 h 395"/>
                  <a:gd name="T10" fmla="*/ 172 w 220"/>
                  <a:gd name="T11" fmla="*/ 0 h 395"/>
                  <a:gd name="T12" fmla="*/ 45 w 220"/>
                  <a:gd name="T13" fmla="*/ 0 h 395"/>
                  <a:gd name="T14" fmla="*/ 0 w 220"/>
                  <a:gd name="T15" fmla="*/ 3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0" h="395">
                    <a:moveTo>
                      <a:pt x="0" y="30"/>
                    </a:moveTo>
                    <a:lnTo>
                      <a:pt x="11" y="144"/>
                    </a:lnTo>
                    <a:lnTo>
                      <a:pt x="110" y="395"/>
                    </a:lnTo>
                    <a:lnTo>
                      <a:pt x="207" y="144"/>
                    </a:lnTo>
                    <a:lnTo>
                      <a:pt x="220" y="30"/>
                    </a:lnTo>
                    <a:lnTo>
                      <a:pt x="172" y="0"/>
                    </a:lnTo>
                    <a:lnTo>
                      <a:pt x="45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îṧlïḓè"/>
              <p:cNvSpPr/>
              <p:nvPr/>
            </p:nvSpPr>
            <p:spPr bwMode="auto">
              <a:xfrm>
                <a:off x="6643688" y="3601999"/>
                <a:ext cx="200025" cy="160338"/>
              </a:xfrm>
              <a:prstGeom prst="rect">
                <a:avLst/>
              </a:prstGeom>
              <a:solidFill>
                <a:srgbClr val="D1A8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ïṣḻîḑe"/>
              <p:cNvSpPr/>
              <p:nvPr/>
            </p:nvSpPr>
            <p:spPr bwMode="auto">
              <a:xfrm>
                <a:off x="6502401" y="3098762"/>
                <a:ext cx="485775" cy="598488"/>
              </a:xfrm>
              <a:custGeom>
                <a:avLst/>
                <a:gdLst>
                  <a:gd name="T0" fmla="*/ 94 w 188"/>
                  <a:gd name="T1" fmla="*/ 231 h 231"/>
                  <a:gd name="T2" fmla="*/ 167 w 188"/>
                  <a:gd name="T3" fmla="*/ 154 h 231"/>
                  <a:gd name="T4" fmla="*/ 170 w 188"/>
                  <a:gd name="T5" fmla="*/ 155 h 231"/>
                  <a:gd name="T6" fmla="*/ 186 w 188"/>
                  <a:gd name="T7" fmla="*/ 130 h 231"/>
                  <a:gd name="T8" fmla="*/ 179 w 188"/>
                  <a:gd name="T9" fmla="*/ 101 h 231"/>
                  <a:gd name="T10" fmla="*/ 178 w 188"/>
                  <a:gd name="T11" fmla="*/ 101 h 231"/>
                  <a:gd name="T12" fmla="*/ 94 w 188"/>
                  <a:gd name="T13" fmla="*/ 0 h 231"/>
                  <a:gd name="T14" fmla="*/ 10 w 188"/>
                  <a:gd name="T15" fmla="*/ 101 h 231"/>
                  <a:gd name="T16" fmla="*/ 9 w 188"/>
                  <a:gd name="T17" fmla="*/ 101 h 231"/>
                  <a:gd name="T18" fmla="*/ 2 w 188"/>
                  <a:gd name="T19" fmla="*/ 130 h 231"/>
                  <a:gd name="T20" fmla="*/ 18 w 188"/>
                  <a:gd name="T21" fmla="*/ 155 h 231"/>
                  <a:gd name="T22" fmla="*/ 21 w 188"/>
                  <a:gd name="T23" fmla="*/ 153 h 231"/>
                  <a:gd name="T24" fmla="*/ 94 w 188"/>
                  <a:gd name="T25" fmla="*/ 231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8" h="231">
                    <a:moveTo>
                      <a:pt x="94" y="231"/>
                    </a:moveTo>
                    <a:cubicBezTo>
                      <a:pt x="125" y="231"/>
                      <a:pt x="153" y="196"/>
                      <a:pt x="167" y="154"/>
                    </a:cubicBezTo>
                    <a:cubicBezTo>
                      <a:pt x="168" y="154"/>
                      <a:pt x="169" y="155"/>
                      <a:pt x="170" y="155"/>
                    </a:cubicBezTo>
                    <a:cubicBezTo>
                      <a:pt x="176" y="156"/>
                      <a:pt x="183" y="145"/>
                      <a:pt x="186" y="130"/>
                    </a:cubicBezTo>
                    <a:cubicBezTo>
                      <a:pt x="188" y="115"/>
                      <a:pt x="185" y="102"/>
                      <a:pt x="179" y="101"/>
                    </a:cubicBezTo>
                    <a:cubicBezTo>
                      <a:pt x="179" y="101"/>
                      <a:pt x="178" y="101"/>
                      <a:pt x="178" y="101"/>
                    </a:cubicBezTo>
                    <a:cubicBezTo>
                      <a:pt x="181" y="48"/>
                      <a:pt x="159" y="0"/>
                      <a:pt x="94" y="0"/>
                    </a:cubicBezTo>
                    <a:cubicBezTo>
                      <a:pt x="29" y="0"/>
                      <a:pt x="7" y="48"/>
                      <a:pt x="10" y="101"/>
                    </a:cubicBezTo>
                    <a:cubicBezTo>
                      <a:pt x="10" y="101"/>
                      <a:pt x="9" y="101"/>
                      <a:pt x="9" y="101"/>
                    </a:cubicBezTo>
                    <a:cubicBezTo>
                      <a:pt x="2" y="102"/>
                      <a:pt x="0" y="115"/>
                      <a:pt x="2" y="130"/>
                    </a:cubicBezTo>
                    <a:cubicBezTo>
                      <a:pt x="5" y="145"/>
                      <a:pt x="11" y="156"/>
                      <a:pt x="18" y="155"/>
                    </a:cubicBezTo>
                    <a:cubicBezTo>
                      <a:pt x="19" y="155"/>
                      <a:pt x="20" y="154"/>
                      <a:pt x="21" y="153"/>
                    </a:cubicBezTo>
                    <a:cubicBezTo>
                      <a:pt x="36" y="196"/>
                      <a:pt x="64" y="231"/>
                      <a:pt x="94" y="231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iś1iḍe"/>
              <p:cNvSpPr/>
              <p:nvPr/>
            </p:nvSpPr>
            <p:spPr bwMode="auto">
              <a:xfrm>
                <a:off x="6708776" y="3751224"/>
                <a:ext cx="73025" cy="111125"/>
              </a:xfrm>
              <a:custGeom>
                <a:avLst/>
                <a:gdLst>
                  <a:gd name="T0" fmla="*/ 24 w 28"/>
                  <a:gd name="T1" fmla="*/ 43 h 43"/>
                  <a:gd name="T2" fmla="*/ 28 w 28"/>
                  <a:gd name="T3" fmla="*/ 34 h 43"/>
                  <a:gd name="T4" fmla="*/ 14 w 28"/>
                  <a:gd name="T5" fmla="*/ 0 h 43"/>
                  <a:gd name="T6" fmla="*/ 0 w 28"/>
                  <a:gd name="T7" fmla="*/ 34 h 43"/>
                  <a:gd name="T8" fmla="*/ 5 w 28"/>
                  <a:gd name="T9" fmla="*/ 43 h 43"/>
                  <a:gd name="T10" fmla="*/ 24 w 28"/>
                  <a:gd name="T1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43">
                    <a:moveTo>
                      <a:pt x="24" y="43"/>
                    </a:moveTo>
                    <a:cubicBezTo>
                      <a:pt x="28" y="34"/>
                      <a:pt x="28" y="34"/>
                      <a:pt x="28" y="34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11" y="43"/>
                      <a:pt x="18" y="43"/>
                      <a:pt x="24" y="43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îśḻîḑê"/>
              <p:cNvSpPr/>
              <p:nvPr/>
            </p:nvSpPr>
            <p:spPr bwMode="auto">
              <a:xfrm>
                <a:off x="6597651" y="3694074"/>
                <a:ext cx="147638" cy="207963"/>
              </a:xfrm>
              <a:custGeom>
                <a:avLst/>
                <a:gdLst>
                  <a:gd name="T0" fmla="*/ 29 w 93"/>
                  <a:gd name="T1" fmla="*/ 0 h 131"/>
                  <a:gd name="T2" fmla="*/ 93 w 93"/>
                  <a:gd name="T3" fmla="*/ 36 h 131"/>
                  <a:gd name="T4" fmla="*/ 57 w 93"/>
                  <a:gd name="T5" fmla="*/ 131 h 131"/>
                  <a:gd name="T6" fmla="*/ 0 w 93"/>
                  <a:gd name="T7" fmla="*/ 2 h 131"/>
                  <a:gd name="T8" fmla="*/ 29 w 93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131">
                    <a:moveTo>
                      <a:pt x="29" y="0"/>
                    </a:moveTo>
                    <a:lnTo>
                      <a:pt x="93" y="36"/>
                    </a:lnTo>
                    <a:lnTo>
                      <a:pt x="57" y="131"/>
                    </a:lnTo>
                    <a:lnTo>
                      <a:pt x="0" y="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íSḷíḍè"/>
              <p:cNvSpPr/>
              <p:nvPr/>
            </p:nvSpPr>
            <p:spPr bwMode="auto">
              <a:xfrm>
                <a:off x="6507163" y="3706774"/>
                <a:ext cx="238125" cy="598488"/>
              </a:xfrm>
              <a:custGeom>
                <a:avLst/>
                <a:gdLst>
                  <a:gd name="T0" fmla="*/ 42 w 150"/>
                  <a:gd name="T1" fmla="*/ 0 h 377"/>
                  <a:gd name="T2" fmla="*/ 150 w 150"/>
                  <a:gd name="T3" fmla="*/ 377 h 377"/>
                  <a:gd name="T4" fmla="*/ 20 w 150"/>
                  <a:gd name="T5" fmla="*/ 162 h 377"/>
                  <a:gd name="T6" fmla="*/ 37 w 150"/>
                  <a:gd name="T7" fmla="*/ 126 h 377"/>
                  <a:gd name="T8" fmla="*/ 0 w 150"/>
                  <a:gd name="T9" fmla="*/ 97 h 377"/>
                  <a:gd name="T10" fmla="*/ 31 w 150"/>
                  <a:gd name="T11" fmla="*/ 4 h 377"/>
                  <a:gd name="T12" fmla="*/ 42 w 150"/>
                  <a:gd name="T13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377">
                    <a:moveTo>
                      <a:pt x="42" y="0"/>
                    </a:moveTo>
                    <a:lnTo>
                      <a:pt x="150" y="377"/>
                    </a:lnTo>
                    <a:lnTo>
                      <a:pt x="20" y="162"/>
                    </a:lnTo>
                    <a:lnTo>
                      <a:pt x="37" y="126"/>
                    </a:lnTo>
                    <a:lnTo>
                      <a:pt x="0" y="97"/>
                    </a:lnTo>
                    <a:lnTo>
                      <a:pt x="31" y="4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6F7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íSḷïḓê"/>
              <p:cNvSpPr/>
              <p:nvPr/>
            </p:nvSpPr>
            <p:spPr bwMode="auto">
              <a:xfrm>
                <a:off x="6745288" y="3697249"/>
                <a:ext cx="147638" cy="204788"/>
              </a:xfrm>
              <a:custGeom>
                <a:avLst/>
                <a:gdLst>
                  <a:gd name="T0" fmla="*/ 62 w 93"/>
                  <a:gd name="T1" fmla="*/ 2 h 129"/>
                  <a:gd name="T2" fmla="*/ 0 w 93"/>
                  <a:gd name="T3" fmla="*/ 34 h 129"/>
                  <a:gd name="T4" fmla="*/ 36 w 93"/>
                  <a:gd name="T5" fmla="*/ 129 h 129"/>
                  <a:gd name="T6" fmla="*/ 93 w 93"/>
                  <a:gd name="T7" fmla="*/ 0 h 129"/>
                  <a:gd name="T8" fmla="*/ 62 w 93"/>
                  <a:gd name="T9" fmla="*/ 2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129">
                    <a:moveTo>
                      <a:pt x="62" y="2"/>
                    </a:moveTo>
                    <a:lnTo>
                      <a:pt x="0" y="34"/>
                    </a:lnTo>
                    <a:lnTo>
                      <a:pt x="36" y="129"/>
                    </a:lnTo>
                    <a:lnTo>
                      <a:pt x="93" y="0"/>
                    </a:lnTo>
                    <a:lnTo>
                      <a:pt x="62" y="2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iṡļïḓé"/>
              <p:cNvSpPr/>
              <p:nvPr/>
            </p:nvSpPr>
            <p:spPr bwMode="auto">
              <a:xfrm>
                <a:off x="6597651" y="3665499"/>
                <a:ext cx="147638" cy="200025"/>
              </a:xfrm>
              <a:custGeom>
                <a:avLst/>
                <a:gdLst>
                  <a:gd name="T0" fmla="*/ 29 w 93"/>
                  <a:gd name="T1" fmla="*/ 0 h 126"/>
                  <a:gd name="T2" fmla="*/ 93 w 93"/>
                  <a:gd name="T3" fmla="*/ 54 h 126"/>
                  <a:gd name="T4" fmla="*/ 57 w 93"/>
                  <a:gd name="T5" fmla="*/ 126 h 126"/>
                  <a:gd name="T6" fmla="*/ 0 w 93"/>
                  <a:gd name="T7" fmla="*/ 20 h 126"/>
                  <a:gd name="T8" fmla="*/ 29 w 93"/>
                  <a:gd name="T9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126">
                    <a:moveTo>
                      <a:pt x="29" y="0"/>
                    </a:moveTo>
                    <a:lnTo>
                      <a:pt x="93" y="54"/>
                    </a:lnTo>
                    <a:lnTo>
                      <a:pt x="57" y="126"/>
                    </a:lnTo>
                    <a:lnTo>
                      <a:pt x="0" y="2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ïṧḻîḑé"/>
              <p:cNvSpPr/>
              <p:nvPr/>
            </p:nvSpPr>
            <p:spPr bwMode="auto">
              <a:xfrm>
                <a:off x="6530976" y="3697249"/>
                <a:ext cx="214313" cy="595313"/>
              </a:xfrm>
              <a:custGeom>
                <a:avLst/>
                <a:gdLst>
                  <a:gd name="T0" fmla="*/ 42 w 135"/>
                  <a:gd name="T1" fmla="*/ 0 h 375"/>
                  <a:gd name="T2" fmla="*/ 135 w 135"/>
                  <a:gd name="T3" fmla="*/ 375 h 375"/>
                  <a:gd name="T4" fmla="*/ 18 w 135"/>
                  <a:gd name="T5" fmla="*/ 152 h 375"/>
                  <a:gd name="T6" fmla="*/ 37 w 135"/>
                  <a:gd name="T7" fmla="*/ 124 h 375"/>
                  <a:gd name="T8" fmla="*/ 0 w 135"/>
                  <a:gd name="T9" fmla="*/ 95 h 375"/>
                  <a:gd name="T10" fmla="*/ 26 w 135"/>
                  <a:gd name="T11" fmla="*/ 6 h 375"/>
                  <a:gd name="T12" fmla="*/ 42 w 135"/>
                  <a:gd name="T13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375">
                    <a:moveTo>
                      <a:pt x="42" y="0"/>
                    </a:moveTo>
                    <a:lnTo>
                      <a:pt x="135" y="375"/>
                    </a:lnTo>
                    <a:lnTo>
                      <a:pt x="18" y="152"/>
                    </a:lnTo>
                    <a:lnTo>
                      <a:pt x="37" y="124"/>
                    </a:lnTo>
                    <a:lnTo>
                      <a:pt x="0" y="95"/>
                    </a:lnTo>
                    <a:lnTo>
                      <a:pt x="26" y="6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969D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îślidê"/>
              <p:cNvSpPr/>
              <p:nvPr/>
            </p:nvSpPr>
            <p:spPr bwMode="auto">
              <a:xfrm>
                <a:off x="6745288" y="3700424"/>
                <a:ext cx="238125" cy="604838"/>
              </a:xfrm>
              <a:custGeom>
                <a:avLst/>
                <a:gdLst>
                  <a:gd name="T0" fmla="*/ 104 w 150"/>
                  <a:gd name="T1" fmla="*/ 0 h 381"/>
                  <a:gd name="T2" fmla="*/ 0 w 150"/>
                  <a:gd name="T3" fmla="*/ 381 h 381"/>
                  <a:gd name="T4" fmla="*/ 130 w 150"/>
                  <a:gd name="T5" fmla="*/ 166 h 381"/>
                  <a:gd name="T6" fmla="*/ 114 w 150"/>
                  <a:gd name="T7" fmla="*/ 130 h 381"/>
                  <a:gd name="T8" fmla="*/ 150 w 150"/>
                  <a:gd name="T9" fmla="*/ 101 h 381"/>
                  <a:gd name="T10" fmla="*/ 124 w 150"/>
                  <a:gd name="T11" fmla="*/ 6 h 381"/>
                  <a:gd name="T12" fmla="*/ 104 w 150"/>
                  <a:gd name="T13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381">
                    <a:moveTo>
                      <a:pt x="104" y="0"/>
                    </a:moveTo>
                    <a:lnTo>
                      <a:pt x="0" y="381"/>
                    </a:lnTo>
                    <a:lnTo>
                      <a:pt x="130" y="166"/>
                    </a:lnTo>
                    <a:lnTo>
                      <a:pt x="114" y="130"/>
                    </a:lnTo>
                    <a:lnTo>
                      <a:pt x="150" y="101"/>
                    </a:lnTo>
                    <a:lnTo>
                      <a:pt x="124" y="6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6F7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íşlíḑé"/>
              <p:cNvSpPr/>
              <p:nvPr/>
            </p:nvSpPr>
            <p:spPr bwMode="auto">
              <a:xfrm>
                <a:off x="6745288" y="3694074"/>
                <a:ext cx="214313" cy="598488"/>
              </a:xfrm>
              <a:custGeom>
                <a:avLst/>
                <a:gdLst>
                  <a:gd name="T0" fmla="*/ 96 w 135"/>
                  <a:gd name="T1" fmla="*/ 0 h 377"/>
                  <a:gd name="T2" fmla="*/ 0 w 135"/>
                  <a:gd name="T3" fmla="*/ 377 h 377"/>
                  <a:gd name="T4" fmla="*/ 117 w 135"/>
                  <a:gd name="T5" fmla="*/ 154 h 377"/>
                  <a:gd name="T6" fmla="*/ 98 w 135"/>
                  <a:gd name="T7" fmla="*/ 126 h 377"/>
                  <a:gd name="T8" fmla="*/ 135 w 135"/>
                  <a:gd name="T9" fmla="*/ 97 h 377"/>
                  <a:gd name="T10" fmla="*/ 116 w 135"/>
                  <a:gd name="T11" fmla="*/ 8 h 377"/>
                  <a:gd name="T12" fmla="*/ 96 w 135"/>
                  <a:gd name="T13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377">
                    <a:moveTo>
                      <a:pt x="96" y="0"/>
                    </a:moveTo>
                    <a:lnTo>
                      <a:pt x="0" y="377"/>
                    </a:lnTo>
                    <a:lnTo>
                      <a:pt x="117" y="154"/>
                    </a:lnTo>
                    <a:lnTo>
                      <a:pt x="98" y="126"/>
                    </a:lnTo>
                    <a:lnTo>
                      <a:pt x="135" y="97"/>
                    </a:lnTo>
                    <a:lnTo>
                      <a:pt x="116" y="8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969D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ïṥlîḋé"/>
              <p:cNvSpPr/>
              <p:nvPr/>
            </p:nvSpPr>
            <p:spPr bwMode="auto">
              <a:xfrm>
                <a:off x="6745288" y="3665499"/>
                <a:ext cx="147638" cy="200025"/>
              </a:xfrm>
              <a:custGeom>
                <a:avLst/>
                <a:gdLst>
                  <a:gd name="T0" fmla="*/ 63 w 93"/>
                  <a:gd name="T1" fmla="*/ 0 h 126"/>
                  <a:gd name="T2" fmla="*/ 0 w 93"/>
                  <a:gd name="T3" fmla="*/ 54 h 126"/>
                  <a:gd name="T4" fmla="*/ 36 w 93"/>
                  <a:gd name="T5" fmla="*/ 126 h 126"/>
                  <a:gd name="T6" fmla="*/ 93 w 93"/>
                  <a:gd name="T7" fmla="*/ 20 h 126"/>
                  <a:gd name="T8" fmla="*/ 63 w 93"/>
                  <a:gd name="T9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126">
                    <a:moveTo>
                      <a:pt x="63" y="0"/>
                    </a:moveTo>
                    <a:lnTo>
                      <a:pt x="0" y="54"/>
                    </a:lnTo>
                    <a:lnTo>
                      <a:pt x="36" y="126"/>
                    </a:lnTo>
                    <a:lnTo>
                      <a:pt x="93" y="2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ísļidê"/>
              <p:cNvSpPr/>
              <p:nvPr/>
            </p:nvSpPr>
            <p:spPr bwMode="auto">
              <a:xfrm>
                <a:off x="6708776" y="3857587"/>
                <a:ext cx="74613" cy="65088"/>
              </a:xfrm>
              <a:custGeom>
                <a:avLst/>
                <a:gdLst>
                  <a:gd name="T0" fmla="*/ 5 w 29"/>
                  <a:gd name="T1" fmla="*/ 0 h 25"/>
                  <a:gd name="T2" fmla="*/ 24 w 29"/>
                  <a:gd name="T3" fmla="*/ 0 h 25"/>
                  <a:gd name="T4" fmla="*/ 24 w 29"/>
                  <a:gd name="T5" fmla="*/ 25 h 25"/>
                  <a:gd name="T6" fmla="*/ 5 w 29"/>
                  <a:gd name="T7" fmla="*/ 25 h 25"/>
                  <a:gd name="T8" fmla="*/ 5 w 29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5">
                    <a:moveTo>
                      <a:pt x="5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29" y="10"/>
                      <a:pt x="28" y="17"/>
                      <a:pt x="24" y="25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1" y="17"/>
                      <a:pt x="0" y="10"/>
                      <a:pt x="5" y="0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íşľíďê"/>
              <p:cNvSpPr/>
              <p:nvPr/>
            </p:nvSpPr>
            <p:spPr bwMode="auto">
              <a:xfrm>
                <a:off x="6729413" y="4292562"/>
                <a:ext cx="31750" cy="176213"/>
              </a:xfrm>
              <a:custGeom>
                <a:avLst/>
                <a:gdLst>
                  <a:gd name="T0" fmla="*/ 1 w 12"/>
                  <a:gd name="T1" fmla="*/ 68 h 68"/>
                  <a:gd name="T2" fmla="*/ 11 w 12"/>
                  <a:gd name="T3" fmla="*/ 68 h 68"/>
                  <a:gd name="T4" fmla="*/ 6 w 12"/>
                  <a:gd name="T5" fmla="*/ 0 h 68"/>
                  <a:gd name="T6" fmla="*/ 1 w 12"/>
                  <a:gd name="T7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68">
                    <a:moveTo>
                      <a:pt x="1" y="68"/>
                    </a:moveTo>
                    <a:cubicBezTo>
                      <a:pt x="5" y="68"/>
                      <a:pt x="8" y="68"/>
                      <a:pt x="11" y="68"/>
                    </a:cubicBezTo>
                    <a:cubicBezTo>
                      <a:pt x="12" y="51"/>
                      <a:pt x="9" y="7"/>
                      <a:pt x="6" y="0"/>
                    </a:cubicBezTo>
                    <a:cubicBezTo>
                      <a:pt x="4" y="6"/>
                      <a:pt x="0" y="50"/>
                      <a:pt x="1" y="68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ïŝļiḑe"/>
              <p:cNvSpPr/>
              <p:nvPr/>
            </p:nvSpPr>
            <p:spPr bwMode="auto">
              <a:xfrm>
                <a:off x="6683376" y="3919499"/>
                <a:ext cx="136525" cy="614363"/>
              </a:xfrm>
              <a:custGeom>
                <a:avLst/>
                <a:gdLst>
                  <a:gd name="T0" fmla="*/ 24 w 86"/>
                  <a:gd name="T1" fmla="*/ 0 h 387"/>
                  <a:gd name="T2" fmla="*/ 55 w 86"/>
                  <a:gd name="T3" fmla="*/ 0 h 387"/>
                  <a:gd name="T4" fmla="*/ 86 w 86"/>
                  <a:gd name="T5" fmla="*/ 387 h 387"/>
                  <a:gd name="T6" fmla="*/ 0 w 86"/>
                  <a:gd name="T7" fmla="*/ 387 h 387"/>
                  <a:gd name="T8" fmla="*/ 24 w 86"/>
                  <a:gd name="T9" fmla="*/ 0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87">
                    <a:moveTo>
                      <a:pt x="24" y="0"/>
                    </a:moveTo>
                    <a:lnTo>
                      <a:pt x="55" y="0"/>
                    </a:lnTo>
                    <a:lnTo>
                      <a:pt x="86" y="387"/>
                    </a:lnTo>
                    <a:lnTo>
                      <a:pt x="0" y="38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iSḻiḓé"/>
              <p:cNvSpPr/>
              <p:nvPr/>
            </p:nvSpPr>
            <p:spPr bwMode="auto">
              <a:xfrm>
                <a:off x="7686676" y="4768812"/>
                <a:ext cx="1171575" cy="284163"/>
              </a:xfrm>
              <a:custGeom>
                <a:avLst/>
                <a:gdLst>
                  <a:gd name="T0" fmla="*/ 434 w 453"/>
                  <a:gd name="T1" fmla="*/ 0 h 110"/>
                  <a:gd name="T2" fmla="*/ 79 w 453"/>
                  <a:gd name="T3" fmla="*/ 0 h 110"/>
                  <a:gd name="T4" fmla="*/ 79 w 453"/>
                  <a:gd name="T5" fmla="*/ 110 h 110"/>
                  <a:gd name="T6" fmla="*/ 347 w 453"/>
                  <a:gd name="T7" fmla="*/ 110 h 110"/>
                  <a:gd name="T8" fmla="*/ 434 w 453"/>
                  <a:gd name="T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3" h="110">
                    <a:moveTo>
                      <a:pt x="434" y="0"/>
                    </a:moveTo>
                    <a:cubicBezTo>
                      <a:pt x="79" y="0"/>
                      <a:pt x="79" y="0"/>
                      <a:pt x="79" y="0"/>
                    </a:cubicBezTo>
                    <a:cubicBezTo>
                      <a:pt x="0" y="0"/>
                      <a:pt x="10" y="110"/>
                      <a:pt x="79" y="110"/>
                    </a:cubicBezTo>
                    <a:cubicBezTo>
                      <a:pt x="347" y="110"/>
                      <a:pt x="347" y="110"/>
                      <a:pt x="347" y="110"/>
                    </a:cubicBezTo>
                    <a:cubicBezTo>
                      <a:pt x="437" y="110"/>
                      <a:pt x="453" y="51"/>
                      <a:pt x="434" y="0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îṧḻïďè"/>
              <p:cNvSpPr/>
              <p:nvPr/>
            </p:nvSpPr>
            <p:spPr bwMode="auto">
              <a:xfrm>
                <a:off x="8329613" y="3643274"/>
                <a:ext cx="238125" cy="346075"/>
              </a:xfrm>
              <a:custGeom>
                <a:avLst/>
                <a:gdLst>
                  <a:gd name="T0" fmla="*/ 106 w 150"/>
                  <a:gd name="T1" fmla="*/ 0 h 218"/>
                  <a:gd name="T2" fmla="*/ 0 w 150"/>
                  <a:gd name="T3" fmla="*/ 29 h 218"/>
                  <a:gd name="T4" fmla="*/ 28 w 150"/>
                  <a:gd name="T5" fmla="*/ 218 h 218"/>
                  <a:gd name="T6" fmla="*/ 150 w 150"/>
                  <a:gd name="T7" fmla="*/ 184 h 218"/>
                  <a:gd name="T8" fmla="*/ 106 w 150"/>
                  <a:gd name="T9" fmla="*/ 0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218">
                    <a:moveTo>
                      <a:pt x="106" y="0"/>
                    </a:moveTo>
                    <a:lnTo>
                      <a:pt x="0" y="29"/>
                    </a:lnTo>
                    <a:lnTo>
                      <a:pt x="28" y="218"/>
                    </a:lnTo>
                    <a:lnTo>
                      <a:pt x="150" y="184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ísľiḋè"/>
              <p:cNvSpPr/>
              <p:nvPr/>
            </p:nvSpPr>
            <p:spPr bwMode="auto">
              <a:xfrm>
                <a:off x="8328026" y="3787737"/>
                <a:ext cx="498475" cy="1079500"/>
              </a:xfrm>
              <a:custGeom>
                <a:avLst/>
                <a:gdLst>
                  <a:gd name="T0" fmla="*/ 0 w 193"/>
                  <a:gd name="T1" fmla="*/ 92 h 417"/>
                  <a:gd name="T2" fmla="*/ 10 w 193"/>
                  <a:gd name="T3" fmla="*/ 384 h 417"/>
                  <a:gd name="T4" fmla="*/ 193 w 193"/>
                  <a:gd name="T5" fmla="*/ 417 h 417"/>
                  <a:gd name="T6" fmla="*/ 95 w 193"/>
                  <a:gd name="T7" fmla="*/ 0 h 417"/>
                  <a:gd name="T8" fmla="*/ 0 w 193"/>
                  <a:gd name="T9" fmla="*/ 92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417">
                    <a:moveTo>
                      <a:pt x="0" y="92"/>
                    </a:moveTo>
                    <a:cubicBezTo>
                      <a:pt x="10" y="384"/>
                      <a:pt x="10" y="384"/>
                      <a:pt x="10" y="384"/>
                    </a:cubicBezTo>
                    <a:cubicBezTo>
                      <a:pt x="71" y="384"/>
                      <a:pt x="135" y="397"/>
                      <a:pt x="193" y="417"/>
                    </a:cubicBezTo>
                    <a:cubicBezTo>
                      <a:pt x="187" y="274"/>
                      <a:pt x="155" y="123"/>
                      <a:pt x="95" y="0"/>
                    </a:cubicBezTo>
                    <a:cubicBezTo>
                      <a:pt x="69" y="31"/>
                      <a:pt x="15" y="94"/>
                      <a:pt x="0" y="92"/>
                    </a:cubicBezTo>
                    <a:close/>
                  </a:path>
                </a:pathLst>
              </a:custGeom>
              <a:solidFill>
                <a:srgbClr val="7BA4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iṥliḓe"/>
              <p:cNvSpPr/>
              <p:nvPr/>
            </p:nvSpPr>
            <p:spPr bwMode="auto">
              <a:xfrm>
                <a:off x="7675563" y="4859299"/>
                <a:ext cx="352425" cy="768350"/>
              </a:xfrm>
              <a:custGeom>
                <a:avLst/>
                <a:gdLst>
                  <a:gd name="T0" fmla="*/ 116 w 136"/>
                  <a:gd name="T1" fmla="*/ 5 h 297"/>
                  <a:gd name="T2" fmla="*/ 43 w 136"/>
                  <a:gd name="T3" fmla="*/ 5 h 297"/>
                  <a:gd name="T4" fmla="*/ 28 w 136"/>
                  <a:gd name="T5" fmla="*/ 10 h 297"/>
                  <a:gd name="T6" fmla="*/ 1 w 136"/>
                  <a:gd name="T7" fmla="*/ 278 h 297"/>
                  <a:gd name="T8" fmla="*/ 20 w 136"/>
                  <a:gd name="T9" fmla="*/ 297 h 297"/>
                  <a:gd name="T10" fmla="*/ 93 w 136"/>
                  <a:gd name="T11" fmla="*/ 297 h 297"/>
                  <a:gd name="T12" fmla="*/ 111 w 136"/>
                  <a:gd name="T13" fmla="*/ 278 h 297"/>
                  <a:gd name="T14" fmla="*/ 135 w 136"/>
                  <a:gd name="T15" fmla="*/ 23 h 297"/>
                  <a:gd name="T16" fmla="*/ 116 w 136"/>
                  <a:gd name="T17" fmla="*/ 5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6" h="297">
                    <a:moveTo>
                      <a:pt x="116" y="5"/>
                    </a:moveTo>
                    <a:cubicBezTo>
                      <a:pt x="43" y="5"/>
                      <a:pt x="43" y="5"/>
                      <a:pt x="43" y="5"/>
                    </a:cubicBezTo>
                    <a:cubicBezTo>
                      <a:pt x="33" y="5"/>
                      <a:pt x="29" y="0"/>
                      <a:pt x="28" y="10"/>
                    </a:cubicBezTo>
                    <a:cubicBezTo>
                      <a:pt x="1" y="278"/>
                      <a:pt x="1" y="278"/>
                      <a:pt x="1" y="278"/>
                    </a:cubicBezTo>
                    <a:cubicBezTo>
                      <a:pt x="0" y="288"/>
                      <a:pt x="9" y="297"/>
                      <a:pt x="20" y="297"/>
                    </a:cubicBezTo>
                    <a:cubicBezTo>
                      <a:pt x="93" y="297"/>
                      <a:pt x="93" y="297"/>
                      <a:pt x="93" y="297"/>
                    </a:cubicBezTo>
                    <a:cubicBezTo>
                      <a:pt x="103" y="297"/>
                      <a:pt x="110" y="288"/>
                      <a:pt x="111" y="278"/>
                    </a:cubicBezTo>
                    <a:cubicBezTo>
                      <a:pt x="135" y="23"/>
                      <a:pt x="135" y="23"/>
                      <a:pt x="135" y="23"/>
                    </a:cubicBezTo>
                    <a:cubicBezTo>
                      <a:pt x="136" y="13"/>
                      <a:pt x="127" y="5"/>
                      <a:pt x="116" y="5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íS1îḍê"/>
              <p:cNvSpPr/>
              <p:nvPr/>
            </p:nvSpPr>
            <p:spPr bwMode="auto">
              <a:xfrm>
                <a:off x="7469188" y="5672099"/>
                <a:ext cx="498475" cy="227013"/>
              </a:xfrm>
              <a:custGeom>
                <a:avLst/>
                <a:gdLst>
                  <a:gd name="T0" fmla="*/ 181 w 193"/>
                  <a:gd name="T1" fmla="*/ 0 h 88"/>
                  <a:gd name="T2" fmla="*/ 191 w 193"/>
                  <a:gd name="T3" fmla="*/ 33 h 88"/>
                  <a:gd name="T4" fmla="*/ 187 w 193"/>
                  <a:gd name="T5" fmla="*/ 59 h 88"/>
                  <a:gd name="T6" fmla="*/ 165 w 193"/>
                  <a:gd name="T7" fmla="*/ 63 h 88"/>
                  <a:gd name="T8" fmla="*/ 157 w 193"/>
                  <a:gd name="T9" fmla="*/ 53 h 88"/>
                  <a:gd name="T10" fmla="*/ 101 w 193"/>
                  <a:gd name="T11" fmla="*/ 75 h 88"/>
                  <a:gd name="T12" fmla="*/ 39 w 193"/>
                  <a:gd name="T13" fmla="*/ 86 h 88"/>
                  <a:gd name="T14" fmla="*/ 2 w 193"/>
                  <a:gd name="T15" fmla="*/ 72 h 88"/>
                  <a:gd name="T16" fmla="*/ 63 w 193"/>
                  <a:gd name="T17" fmla="*/ 31 h 88"/>
                  <a:gd name="T18" fmla="*/ 94 w 193"/>
                  <a:gd name="T19" fmla="*/ 1 h 88"/>
                  <a:gd name="T20" fmla="*/ 100 w 193"/>
                  <a:gd name="T21" fmla="*/ 2 h 88"/>
                  <a:gd name="T22" fmla="*/ 173 w 193"/>
                  <a:gd name="T23" fmla="*/ 2 h 88"/>
                  <a:gd name="T24" fmla="*/ 181 w 193"/>
                  <a:gd name="T2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3" h="88">
                    <a:moveTo>
                      <a:pt x="181" y="0"/>
                    </a:moveTo>
                    <a:cubicBezTo>
                      <a:pt x="186" y="12"/>
                      <a:pt x="190" y="25"/>
                      <a:pt x="191" y="33"/>
                    </a:cubicBezTo>
                    <a:cubicBezTo>
                      <a:pt x="192" y="47"/>
                      <a:pt x="193" y="57"/>
                      <a:pt x="187" y="59"/>
                    </a:cubicBezTo>
                    <a:cubicBezTo>
                      <a:pt x="165" y="63"/>
                      <a:pt x="165" y="63"/>
                      <a:pt x="165" y="63"/>
                    </a:cubicBezTo>
                    <a:cubicBezTo>
                      <a:pt x="161" y="63"/>
                      <a:pt x="158" y="59"/>
                      <a:pt x="157" y="53"/>
                    </a:cubicBezTo>
                    <a:cubicBezTo>
                      <a:pt x="147" y="53"/>
                      <a:pt x="127" y="70"/>
                      <a:pt x="101" y="75"/>
                    </a:cubicBezTo>
                    <a:cubicBezTo>
                      <a:pt x="39" y="86"/>
                      <a:pt x="39" y="86"/>
                      <a:pt x="39" y="86"/>
                    </a:cubicBezTo>
                    <a:cubicBezTo>
                      <a:pt x="26" y="88"/>
                      <a:pt x="4" y="87"/>
                      <a:pt x="2" y="72"/>
                    </a:cubicBezTo>
                    <a:cubicBezTo>
                      <a:pt x="0" y="57"/>
                      <a:pt x="37" y="44"/>
                      <a:pt x="63" y="31"/>
                    </a:cubicBezTo>
                    <a:cubicBezTo>
                      <a:pt x="73" y="26"/>
                      <a:pt x="84" y="14"/>
                      <a:pt x="94" y="1"/>
                    </a:cubicBezTo>
                    <a:cubicBezTo>
                      <a:pt x="96" y="1"/>
                      <a:pt x="98" y="2"/>
                      <a:pt x="100" y="2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8" y="1"/>
                      <a:pt x="181" y="0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iṧḻíḍe"/>
              <p:cNvSpPr/>
              <p:nvPr/>
            </p:nvSpPr>
            <p:spPr bwMode="auto">
              <a:xfrm>
                <a:off x="5151438" y="3036849"/>
                <a:ext cx="558800" cy="833438"/>
              </a:xfrm>
              <a:custGeom>
                <a:avLst/>
                <a:gdLst>
                  <a:gd name="T0" fmla="*/ 215 w 216"/>
                  <a:gd name="T1" fmla="*/ 184 h 322"/>
                  <a:gd name="T2" fmla="*/ 111 w 216"/>
                  <a:gd name="T3" fmla="*/ 322 h 322"/>
                  <a:gd name="T4" fmla="*/ 0 w 216"/>
                  <a:gd name="T5" fmla="*/ 196 h 322"/>
                  <a:gd name="T6" fmla="*/ 149 w 216"/>
                  <a:gd name="T7" fmla="*/ 42 h 322"/>
                  <a:gd name="T8" fmla="*/ 215 w 216"/>
                  <a:gd name="T9" fmla="*/ 184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" h="322">
                    <a:moveTo>
                      <a:pt x="215" y="184"/>
                    </a:moveTo>
                    <a:cubicBezTo>
                      <a:pt x="214" y="283"/>
                      <a:pt x="144" y="322"/>
                      <a:pt x="111" y="322"/>
                    </a:cubicBezTo>
                    <a:cubicBezTo>
                      <a:pt x="78" y="322"/>
                      <a:pt x="0" y="296"/>
                      <a:pt x="0" y="196"/>
                    </a:cubicBezTo>
                    <a:cubicBezTo>
                      <a:pt x="0" y="129"/>
                      <a:pt x="10" y="0"/>
                      <a:pt x="149" y="42"/>
                    </a:cubicBezTo>
                    <a:cubicBezTo>
                      <a:pt x="196" y="40"/>
                      <a:pt x="216" y="86"/>
                      <a:pt x="215" y="184"/>
                    </a:cubicBezTo>
                    <a:close/>
                  </a:path>
                </a:pathLst>
              </a:custGeom>
              <a:solidFill>
                <a:srgbClr val="BA9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î$ľïḑè"/>
              <p:cNvSpPr/>
              <p:nvPr/>
            </p:nvSpPr>
            <p:spPr bwMode="auto">
              <a:xfrm>
                <a:off x="5207001" y="4427499"/>
                <a:ext cx="461963" cy="25400"/>
              </a:xfrm>
              <a:custGeom>
                <a:avLst/>
                <a:gdLst>
                  <a:gd name="T0" fmla="*/ 1 w 179"/>
                  <a:gd name="T1" fmla="*/ 0 h 10"/>
                  <a:gd name="T2" fmla="*/ 0 w 179"/>
                  <a:gd name="T3" fmla="*/ 3 h 10"/>
                  <a:gd name="T4" fmla="*/ 179 w 179"/>
                  <a:gd name="T5" fmla="*/ 3 h 10"/>
                  <a:gd name="T6" fmla="*/ 178 w 179"/>
                  <a:gd name="T7" fmla="*/ 0 h 10"/>
                  <a:gd name="T8" fmla="*/ 1 w 179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0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55" y="10"/>
                      <a:pt x="124" y="10"/>
                      <a:pt x="179" y="3"/>
                    </a:cubicBezTo>
                    <a:cubicBezTo>
                      <a:pt x="179" y="2"/>
                      <a:pt x="178" y="1"/>
                      <a:pt x="178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iṥḻiďê"/>
              <p:cNvSpPr/>
              <p:nvPr/>
            </p:nvSpPr>
            <p:spPr bwMode="auto">
              <a:xfrm>
                <a:off x="5110163" y="3676612"/>
                <a:ext cx="660400" cy="776288"/>
              </a:xfrm>
              <a:custGeom>
                <a:avLst/>
                <a:gdLst>
                  <a:gd name="T0" fmla="*/ 35 w 255"/>
                  <a:gd name="T1" fmla="*/ 292 h 300"/>
                  <a:gd name="T2" fmla="*/ 21 w 255"/>
                  <a:gd name="T3" fmla="*/ 184 h 300"/>
                  <a:gd name="T4" fmla="*/ 11 w 255"/>
                  <a:gd name="T5" fmla="*/ 44 h 300"/>
                  <a:gd name="T6" fmla="*/ 97 w 255"/>
                  <a:gd name="T7" fmla="*/ 1 h 300"/>
                  <a:gd name="T8" fmla="*/ 127 w 255"/>
                  <a:gd name="T9" fmla="*/ 12 h 300"/>
                  <a:gd name="T10" fmla="*/ 157 w 255"/>
                  <a:gd name="T11" fmla="*/ 0 h 300"/>
                  <a:gd name="T12" fmla="*/ 244 w 255"/>
                  <a:gd name="T13" fmla="*/ 44 h 300"/>
                  <a:gd name="T14" fmla="*/ 234 w 255"/>
                  <a:gd name="T15" fmla="*/ 184 h 300"/>
                  <a:gd name="T16" fmla="*/ 216 w 255"/>
                  <a:gd name="T17" fmla="*/ 293 h 300"/>
                  <a:gd name="T18" fmla="*/ 35 w 255"/>
                  <a:gd name="T19" fmla="*/ 292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5" h="300">
                    <a:moveTo>
                      <a:pt x="35" y="292"/>
                    </a:moveTo>
                    <a:cubicBezTo>
                      <a:pt x="51" y="247"/>
                      <a:pt x="42" y="234"/>
                      <a:pt x="21" y="184"/>
                    </a:cubicBezTo>
                    <a:cubicBezTo>
                      <a:pt x="0" y="134"/>
                      <a:pt x="43" y="106"/>
                      <a:pt x="11" y="44"/>
                    </a:cubicBezTo>
                    <a:cubicBezTo>
                      <a:pt x="39" y="26"/>
                      <a:pt x="75" y="19"/>
                      <a:pt x="97" y="1"/>
                    </a:cubicBezTo>
                    <a:cubicBezTo>
                      <a:pt x="108" y="10"/>
                      <a:pt x="115" y="12"/>
                      <a:pt x="127" y="12"/>
                    </a:cubicBezTo>
                    <a:cubicBezTo>
                      <a:pt x="139" y="12"/>
                      <a:pt x="146" y="10"/>
                      <a:pt x="157" y="0"/>
                    </a:cubicBezTo>
                    <a:cubicBezTo>
                      <a:pt x="173" y="14"/>
                      <a:pt x="215" y="25"/>
                      <a:pt x="244" y="44"/>
                    </a:cubicBezTo>
                    <a:cubicBezTo>
                      <a:pt x="214" y="108"/>
                      <a:pt x="255" y="119"/>
                      <a:pt x="234" y="184"/>
                    </a:cubicBezTo>
                    <a:cubicBezTo>
                      <a:pt x="218" y="234"/>
                      <a:pt x="193" y="237"/>
                      <a:pt x="216" y="293"/>
                    </a:cubicBezTo>
                    <a:cubicBezTo>
                      <a:pt x="160" y="300"/>
                      <a:pt x="91" y="300"/>
                      <a:pt x="35" y="292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íŝľiďe"/>
              <p:cNvSpPr/>
              <p:nvPr/>
            </p:nvSpPr>
            <p:spPr bwMode="auto">
              <a:xfrm>
                <a:off x="5289551" y="3676612"/>
                <a:ext cx="300038" cy="604838"/>
              </a:xfrm>
              <a:custGeom>
                <a:avLst/>
                <a:gdLst>
                  <a:gd name="T0" fmla="*/ 3 w 189"/>
                  <a:gd name="T1" fmla="*/ 26 h 381"/>
                  <a:gd name="T2" fmla="*/ 0 w 189"/>
                  <a:gd name="T3" fmla="*/ 140 h 381"/>
                  <a:gd name="T4" fmla="*/ 94 w 189"/>
                  <a:gd name="T5" fmla="*/ 381 h 381"/>
                  <a:gd name="T6" fmla="*/ 189 w 189"/>
                  <a:gd name="T7" fmla="*/ 140 h 381"/>
                  <a:gd name="T8" fmla="*/ 182 w 189"/>
                  <a:gd name="T9" fmla="*/ 23 h 381"/>
                  <a:gd name="T10" fmla="*/ 143 w 189"/>
                  <a:gd name="T11" fmla="*/ 0 h 381"/>
                  <a:gd name="T12" fmla="*/ 45 w 189"/>
                  <a:gd name="T13" fmla="*/ 2 h 381"/>
                  <a:gd name="T14" fmla="*/ 3 w 189"/>
                  <a:gd name="T15" fmla="*/ 26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9" h="381">
                    <a:moveTo>
                      <a:pt x="3" y="26"/>
                    </a:moveTo>
                    <a:lnTo>
                      <a:pt x="0" y="140"/>
                    </a:lnTo>
                    <a:lnTo>
                      <a:pt x="94" y="381"/>
                    </a:lnTo>
                    <a:lnTo>
                      <a:pt x="189" y="140"/>
                    </a:lnTo>
                    <a:lnTo>
                      <a:pt x="182" y="23"/>
                    </a:lnTo>
                    <a:lnTo>
                      <a:pt x="143" y="0"/>
                    </a:lnTo>
                    <a:lnTo>
                      <a:pt x="45" y="2"/>
                    </a:lnTo>
                    <a:lnTo>
                      <a:pt x="3" y="2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ïšlïḓé"/>
              <p:cNvSpPr/>
              <p:nvPr/>
            </p:nvSpPr>
            <p:spPr bwMode="auto">
              <a:xfrm>
                <a:off x="5360988" y="3614699"/>
                <a:ext cx="152400" cy="157163"/>
              </a:xfrm>
              <a:prstGeom prst="rect">
                <a:avLst/>
              </a:prstGeom>
              <a:solidFill>
                <a:srgbClr val="D1A8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îsľiďe"/>
              <p:cNvSpPr/>
              <p:nvPr/>
            </p:nvSpPr>
            <p:spPr bwMode="auto">
              <a:xfrm>
                <a:off x="5200651" y="3130512"/>
                <a:ext cx="473075" cy="576263"/>
              </a:xfrm>
              <a:custGeom>
                <a:avLst/>
                <a:gdLst>
                  <a:gd name="T0" fmla="*/ 92 w 183"/>
                  <a:gd name="T1" fmla="*/ 223 h 223"/>
                  <a:gd name="T2" fmla="*/ 163 w 183"/>
                  <a:gd name="T3" fmla="*/ 148 h 223"/>
                  <a:gd name="T4" fmla="*/ 165 w 183"/>
                  <a:gd name="T5" fmla="*/ 150 h 223"/>
                  <a:gd name="T6" fmla="*/ 180 w 183"/>
                  <a:gd name="T7" fmla="*/ 126 h 223"/>
                  <a:gd name="T8" fmla="*/ 174 w 183"/>
                  <a:gd name="T9" fmla="*/ 98 h 223"/>
                  <a:gd name="T10" fmla="*/ 173 w 183"/>
                  <a:gd name="T11" fmla="*/ 98 h 223"/>
                  <a:gd name="T12" fmla="*/ 92 w 183"/>
                  <a:gd name="T13" fmla="*/ 0 h 223"/>
                  <a:gd name="T14" fmla="*/ 11 w 183"/>
                  <a:gd name="T15" fmla="*/ 98 h 223"/>
                  <a:gd name="T16" fmla="*/ 9 w 183"/>
                  <a:gd name="T17" fmla="*/ 98 h 223"/>
                  <a:gd name="T18" fmla="*/ 3 w 183"/>
                  <a:gd name="T19" fmla="*/ 126 h 223"/>
                  <a:gd name="T20" fmla="*/ 18 w 183"/>
                  <a:gd name="T21" fmla="*/ 150 h 223"/>
                  <a:gd name="T22" fmla="*/ 21 w 183"/>
                  <a:gd name="T23" fmla="*/ 148 h 223"/>
                  <a:gd name="T24" fmla="*/ 92 w 183"/>
                  <a:gd name="T25" fmla="*/ 223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223">
                    <a:moveTo>
                      <a:pt x="92" y="223"/>
                    </a:moveTo>
                    <a:cubicBezTo>
                      <a:pt x="121" y="223"/>
                      <a:pt x="148" y="189"/>
                      <a:pt x="163" y="148"/>
                    </a:cubicBezTo>
                    <a:cubicBezTo>
                      <a:pt x="163" y="149"/>
                      <a:pt x="164" y="150"/>
                      <a:pt x="165" y="150"/>
                    </a:cubicBezTo>
                    <a:cubicBezTo>
                      <a:pt x="171" y="151"/>
                      <a:pt x="178" y="140"/>
                      <a:pt x="180" y="126"/>
                    </a:cubicBezTo>
                    <a:cubicBezTo>
                      <a:pt x="183" y="111"/>
                      <a:pt x="180" y="99"/>
                      <a:pt x="174" y="98"/>
                    </a:cubicBezTo>
                    <a:cubicBezTo>
                      <a:pt x="174" y="97"/>
                      <a:pt x="173" y="97"/>
                      <a:pt x="173" y="98"/>
                    </a:cubicBezTo>
                    <a:cubicBezTo>
                      <a:pt x="176" y="47"/>
                      <a:pt x="155" y="0"/>
                      <a:pt x="92" y="0"/>
                    </a:cubicBezTo>
                    <a:cubicBezTo>
                      <a:pt x="29" y="0"/>
                      <a:pt x="8" y="47"/>
                      <a:pt x="11" y="98"/>
                    </a:cubicBezTo>
                    <a:cubicBezTo>
                      <a:pt x="10" y="97"/>
                      <a:pt x="10" y="97"/>
                      <a:pt x="9" y="98"/>
                    </a:cubicBezTo>
                    <a:cubicBezTo>
                      <a:pt x="3" y="99"/>
                      <a:pt x="0" y="111"/>
                      <a:pt x="3" y="126"/>
                    </a:cubicBezTo>
                    <a:cubicBezTo>
                      <a:pt x="5" y="140"/>
                      <a:pt x="12" y="151"/>
                      <a:pt x="18" y="150"/>
                    </a:cubicBezTo>
                    <a:cubicBezTo>
                      <a:pt x="19" y="150"/>
                      <a:pt x="20" y="149"/>
                      <a:pt x="21" y="148"/>
                    </a:cubicBezTo>
                    <a:cubicBezTo>
                      <a:pt x="35" y="189"/>
                      <a:pt x="62" y="223"/>
                      <a:pt x="92" y="223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ísļíḑe"/>
              <p:cNvSpPr/>
              <p:nvPr/>
            </p:nvSpPr>
            <p:spPr bwMode="auto">
              <a:xfrm>
                <a:off x="5402263" y="3759162"/>
                <a:ext cx="73025" cy="109538"/>
              </a:xfrm>
              <a:custGeom>
                <a:avLst/>
                <a:gdLst>
                  <a:gd name="T0" fmla="*/ 24 w 28"/>
                  <a:gd name="T1" fmla="*/ 42 h 42"/>
                  <a:gd name="T2" fmla="*/ 28 w 28"/>
                  <a:gd name="T3" fmla="*/ 34 h 42"/>
                  <a:gd name="T4" fmla="*/ 14 w 28"/>
                  <a:gd name="T5" fmla="*/ 0 h 42"/>
                  <a:gd name="T6" fmla="*/ 0 w 28"/>
                  <a:gd name="T7" fmla="*/ 33 h 42"/>
                  <a:gd name="T8" fmla="*/ 5 w 28"/>
                  <a:gd name="T9" fmla="*/ 42 h 42"/>
                  <a:gd name="T10" fmla="*/ 24 w 28"/>
                  <a:gd name="T1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42">
                    <a:moveTo>
                      <a:pt x="24" y="42"/>
                    </a:moveTo>
                    <a:cubicBezTo>
                      <a:pt x="28" y="34"/>
                      <a:pt x="28" y="34"/>
                      <a:pt x="28" y="34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11" y="42"/>
                      <a:pt x="17" y="42"/>
                      <a:pt x="24" y="42"/>
                    </a:cubicBezTo>
                    <a:close/>
                  </a:path>
                </a:pathLst>
              </a:custGeom>
              <a:solidFill>
                <a:srgbClr val="CF77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i$1ide"/>
              <p:cNvSpPr/>
              <p:nvPr/>
            </p:nvSpPr>
            <p:spPr bwMode="auto">
              <a:xfrm>
                <a:off x="5318126" y="3679787"/>
                <a:ext cx="120650" cy="227013"/>
              </a:xfrm>
              <a:custGeom>
                <a:avLst/>
                <a:gdLst>
                  <a:gd name="T0" fmla="*/ 27 w 76"/>
                  <a:gd name="T1" fmla="*/ 0 h 143"/>
                  <a:gd name="T2" fmla="*/ 76 w 76"/>
                  <a:gd name="T3" fmla="*/ 50 h 143"/>
                  <a:gd name="T4" fmla="*/ 42 w 76"/>
                  <a:gd name="T5" fmla="*/ 143 h 143"/>
                  <a:gd name="T6" fmla="*/ 0 w 76"/>
                  <a:gd name="T7" fmla="*/ 17 h 143"/>
                  <a:gd name="T8" fmla="*/ 27 w 76"/>
                  <a:gd name="T9" fmla="*/ 0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43">
                    <a:moveTo>
                      <a:pt x="27" y="0"/>
                    </a:moveTo>
                    <a:lnTo>
                      <a:pt x="76" y="50"/>
                    </a:lnTo>
                    <a:lnTo>
                      <a:pt x="42" y="143"/>
                    </a:lnTo>
                    <a:lnTo>
                      <a:pt x="0" y="17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iS1iḋé"/>
              <p:cNvSpPr/>
              <p:nvPr/>
            </p:nvSpPr>
            <p:spPr bwMode="auto">
              <a:xfrm>
                <a:off x="5208588" y="3705187"/>
                <a:ext cx="230188" cy="579438"/>
              </a:xfrm>
              <a:custGeom>
                <a:avLst/>
                <a:gdLst>
                  <a:gd name="T0" fmla="*/ 69 w 145"/>
                  <a:gd name="T1" fmla="*/ 0 h 365"/>
                  <a:gd name="T2" fmla="*/ 145 w 145"/>
                  <a:gd name="T3" fmla="*/ 365 h 365"/>
                  <a:gd name="T4" fmla="*/ 20 w 145"/>
                  <a:gd name="T5" fmla="*/ 165 h 365"/>
                  <a:gd name="T6" fmla="*/ 36 w 145"/>
                  <a:gd name="T7" fmla="*/ 130 h 365"/>
                  <a:gd name="T8" fmla="*/ 0 w 145"/>
                  <a:gd name="T9" fmla="*/ 101 h 365"/>
                  <a:gd name="T10" fmla="*/ 49 w 145"/>
                  <a:gd name="T11" fmla="*/ 11 h 365"/>
                  <a:gd name="T12" fmla="*/ 69 w 145"/>
                  <a:gd name="T13" fmla="*/ 0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5" h="365">
                    <a:moveTo>
                      <a:pt x="69" y="0"/>
                    </a:moveTo>
                    <a:lnTo>
                      <a:pt x="145" y="365"/>
                    </a:lnTo>
                    <a:lnTo>
                      <a:pt x="20" y="165"/>
                    </a:lnTo>
                    <a:lnTo>
                      <a:pt x="36" y="130"/>
                    </a:lnTo>
                    <a:lnTo>
                      <a:pt x="0" y="101"/>
                    </a:lnTo>
                    <a:lnTo>
                      <a:pt x="49" y="11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íşḷïḍé"/>
              <p:cNvSpPr/>
              <p:nvPr/>
            </p:nvSpPr>
            <p:spPr bwMode="auto">
              <a:xfrm>
                <a:off x="5438776" y="3676612"/>
                <a:ext cx="122238" cy="230188"/>
              </a:xfrm>
              <a:custGeom>
                <a:avLst/>
                <a:gdLst>
                  <a:gd name="T0" fmla="*/ 49 w 77"/>
                  <a:gd name="T1" fmla="*/ 0 h 145"/>
                  <a:gd name="T2" fmla="*/ 0 w 77"/>
                  <a:gd name="T3" fmla="*/ 52 h 145"/>
                  <a:gd name="T4" fmla="*/ 34 w 77"/>
                  <a:gd name="T5" fmla="*/ 145 h 145"/>
                  <a:gd name="T6" fmla="*/ 77 w 77"/>
                  <a:gd name="T7" fmla="*/ 19 h 145"/>
                  <a:gd name="T8" fmla="*/ 49 w 77"/>
                  <a:gd name="T9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145">
                    <a:moveTo>
                      <a:pt x="49" y="0"/>
                    </a:moveTo>
                    <a:lnTo>
                      <a:pt x="0" y="52"/>
                    </a:lnTo>
                    <a:lnTo>
                      <a:pt x="34" y="145"/>
                    </a:lnTo>
                    <a:lnTo>
                      <a:pt x="77" y="19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ïŝľïdè"/>
              <p:cNvSpPr/>
              <p:nvPr/>
            </p:nvSpPr>
            <p:spPr bwMode="auto">
              <a:xfrm>
                <a:off x="5389563" y="3922674"/>
                <a:ext cx="98425" cy="361950"/>
              </a:xfrm>
              <a:custGeom>
                <a:avLst/>
                <a:gdLst>
                  <a:gd name="T0" fmla="*/ 17 w 62"/>
                  <a:gd name="T1" fmla="*/ 0 h 228"/>
                  <a:gd name="T2" fmla="*/ 48 w 62"/>
                  <a:gd name="T3" fmla="*/ 0 h 228"/>
                  <a:gd name="T4" fmla="*/ 62 w 62"/>
                  <a:gd name="T5" fmla="*/ 155 h 228"/>
                  <a:gd name="T6" fmla="*/ 31 w 62"/>
                  <a:gd name="T7" fmla="*/ 228 h 228"/>
                  <a:gd name="T8" fmla="*/ 0 w 62"/>
                  <a:gd name="T9" fmla="*/ 155 h 228"/>
                  <a:gd name="T10" fmla="*/ 17 w 62"/>
                  <a:gd name="T11" fmla="*/ 0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" h="228">
                    <a:moveTo>
                      <a:pt x="17" y="0"/>
                    </a:moveTo>
                    <a:lnTo>
                      <a:pt x="48" y="0"/>
                    </a:lnTo>
                    <a:lnTo>
                      <a:pt x="62" y="155"/>
                    </a:lnTo>
                    <a:lnTo>
                      <a:pt x="31" y="228"/>
                    </a:lnTo>
                    <a:lnTo>
                      <a:pt x="0" y="155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CF77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ïSḷîḓé"/>
              <p:cNvSpPr/>
              <p:nvPr/>
            </p:nvSpPr>
            <p:spPr bwMode="auto">
              <a:xfrm>
                <a:off x="5318126" y="3679787"/>
                <a:ext cx="120650" cy="190500"/>
              </a:xfrm>
              <a:custGeom>
                <a:avLst/>
                <a:gdLst>
                  <a:gd name="T0" fmla="*/ 27 w 76"/>
                  <a:gd name="T1" fmla="*/ 0 h 120"/>
                  <a:gd name="T2" fmla="*/ 76 w 76"/>
                  <a:gd name="T3" fmla="*/ 50 h 120"/>
                  <a:gd name="T4" fmla="*/ 40 w 76"/>
                  <a:gd name="T5" fmla="*/ 120 h 120"/>
                  <a:gd name="T6" fmla="*/ 0 w 76"/>
                  <a:gd name="T7" fmla="*/ 17 h 120"/>
                  <a:gd name="T8" fmla="*/ 27 w 76"/>
                  <a:gd name="T9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20">
                    <a:moveTo>
                      <a:pt x="27" y="0"/>
                    </a:moveTo>
                    <a:lnTo>
                      <a:pt x="76" y="50"/>
                    </a:lnTo>
                    <a:lnTo>
                      <a:pt x="40" y="120"/>
                    </a:lnTo>
                    <a:lnTo>
                      <a:pt x="0" y="17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iş1ídê"/>
              <p:cNvSpPr/>
              <p:nvPr/>
            </p:nvSpPr>
            <p:spPr bwMode="auto">
              <a:xfrm>
                <a:off x="5229226" y="3705187"/>
                <a:ext cx="209550" cy="579438"/>
              </a:xfrm>
              <a:custGeom>
                <a:avLst/>
                <a:gdLst>
                  <a:gd name="T0" fmla="*/ 56 w 132"/>
                  <a:gd name="T1" fmla="*/ 0 h 365"/>
                  <a:gd name="T2" fmla="*/ 132 w 132"/>
                  <a:gd name="T3" fmla="*/ 365 h 365"/>
                  <a:gd name="T4" fmla="*/ 18 w 132"/>
                  <a:gd name="T5" fmla="*/ 148 h 365"/>
                  <a:gd name="T6" fmla="*/ 38 w 132"/>
                  <a:gd name="T7" fmla="*/ 122 h 365"/>
                  <a:gd name="T8" fmla="*/ 0 w 132"/>
                  <a:gd name="T9" fmla="*/ 93 h 365"/>
                  <a:gd name="T10" fmla="*/ 36 w 132"/>
                  <a:gd name="T11" fmla="*/ 11 h 365"/>
                  <a:gd name="T12" fmla="*/ 56 w 132"/>
                  <a:gd name="T13" fmla="*/ 0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365">
                    <a:moveTo>
                      <a:pt x="56" y="0"/>
                    </a:moveTo>
                    <a:lnTo>
                      <a:pt x="132" y="365"/>
                    </a:lnTo>
                    <a:lnTo>
                      <a:pt x="18" y="148"/>
                    </a:lnTo>
                    <a:lnTo>
                      <a:pt x="38" y="122"/>
                    </a:lnTo>
                    <a:lnTo>
                      <a:pt x="0" y="93"/>
                    </a:lnTo>
                    <a:lnTo>
                      <a:pt x="36" y="11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ïŝḷiḓé"/>
              <p:cNvSpPr/>
              <p:nvPr/>
            </p:nvSpPr>
            <p:spPr bwMode="auto">
              <a:xfrm>
                <a:off x="5438776" y="3702012"/>
                <a:ext cx="230188" cy="582613"/>
              </a:xfrm>
              <a:custGeom>
                <a:avLst/>
                <a:gdLst>
                  <a:gd name="T0" fmla="*/ 78 w 145"/>
                  <a:gd name="T1" fmla="*/ 0 h 367"/>
                  <a:gd name="T2" fmla="*/ 0 w 145"/>
                  <a:gd name="T3" fmla="*/ 367 h 367"/>
                  <a:gd name="T4" fmla="*/ 126 w 145"/>
                  <a:gd name="T5" fmla="*/ 167 h 367"/>
                  <a:gd name="T6" fmla="*/ 109 w 145"/>
                  <a:gd name="T7" fmla="*/ 132 h 367"/>
                  <a:gd name="T8" fmla="*/ 145 w 145"/>
                  <a:gd name="T9" fmla="*/ 103 h 367"/>
                  <a:gd name="T10" fmla="*/ 106 w 145"/>
                  <a:gd name="T11" fmla="*/ 13 h 367"/>
                  <a:gd name="T12" fmla="*/ 78 w 145"/>
                  <a:gd name="T13" fmla="*/ 0 h 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5" h="367">
                    <a:moveTo>
                      <a:pt x="78" y="0"/>
                    </a:moveTo>
                    <a:lnTo>
                      <a:pt x="0" y="367"/>
                    </a:lnTo>
                    <a:lnTo>
                      <a:pt x="126" y="167"/>
                    </a:lnTo>
                    <a:lnTo>
                      <a:pt x="109" y="132"/>
                    </a:lnTo>
                    <a:lnTo>
                      <a:pt x="145" y="103"/>
                    </a:lnTo>
                    <a:lnTo>
                      <a:pt x="106" y="13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îṩḷïḑê"/>
              <p:cNvSpPr/>
              <p:nvPr/>
            </p:nvSpPr>
            <p:spPr bwMode="auto">
              <a:xfrm>
                <a:off x="5438776" y="3702012"/>
                <a:ext cx="207963" cy="582613"/>
              </a:xfrm>
              <a:custGeom>
                <a:avLst/>
                <a:gdLst>
                  <a:gd name="T0" fmla="*/ 78 w 131"/>
                  <a:gd name="T1" fmla="*/ 0 h 367"/>
                  <a:gd name="T2" fmla="*/ 0 w 131"/>
                  <a:gd name="T3" fmla="*/ 367 h 367"/>
                  <a:gd name="T4" fmla="*/ 114 w 131"/>
                  <a:gd name="T5" fmla="*/ 150 h 367"/>
                  <a:gd name="T6" fmla="*/ 95 w 131"/>
                  <a:gd name="T7" fmla="*/ 124 h 367"/>
                  <a:gd name="T8" fmla="*/ 131 w 131"/>
                  <a:gd name="T9" fmla="*/ 95 h 367"/>
                  <a:gd name="T10" fmla="*/ 106 w 131"/>
                  <a:gd name="T11" fmla="*/ 13 h 367"/>
                  <a:gd name="T12" fmla="*/ 78 w 131"/>
                  <a:gd name="T13" fmla="*/ 0 h 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1" h="367">
                    <a:moveTo>
                      <a:pt x="78" y="0"/>
                    </a:moveTo>
                    <a:lnTo>
                      <a:pt x="0" y="367"/>
                    </a:lnTo>
                    <a:lnTo>
                      <a:pt x="114" y="150"/>
                    </a:lnTo>
                    <a:lnTo>
                      <a:pt x="95" y="124"/>
                    </a:lnTo>
                    <a:lnTo>
                      <a:pt x="131" y="95"/>
                    </a:lnTo>
                    <a:lnTo>
                      <a:pt x="106" y="13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2" name="íṥļiḍê"/>
              <p:cNvSpPr/>
              <p:nvPr/>
            </p:nvSpPr>
            <p:spPr bwMode="auto">
              <a:xfrm>
                <a:off x="5438776" y="3676612"/>
                <a:ext cx="122238" cy="193675"/>
              </a:xfrm>
              <a:custGeom>
                <a:avLst/>
                <a:gdLst>
                  <a:gd name="T0" fmla="*/ 49 w 77"/>
                  <a:gd name="T1" fmla="*/ 0 h 122"/>
                  <a:gd name="T2" fmla="*/ 0 w 77"/>
                  <a:gd name="T3" fmla="*/ 52 h 122"/>
                  <a:gd name="T4" fmla="*/ 34 w 77"/>
                  <a:gd name="T5" fmla="*/ 122 h 122"/>
                  <a:gd name="T6" fmla="*/ 77 w 77"/>
                  <a:gd name="T7" fmla="*/ 19 h 122"/>
                  <a:gd name="T8" fmla="*/ 49 w 77"/>
                  <a:gd name="T9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122">
                    <a:moveTo>
                      <a:pt x="49" y="0"/>
                    </a:moveTo>
                    <a:lnTo>
                      <a:pt x="0" y="52"/>
                    </a:lnTo>
                    <a:lnTo>
                      <a:pt x="34" y="122"/>
                    </a:lnTo>
                    <a:lnTo>
                      <a:pt x="77" y="19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3" name="îś1îḋe"/>
              <p:cNvSpPr/>
              <p:nvPr/>
            </p:nvSpPr>
            <p:spPr bwMode="auto">
              <a:xfrm>
                <a:off x="5402263" y="3865524"/>
                <a:ext cx="73025" cy="61913"/>
              </a:xfrm>
              <a:custGeom>
                <a:avLst/>
                <a:gdLst>
                  <a:gd name="T0" fmla="*/ 5 w 28"/>
                  <a:gd name="T1" fmla="*/ 0 h 24"/>
                  <a:gd name="T2" fmla="*/ 24 w 28"/>
                  <a:gd name="T3" fmla="*/ 0 h 24"/>
                  <a:gd name="T4" fmla="*/ 24 w 28"/>
                  <a:gd name="T5" fmla="*/ 24 h 24"/>
                  <a:gd name="T6" fmla="*/ 5 w 28"/>
                  <a:gd name="T7" fmla="*/ 24 h 24"/>
                  <a:gd name="T8" fmla="*/ 5 w 28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4">
                    <a:moveTo>
                      <a:pt x="5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28" y="8"/>
                      <a:pt x="27" y="16"/>
                      <a:pt x="24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1" y="16"/>
                      <a:pt x="0" y="8"/>
                      <a:pt x="5" y="0"/>
                    </a:cubicBezTo>
                    <a:close/>
                  </a:path>
                </a:pathLst>
              </a:custGeom>
              <a:solidFill>
                <a:srgbClr val="CF77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4" name="îṡlídè"/>
              <p:cNvSpPr/>
              <p:nvPr/>
            </p:nvSpPr>
            <p:spPr bwMode="auto">
              <a:xfrm>
                <a:off x="5430838" y="4279862"/>
                <a:ext cx="20638" cy="168275"/>
              </a:xfrm>
              <a:custGeom>
                <a:avLst/>
                <a:gdLst>
                  <a:gd name="T0" fmla="*/ 0 w 8"/>
                  <a:gd name="T1" fmla="*/ 65 h 65"/>
                  <a:gd name="T2" fmla="*/ 4 w 8"/>
                  <a:gd name="T3" fmla="*/ 0 h 65"/>
                  <a:gd name="T4" fmla="*/ 8 w 8"/>
                  <a:gd name="T5" fmla="*/ 65 h 65"/>
                  <a:gd name="T6" fmla="*/ 0 w 8"/>
                  <a:gd name="T7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65">
                    <a:moveTo>
                      <a:pt x="0" y="65"/>
                    </a:moveTo>
                    <a:cubicBezTo>
                      <a:pt x="1" y="49"/>
                      <a:pt x="2" y="29"/>
                      <a:pt x="4" y="0"/>
                    </a:cubicBezTo>
                    <a:cubicBezTo>
                      <a:pt x="6" y="29"/>
                      <a:pt x="7" y="49"/>
                      <a:pt x="8" y="65"/>
                    </a:cubicBezTo>
                    <a:cubicBezTo>
                      <a:pt x="5" y="65"/>
                      <a:pt x="3" y="65"/>
                      <a:pt x="0" y="65"/>
                    </a:cubicBez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5" name="ísḻiďê"/>
              <p:cNvSpPr/>
              <p:nvPr/>
            </p:nvSpPr>
            <p:spPr bwMode="auto">
              <a:xfrm>
                <a:off x="5607051" y="3401974"/>
                <a:ext cx="65088" cy="119063"/>
              </a:xfrm>
              <a:custGeom>
                <a:avLst/>
                <a:gdLst>
                  <a:gd name="T0" fmla="*/ 17 w 25"/>
                  <a:gd name="T1" fmla="*/ 2 h 46"/>
                  <a:gd name="T2" fmla="*/ 23 w 25"/>
                  <a:gd name="T3" fmla="*/ 25 h 46"/>
                  <a:gd name="T4" fmla="*/ 8 w 25"/>
                  <a:gd name="T5" fmla="*/ 45 h 46"/>
                  <a:gd name="T6" fmla="*/ 2 w 25"/>
                  <a:gd name="T7" fmla="*/ 21 h 46"/>
                  <a:gd name="T8" fmla="*/ 17 w 25"/>
                  <a:gd name="T9" fmla="*/ 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46">
                    <a:moveTo>
                      <a:pt x="17" y="2"/>
                    </a:moveTo>
                    <a:cubicBezTo>
                      <a:pt x="23" y="3"/>
                      <a:pt x="25" y="14"/>
                      <a:pt x="23" y="25"/>
                    </a:cubicBezTo>
                    <a:cubicBezTo>
                      <a:pt x="20" y="37"/>
                      <a:pt x="13" y="46"/>
                      <a:pt x="8" y="45"/>
                    </a:cubicBezTo>
                    <a:cubicBezTo>
                      <a:pt x="2" y="44"/>
                      <a:pt x="0" y="33"/>
                      <a:pt x="2" y="21"/>
                    </a:cubicBezTo>
                    <a:cubicBezTo>
                      <a:pt x="5" y="9"/>
                      <a:pt x="12" y="0"/>
                      <a:pt x="17" y="2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6" name="ïṧ1ïḋé"/>
              <p:cNvSpPr/>
              <p:nvPr/>
            </p:nvSpPr>
            <p:spPr bwMode="auto">
              <a:xfrm>
                <a:off x="5216526" y="3130512"/>
                <a:ext cx="442913" cy="317500"/>
              </a:xfrm>
              <a:custGeom>
                <a:avLst/>
                <a:gdLst>
                  <a:gd name="T0" fmla="*/ 168 w 171"/>
                  <a:gd name="T1" fmla="*/ 98 h 123"/>
                  <a:gd name="T2" fmla="*/ 86 w 171"/>
                  <a:gd name="T3" fmla="*/ 0 h 123"/>
                  <a:gd name="T4" fmla="*/ 3 w 171"/>
                  <a:gd name="T5" fmla="*/ 98 h 123"/>
                  <a:gd name="T6" fmla="*/ 16 w 171"/>
                  <a:gd name="T7" fmla="*/ 120 h 123"/>
                  <a:gd name="T8" fmla="*/ 23 w 171"/>
                  <a:gd name="T9" fmla="*/ 111 h 123"/>
                  <a:gd name="T10" fmla="*/ 47 w 171"/>
                  <a:gd name="T11" fmla="*/ 48 h 123"/>
                  <a:gd name="T12" fmla="*/ 85 w 171"/>
                  <a:gd name="T13" fmla="*/ 55 h 123"/>
                  <a:gd name="T14" fmla="*/ 124 w 171"/>
                  <a:gd name="T15" fmla="*/ 48 h 123"/>
                  <a:gd name="T16" fmla="*/ 148 w 171"/>
                  <a:gd name="T17" fmla="*/ 111 h 123"/>
                  <a:gd name="T18" fmla="*/ 154 w 171"/>
                  <a:gd name="T19" fmla="*/ 121 h 123"/>
                  <a:gd name="T20" fmla="*/ 168 w 171"/>
                  <a:gd name="T21" fmla="*/ 9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1" h="123">
                    <a:moveTo>
                      <a:pt x="168" y="98"/>
                    </a:moveTo>
                    <a:cubicBezTo>
                      <a:pt x="171" y="47"/>
                      <a:pt x="149" y="0"/>
                      <a:pt x="86" y="0"/>
                    </a:cubicBezTo>
                    <a:cubicBezTo>
                      <a:pt x="22" y="0"/>
                      <a:pt x="0" y="47"/>
                      <a:pt x="3" y="98"/>
                    </a:cubicBezTo>
                    <a:cubicBezTo>
                      <a:pt x="8" y="99"/>
                      <a:pt x="14" y="108"/>
                      <a:pt x="16" y="120"/>
                    </a:cubicBezTo>
                    <a:cubicBezTo>
                      <a:pt x="20" y="123"/>
                      <a:pt x="23" y="121"/>
                      <a:pt x="23" y="111"/>
                    </a:cubicBezTo>
                    <a:cubicBezTo>
                      <a:pt x="23" y="81"/>
                      <a:pt x="27" y="54"/>
                      <a:pt x="47" y="48"/>
                    </a:cubicBezTo>
                    <a:cubicBezTo>
                      <a:pt x="67" y="42"/>
                      <a:pt x="71" y="55"/>
                      <a:pt x="85" y="55"/>
                    </a:cubicBezTo>
                    <a:cubicBezTo>
                      <a:pt x="100" y="55"/>
                      <a:pt x="105" y="42"/>
                      <a:pt x="124" y="48"/>
                    </a:cubicBezTo>
                    <a:cubicBezTo>
                      <a:pt x="143" y="53"/>
                      <a:pt x="148" y="81"/>
                      <a:pt x="148" y="111"/>
                    </a:cubicBezTo>
                    <a:cubicBezTo>
                      <a:pt x="148" y="121"/>
                      <a:pt x="150" y="123"/>
                      <a:pt x="154" y="121"/>
                    </a:cubicBezTo>
                    <a:cubicBezTo>
                      <a:pt x="157" y="108"/>
                      <a:pt x="163" y="98"/>
                      <a:pt x="168" y="98"/>
                    </a:cubicBezTo>
                    <a:close/>
                  </a:path>
                </a:pathLst>
              </a:custGeom>
              <a:solidFill>
                <a:srgbClr val="BA9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7" name="îşļïḍè"/>
              <p:cNvSpPr/>
              <p:nvPr/>
            </p:nvSpPr>
            <p:spPr bwMode="auto">
              <a:xfrm>
                <a:off x="5154613" y="3070187"/>
                <a:ext cx="488950" cy="377825"/>
              </a:xfrm>
              <a:custGeom>
                <a:avLst/>
                <a:gdLst>
                  <a:gd name="T0" fmla="*/ 187 w 189"/>
                  <a:gd name="T1" fmla="*/ 49 h 146"/>
                  <a:gd name="T2" fmla="*/ 11 w 189"/>
                  <a:gd name="T3" fmla="*/ 146 h 146"/>
                  <a:gd name="T4" fmla="*/ 99 w 189"/>
                  <a:gd name="T5" fmla="*/ 50 h 146"/>
                  <a:gd name="T6" fmla="*/ 187 w 189"/>
                  <a:gd name="T7" fmla="*/ 49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9" h="146">
                    <a:moveTo>
                      <a:pt x="187" y="49"/>
                    </a:moveTo>
                    <a:cubicBezTo>
                      <a:pt x="183" y="78"/>
                      <a:pt x="46" y="141"/>
                      <a:pt x="11" y="146"/>
                    </a:cubicBezTo>
                    <a:cubicBezTo>
                      <a:pt x="0" y="0"/>
                      <a:pt x="90" y="80"/>
                      <a:pt x="99" y="50"/>
                    </a:cubicBezTo>
                    <a:cubicBezTo>
                      <a:pt x="101" y="43"/>
                      <a:pt x="189" y="55"/>
                      <a:pt x="187" y="49"/>
                    </a:cubicBezTo>
                    <a:close/>
                  </a:path>
                </a:pathLst>
              </a:custGeom>
              <a:solidFill>
                <a:srgbClr val="BA9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8" name="iSļiḓê"/>
              <p:cNvSpPr/>
              <p:nvPr/>
            </p:nvSpPr>
            <p:spPr bwMode="auto">
              <a:xfrm>
                <a:off x="5465763" y="3135274"/>
                <a:ext cx="242888" cy="323850"/>
              </a:xfrm>
              <a:custGeom>
                <a:avLst/>
                <a:gdLst>
                  <a:gd name="T0" fmla="*/ 3 w 94"/>
                  <a:gd name="T1" fmla="*/ 0 h 125"/>
                  <a:gd name="T2" fmla="*/ 81 w 94"/>
                  <a:gd name="T3" fmla="*/ 125 h 125"/>
                  <a:gd name="T4" fmla="*/ 48 w 94"/>
                  <a:gd name="T5" fmla="*/ 17 h 125"/>
                  <a:gd name="T6" fmla="*/ 3 w 94"/>
                  <a:gd name="T7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125">
                    <a:moveTo>
                      <a:pt x="3" y="0"/>
                    </a:moveTo>
                    <a:cubicBezTo>
                      <a:pt x="1" y="29"/>
                      <a:pt x="48" y="113"/>
                      <a:pt x="81" y="125"/>
                    </a:cubicBezTo>
                    <a:cubicBezTo>
                      <a:pt x="94" y="20"/>
                      <a:pt x="67" y="26"/>
                      <a:pt x="48" y="17"/>
                    </a:cubicBezTo>
                    <a:cubicBezTo>
                      <a:pt x="41" y="14"/>
                      <a:pt x="0" y="6"/>
                      <a:pt x="3" y="0"/>
                    </a:cubicBezTo>
                    <a:close/>
                  </a:path>
                </a:pathLst>
              </a:custGeom>
              <a:solidFill>
                <a:srgbClr val="BA9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9" name="îṡļîḑè"/>
              <p:cNvSpPr/>
              <p:nvPr/>
            </p:nvSpPr>
            <p:spPr bwMode="auto">
              <a:xfrm>
                <a:off x="3638551" y="4198899"/>
                <a:ext cx="4887913" cy="487363"/>
              </a:xfrm>
              <a:custGeom>
                <a:avLst/>
                <a:gdLst>
                  <a:gd name="T0" fmla="*/ 569 w 3079"/>
                  <a:gd name="T1" fmla="*/ 0 h 307"/>
                  <a:gd name="T2" fmla="*/ 2509 w 3079"/>
                  <a:gd name="T3" fmla="*/ 0 h 307"/>
                  <a:gd name="T4" fmla="*/ 3079 w 3079"/>
                  <a:gd name="T5" fmla="*/ 307 h 307"/>
                  <a:gd name="T6" fmla="*/ 0 w 3079"/>
                  <a:gd name="T7" fmla="*/ 307 h 307"/>
                  <a:gd name="T8" fmla="*/ 569 w 3079"/>
                  <a:gd name="T9" fmla="*/ 0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79" h="307">
                    <a:moveTo>
                      <a:pt x="569" y="0"/>
                    </a:moveTo>
                    <a:lnTo>
                      <a:pt x="2509" y="0"/>
                    </a:lnTo>
                    <a:lnTo>
                      <a:pt x="3079" y="307"/>
                    </a:lnTo>
                    <a:lnTo>
                      <a:pt x="0" y="307"/>
                    </a:lnTo>
                    <a:lnTo>
                      <a:pt x="569" y="0"/>
                    </a:lnTo>
                    <a:close/>
                  </a:path>
                </a:pathLst>
              </a:custGeom>
              <a:solidFill>
                <a:srgbClr val="CF77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0" name="ísľîḍè"/>
              <p:cNvSpPr/>
              <p:nvPr/>
            </p:nvSpPr>
            <p:spPr bwMode="auto">
              <a:xfrm>
                <a:off x="7115176" y="4341774"/>
                <a:ext cx="628650" cy="188913"/>
              </a:xfrm>
              <a:custGeom>
                <a:avLst/>
                <a:gdLst>
                  <a:gd name="T0" fmla="*/ 0 w 396"/>
                  <a:gd name="T1" fmla="*/ 0 h 119"/>
                  <a:gd name="T2" fmla="*/ 293 w 396"/>
                  <a:gd name="T3" fmla="*/ 2 h 119"/>
                  <a:gd name="T4" fmla="*/ 396 w 396"/>
                  <a:gd name="T5" fmla="*/ 117 h 119"/>
                  <a:gd name="T6" fmla="*/ 8 w 396"/>
                  <a:gd name="T7" fmla="*/ 119 h 119"/>
                  <a:gd name="T8" fmla="*/ 0 w 396"/>
                  <a:gd name="T9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119">
                    <a:moveTo>
                      <a:pt x="0" y="0"/>
                    </a:moveTo>
                    <a:lnTo>
                      <a:pt x="293" y="2"/>
                    </a:lnTo>
                    <a:lnTo>
                      <a:pt x="396" y="117"/>
                    </a:lnTo>
                    <a:lnTo>
                      <a:pt x="8" y="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1" name="iṡļïḋé"/>
              <p:cNvSpPr/>
              <p:nvPr/>
            </p:nvSpPr>
            <p:spPr bwMode="auto">
              <a:xfrm>
                <a:off x="7513638" y="4214774"/>
                <a:ext cx="173038" cy="73025"/>
              </a:xfrm>
              <a:custGeom>
                <a:avLst/>
                <a:gdLst>
                  <a:gd name="T0" fmla="*/ 3 w 67"/>
                  <a:gd name="T1" fmla="*/ 0 h 28"/>
                  <a:gd name="T2" fmla="*/ 43 w 67"/>
                  <a:gd name="T3" fmla="*/ 8 h 28"/>
                  <a:gd name="T4" fmla="*/ 66 w 67"/>
                  <a:gd name="T5" fmla="*/ 23 h 28"/>
                  <a:gd name="T6" fmla="*/ 44 w 67"/>
                  <a:gd name="T7" fmla="*/ 27 h 28"/>
                  <a:gd name="T8" fmla="*/ 16 w 67"/>
                  <a:gd name="T9" fmla="*/ 20 h 28"/>
                  <a:gd name="T10" fmla="*/ 3 w 67"/>
                  <a:gd name="T1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" h="28">
                    <a:moveTo>
                      <a:pt x="3" y="0"/>
                    </a:moveTo>
                    <a:cubicBezTo>
                      <a:pt x="43" y="8"/>
                      <a:pt x="43" y="8"/>
                      <a:pt x="43" y="8"/>
                    </a:cubicBezTo>
                    <a:cubicBezTo>
                      <a:pt x="48" y="9"/>
                      <a:pt x="67" y="18"/>
                      <a:pt x="66" y="23"/>
                    </a:cubicBezTo>
                    <a:cubicBezTo>
                      <a:pt x="65" y="28"/>
                      <a:pt x="49" y="28"/>
                      <a:pt x="44" y="27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0" y="16"/>
                      <a:pt x="2" y="6"/>
                      <a:pt x="3" y="0"/>
                    </a:cubicBezTo>
                    <a:close/>
                  </a:path>
                </a:pathLst>
              </a:custGeom>
              <a:solidFill>
                <a:srgbClr val="D1A8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2" name="ïṧ1íde"/>
              <p:cNvSpPr/>
              <p:nvPr/>
            </p:nvSpPr>
            <p:spPr bwMode="auto">
              <a:xfrm>
                <a:off x="7461251" y="4252874"/>
                <a:ext cx="300038" cy="176213"/>
              </a:xfrm>
              <a:custGeom>
                <a:avLst/>
                <a:gdLst>
                  <a:gd name="T0" fmla="*/ 14 w 116"/>
                  <a:gd name="T1" fmla="*/ 18 h 68"/>
                  <a:gd name="T2" fmla="*/ 12 w 116"/>
                  <a:gd name="T3" fmla="*/ 18 h 68"/>
                  <a:gd name="T4" fmla="*/ 18 w 116"/>
                  <a:gd name="T5" fmla="*/ 35 h 68"/>
                  <a:gd name="T6" fmla="*/ 21 w 116"/>
                  <a:gd name="T7" fmla="*/ 52 h 68"/>
                  <a:gd name="T8" fmla="*/ 28 w 116"/>
                  <a:gd name="T9" fmla="*/ 68 h 68"/>
                  <a:gd name="T10" fmla="*/ 68 w 116"/>
                  <a:gd name="T11" fmla="*/ 68 h 68"/>
                  <a:gd name="T12" fmla="*/ 99 w 116"/>
                  <a:gd name="T13" fmla="*/ 57 h 68"/>
                  <a:gd name="T14" fmla="*/ 95 w 116"/>
                  <a:gd name="T15" fmla="*/ 10 h 68"/>
                  <a:gd name="T16" fmla="*/ 77 w 116"/>
                  <a:gd name="T17" fmla="*/ 1 h 68"/>
                  <a:gd name="T18" fmla="*/ 14 w 116"/>
                  <a:gd name="T19" fmla="*/ 1 h 68"/>
                  <a:gd name="T20" fmla="*/ 14 w 116"/>
                  <a:gd name="T21" fmla="*/ 1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6" h="68">
                    <a:moveTo>
                      <a:pt x="14" y="18"/>
                    </a:moveTo>
                    <a:cubicBezTo>
                      <a:pt x="12" y="18"/>
                      <a:pt x="12" y="18"/>
                      <a:pt x="12" y="18"/>
                    </a:cubicBezTo>
                    <a:cubicBezTo>
                      <a:pt x="6" y="23"/>
                      <a:pt x="10" y="34"/>
                      <a:pt x="18" y="35"/>
                    </a:cubicBezTo>
                    <a:cubicBezTo>
                      <a:pt x="11" y="39"/>
                      <a:pt x="13" y="50"/>
                      <a:pt x="21" y="52"/>
                    </a:cubicBezTo>
                    <a:cubicBezTo>
                      <a:pt x="15" y="57"/>
                      <a:pt x="19" y="68"/>
                      <a:pt x="28" y="68"/>
                    </a:cubicBezTo>
                    <a:cubicBezTo>
                      <a:pt x="68" y="68"/>
                      <a:pt x="68" y="68"/>
                      <a:pt x="68" y="68"/>
                    </a:cubicBezTo>
                    <a:cubicBezTo>
                      <a:pt x="79" y="68"/>
                      <a:pt x="94" y="62"/>
                      <a:pt x="99" y="57"/>
                    </a:cubicBezTo>
                    <a:cubicBezTo>
                      <a:pt x="116" y="43"/>
                      <a:pt x="105" y="17"/>
                      <a:pt x="95" y="10"/>
                    </a:cubicBezTo>
                    <a:cubicBezTo>
                      <a:pt x="88" y="5"/>
                      <a:pt x="83" y="1"/>
                      <a:pt x="77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0" y="0"/>
                      <a:pt x="2" y="18"/>
                      <a:pt x="14" y="18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3" name="îŝ1ïḋe"/>
              <p:cNvSpPr/>
              <p:nvPr/>
            </p:nvSpPr>
            <p:spPr bwMode="auto">
              <a:xfrm>
                <a:off x="7489826" y="4300499"/>
                <a:ext cx="61913" cy="90488"/>
              </a:xfrm>
              <a:custGeom>
                <a:avLst/>
                <a:gdLst>
                  <a:gd name="T0" fmla="*/ 24 w 24"/>
                  <a:gd name="T1" fmla="*/ 35 h 35"/>
                  <a:gd name="T2" fmla="*/ 9 w 24"/>
                  <a:gd name="T3" fmla="*/ 35 h 35"/>
                  <a:gd name="T4" fmla="*/ 10 w 24"/>
                  <a:gd name="T5" fmla="*/ 34 h 35"/>
                  <a:gd name="T6" fmla="*/ 8 w 24"/>
                  <a:gd name="T7" fmla="*/ 34 h 35"/>
                  <a:gd name="T8" fmla="*/ 24 w 24"/>
                  <a:gd name="T9" fmla="*/ 35 h 35"/>
                  <a:gd name="T10" fmla="*/ 1 w 24"/>
                  <a:gd name="T11" fmla="*/ 0 h 35"/>
                  <a:gd name="T12" fmla="*/ 0 w 24"/>
                  <a:gd name="T13" fmla="*/ 2 h 35"/>
                  <a:gd name="T14" fmla="*/ 21 w 24"/>
                  <a:gd name="T15" fmla="*/ 1 h 35"/>
                  <a:gd name="T16" fmla="*/ 1 w 24"/>
                  <a:gd name="T17" fmla="*/ 0 h 35"/>
                  <a:gd name="T18" fmla="*/ 1 w 24"/>
                  <a:gd name="T19" fmla="*/ 0 h 35"/>
                  <a:gd name="T20" fmla="*/ 4 w 24"/>
                  <a:gd name="T21" fmla="*/ 16 h 35"/>
                  <a:gd name="T22" fmla="*/ 7 w 24"/>
                  <a:gd name="T23" fmla="*/ 17 h 35"/>
                  <a:gd name="T24" fmla="*/ 6 w 24"/>
                  <a:gd name="T25" fmla="*/ 18 h 35"/>
                  <a:gd name="T26" fmla="*/ 23 w 24"/>
                  <a:gd name="T27" fmla="*/ 18 h 35"/>
                  <a:gd name="T28" fmla="*/ 4 w 24"/>
                  <a:gd name="T29" fmla="*/ 1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" h="35">
                    <a:moveTo>
                      <a:pt x="24" y="35"/>
                    </a:moveTo>
                    <a:cubicBezTo>
                      <a:pt x="24" y="35"/>
                      <a:pt x="16" y="35"/>
                      <a:pt x="9" y="35"/>
                    </a:cubicBezTo>
                    <a:cubicBezTo>
                      <a:pt x="9" y="35"/>
                      <a:pt x="10" y="35"/>
                      <a:pt x="10" y="34"/>
                    </a:cubicBezTo>
                    <a:cubicBezTo>
                      <a:pt x="9" y="34"/>
                      <a:pt x="9" y="34"/>
                      <a:pt x="8" y="34"/>
                    </a:cubicBezTo>
                    <a:cubicBezTo>
                      <a:pt x="15" y="34"/>
                      <a:pt x="24" y="35"/>
                      <a:pt x="24" y="35"/>
                    </a:cubicBezTo>
                    <a:close/>
                    <a:moveTo>
                      <a:pt x="1" y="0"/>
                    </a:moveTo>
                    <a:cubicBezTo>
                      <a:pt x="1" y="1"/>
                      <a:pt x="0" y="1"/>
                      <a:pt x="0" y="2"/>
                    </a:cubicBezTo>
                    <a:cubicBezTo>
                      <a:pt x="8" y="2"/>
                      <a:pt x="21" y="1"/>
                      <a:pt x="21" y="1"/>
                    </a:cubicBezTo>
                    <a:cubicBezTo>
                      <a:pt x="21" y="1"/>
                      <a:pt x="7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  <a:moveTo>
                      <a:pt x="4" y="16"/>
                    </a:moveTo>
                    <a:cubicBezTo>
                      <a:pt x="5" y="17"/>
                      <a:pt x="6" y="17"/>
                      <a:pt x="7" y="17"/>
                    </a:cubicBezTo>
                    <a:cubicBezTo>
                      <a:pt x="7" y="17"/>
                      <a:pt x="6" y="18"/>
                      <a:pt x="6" y="18"/>
                    </a:cubicBezTo>
                    <a:cubicBezTo>
                      <a:pt x="14" y="18"/>
                      <a:pt x="23" y="18"/>
                      <a:pt x="23" y="18"/>
                    </a:cubicBezTo>
                    <a:cubicBezTo>
                      <a:pt x="23" y="18"/>
                      <a:pt x="11" y="17"/>
                      <a:pt x="4" y="16"/>
                    </a:cubicBezTo>
                    <a:close/>
                  </a:path>
                </a:pathLst>
              </a:custGeom>
              <a:solidFill>
                <a:srgbClr val="D1A8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4" name="îśľiḋè"/>
              <p:cNvSpPr/>
              <p:nvPr/>
            </p:nvSpPr>
            <p:spPr bwMode="auto">
              <a:xfrm>
                <a:off x="7667626" y="4260812"/>
                <a:ext cx="104775" cy="1666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5" name="islîḍe"/>
              <p:cNvSpPr/>
              <p:nvPr/>
            </p:nvSpPr>
            <p:spPr bwMode="auto">
              <a:xfrm>
                <a:off x="7735888" y="3829012"/>
                <a:ext cx="909638" cy="619125"/>
              </a:xfrm>
              <a:custGeom>
                <a:avLst/>
                <a:gdLst>
                  <a:gd name="T0" fmla="*/ 250 w 352"/>
                  <a:gd name="T1" fmla="*/ 45 h 239"/>
                  <a:gd name="T2" fmla="*/ 159 w 352"/>
                  <a:gd name="T3" fmla="*/ 160 h 239"/>
                  <a:gd name="T4" fmla="*/ 0 w 352"/>
                  <a:gd name="T5" fmla="*/ 160 h 239"/>
                  <a:gd name="T6" fmla="*/ 0 w 352"/>
                  <a:gd name="T7" fmla="*/ 238 h 239"/>
                  <a:gd name="T8" fmla="*/ 171 w 352"/>
                  <a:gd name="T9" fmla="*/ 239 h 239"/>
                  <a:gd name="T10" fmla="*/ 224 w 352"/>
                  <a:gd name="T11" fmla="*/ 207 h 239"/>
                  <a:gd name="T12" fmla="*/ 315 w 352"/>
                  <a:gd name="T13" fmla="*/ 100 h 239"/>
                  <a:gd name="T14" fmla="*/ 250 w 352"/>
                  <a:gd name="T15" fmla="*/ 45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2" h="239">
                    <a:moveTo>
                      <a:pt x="250" y="45"/>
                    </a:moveTo>
                    <a:cubicBezTo>
                      <a:pt x="159" y="160"/>
                      <a:pt x="159" y="160"/>
                      <a:pt x="159" y="160"/>
                    </a:cubicBezTo>
                    <a:cubicBezTo>
                      <a:pt x="0" y="160"/>
                      <a:pt x="0" y="160"/>
                      <a:pt x="0" y="160"/>
                    </a:cubicBezTo>
                    <a:cubicBezTo>
                      <a:pt x="0" y="238"/>
                      <a:pt x="0" y="238"/>
                      <a:pt x="0" y="238"/>
                    </a:cubicBezTo>
                    <a:cubicBezTo>
                      <a:pt x="171" y="239"/>
                      <a:pt x="171" y="239"/>
                      <a:pt x="171" y="239"/>
                    </a:cubicBezTo>
                    <a:cubicBezTo>
                      <a:pt x="201" y="239"/>
                      <a:pt x="216" y="216"/>
                      <a:pt x="224" y="207"/>
                    </a:cubicBezTo>
                    <a:cubicBezTo>
                      <a:pt x="315" y="100"/>
                      <a:pt x="315" y="100"/>
                      <a:pt x="315" y="100"/>
                    </a:cubicBezTo>
                    <a:cubicBezTo>
                      <a:pt x="352" y="57"/>
                      <a:pt x="285" y="0"/>
                      <a:pt x="250" y="45"/>
                    </a:cubicBezTo>
                    <a:close/>
                  </a:path>
                </a:pathLst>
              </a:custGeom>
              <a:solidFill>
                <a:srgbClr val="7BA4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6" name="íSļiḓê"/>
              <p:cNvSpPr/>
              <p:nvPr/>
            </p:nvSpPr>
            <p:spPr bwMode="auto">
              <a:xfrm>
                <a:off x="8493126" y="5135524"/>
                <a:ext cx="73025" cy="593725"/>
              </a:xfrm>
              <a:prstGeom prst="rect">
                <a:avLst/>
              </a:prstGeom>
              <a:solidFill>
                <a:srgbClr val="99B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7" name="î$ḻiḍê"/>
              <p:cNvSpPr/>
              <p:nvPr/>
            </p:nvSpPr>
            <p:spPr bwMode="auto">
              <a:xfrm>
                <a:off x="8043863" y="5043449"/>
                <a:ext cx="971550" cy="209550"/>
              </a:xfrm>
              <a:custGeom>
                <a:avLst/>
                <a:gdLst>
                  <a:gd name="T0" fmla="*/ 335 w 376"/>
                  <a:gd name="T1" fmla="*/ 0 h 81"/>
                  <a:gd name="T2" fmla="*/ 41 w 376"/>
                  <a:gd name="T3" fmla="*/ 0 h 81"/>
                  <a:gd name="T4" fmla="*/ 0 w 376"/>
                  <a:gd name="T5" fmla="*/ 40 h 81"/>
                  <a:gd name="T6" fmla="*/ 0 w 376"/>
                  <a:gd name="T7" fmla="*/ 40 h 81"/>
                  <a:gd name="T8" fmla="*/ 41 w 376"/>
                  <a:gd name="T9" fmla="*/ 81 h 81"/>
                  <a:gd name="T10" fmla="*/ 335 w 376"/>
                  <a:gd name="T11" fmla="*/ 81 h 81"/>
                  <a:gd name="T12" fmla="*/ 376 w 376"/>
                  <a:gd name="T13" fmla="*/ 40 h 81"/>
                  <a:gd name="T14" fmla="*/ 376 w 376"/>
                  <a:gd name="T15" fmla="*/ 40 h 81"/>
                  <a:gd name="T16" fmla="*/ 335 w 376"/>
                  <a:gd name="T1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6" h="81">
                    <a:moveTo>
                      <a:pt x="335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19" y="0"/>
                      <a:pt x="0" y="18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63"/>
                      <a:pt x="19" y="81"/>
                      <a:pt x="41" y="81"/>
                    </a:cubicBezTo>
                    <a:cubicBezTo>
                      <a:pt x="335" y="81"/>
                      <a:pt x="335" y="81"/>
                      <a:pt x="335" y="81"/>
                    </a:cubicBezTo>
                    <a:cubicBezTo>
                      <a:pt x="357" y="81"/>
                      <a:pt x="376" y="63"/>
                      <a:pt x="376" y="40"/>
                    </a:cubicBezTo>
                    <a:cubicBezTo>
                      <a:pt x="376" y="40"/>
                      <a:pt x="376" y="40"/>
                      <a:pt x="376" y="40"/>
                    </a:cubicBezTo>
                    <a:cubicBezTo>
                      <a:pt x="376" y="18"/>
                      <a:pt x="357" y="0"/>
                      <a:pt x="335" y="0"/>
                    </a:cubicBezTo>
                    <a:close/>
                  </a:path>
                </a:pathLst>
              </a:custGeom>
              <a:solidFill>
                <a:srgbClr val="CF77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8" name="ïṡľídê"/>
              <p:cNvSpPr/>
              <p:nvPr/>
            </p:nvSpPr>
            <p:spPr bwMode="auto">
              <a:xfrm>
                <a:off x="8205788" y="5660987"/>
                <a:ext cx="646113" cy="192088"/>
              </a:xfrm>
              <a:custGeom>
                <a:avLst/>
                <a:gdLst>
                  <a:gd name="T0" fmla="*/ 250 w 250"/>
                  <a:gd name="T1" fmla="*/ 74 h 74"/>
                  <a:gd name="T2" fmla="*/ 206 w 250"/>
                  <a:gd name="T3" fmla="*/ 26 h 74"/>
                  <a:gd name="T4" fmla="*/ 125 w 250"/>
                  <a:gd name="T5" fmla="*/ 0 h 74"/>
                  <a:gd name="T6" fmla="*/ 43 w 250"/>
                  <a:gd name="T7" fmla="*/ 26 h 74"/>
                  <a:gd name="T8" fmla="*/ 0 w 250"/>
                  <a:gd name="T9" fmla="*/ 74 h 74"/>
                  <a:gd name="T10" fmla="*/ 30 w 250"/>
                  <a:gd name="T11" fmla="*/ 74 h 74"/>
                  <a:gd name="T12" fmla="*/ 58 w 250"/>
                  <a:gd name="T13" fmla="*/ 47 h 74"/>
                  <a:gd name="T14" fmla="*/ 125 w 250"/>
                  <a:gd name="T15" fmla="*/ 26 h 74"/>
                  <a:gd name="T16" fmla="*/ 192 w 250"/>
                  <a:gd name="T17" fmla="*/ 47 h 74"/>
                  <a:gd name="T18" fmla="*/ 219 w 250"/>
                  <a:gd name="T19" fmla="*/ 74 h 74"/>
                  <a:gd name="T20" fmla="*/ 250 w 250"/>
                  <a:gd name="T21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0" h="74">
                    <a:moveTo>
                      <a:pt x="250" y="74"/>
                    </a:moveTo>
                    <a:cubicBezTo>
                      <a:pt x="239" y="55"/>
                      <a:pt x="224" y="38"/>
                      <a:pt x="206" y="26"/>
                    </a:cubicBezTo>
                    <a:cubicBezTo>
                      <a:pt x="183" y="10"/>
                      <a:pt x="155" y="0"/>
                      <a:pt x="125" y="0"/>
                    </a:cubicBezTo>
                    <a:cubicBezTo>
                      <a:pt x="95" y="0"/>
                      <a:pt x="67" y="10"/>
                      <a:pt x="43" y="26"/>
                    </a:cubicBezTo>
                    <a:cubicBezTo>
                      <a:pt x="25" y="38"/>
                      <a:pt x="10" y="55"/>
                      <a:pt x="0" y="74"/>
                    </a:cubicBezTo>
                    <a:cubicBezTo>
                      <a:pt x="30" y="74"/>
                      <a:pt x="30" y="74"/>
                      <a:pt x="30" y="74"/>
                    </a:cubicBezTo>
                    <a:cubicBezTo>
                      <a:pt x="38" y="64"/>
                      <a:pt x="48" y="55"/>
                      <a:pt x="58" y="47"/>
                    </a:cubicBezTo>
                    <a:cubicBezTo>
                      <a:pt x="77" y="34"/>
                      <a:pt x="100" y="26"/>
                      <a:pt x="125" y="26"/>
                    </a:cubicBezTo>
                    <a:cubicBezTo>
                      <a:pt x="150" y="26"/>
                      <a:pt x="173" y="34"/>
                      <a:pt x="192" y="47"/>
                    </a:cubicBezTo>
                    <a:cubicBezTo>
                      <a:pt x="202" y="55"/>
                      <a:pt x="212" y="64"/>
                      <a:pt x="219" y="74"/>
                    </a:cubicBezTo>
                    <a:lnTo>
                      <a:pt x="250" y="74"/>
                    </a:lnTo>
                    <a:close/>
                  </a:path>
                </a:pathLst>
              </a:custGeom>
              <a:solidFill>
                <a:srgbClr val="99B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9" name="iṩḷíḓe"/>
              <p:cNvSpPr/>
              <p:nvPr/>
            </p:nvSpPr>
            <p:spPr bwMode="auto">
              <a:xfrm>
                <a:off x="8805863" y="4183024"/>
                <a:ext cx="209550" cy="1069975"/>
              </a:xfrm>
              <a:custGeom>
                <a:avLst/>
                <a:gdLst>
                  <a:gd name="T0" fmla="*/ 81 w 81"/>
                  <a:gd name="T1" fmla="*/ 372 h 413"/>
                  <a:gd name="T2" fmla="*/ 81 w 81"/>
                  <a:gd name="T3" fmla="*/ 41 h 413"/>
                  <a:gd name="T4" fmla="*/ 40 w 81"/>
                  <a:gd name="T5" fmla="*/ 0 h 413"/>
                  <a:gd name="T6" fmla="*/ 40 w 81"/>
                  <a:gd name="T7" fmla="*/ 0 h 413"/>
                  <a:gd name="T8" fmla="*/ 0 w 81"/>
                  <a:gd name="T9" fmla="*/ 41 h 413"/>
                  <a:gd name="T10" fmla="*/ 0 w 81"/>
                  <a:gd name="T11" fmla="*/ 372 h 413"/>
                  <a:gd name="T12" fmla="*/ 40 w 81"/>
                  <a:gd name="T13" fmla="*/ 413 h 413"/>
                  <a:gd name="T14" fmla="*/ 40 w 81"/>
                  <a:gd name="T15" fmla="*/ 413 h 413"/>
                  <a:gd name="T16" fmla="*/ 81 w 81"/>
                  <a:gd name="T17" fmla="*/ 372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413">
                    <a:moveTo>
                      <a:pt x="81" y="372"/>
                    </a:moveTo>
                    <a:cubicBezTo>
                      <a:pt x="81" y="41"/>
                      <a:pt x="81" y="41"/>
                      <a:pt x="81" y="41"/>
                    </a:cubicBezTo>
                    <a:cubicBezTo>
                      <a:pt x="81" y="18"/>
                      <a:pt x="62" y="0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372"/>
                      <a:pt x="0" y="372"/>
                      <a:pt x="0" y="372"/>
                    </a:cubicBezTo>
                    <a:cubicBezTo>
                      <a:pt x="0" y="395"/>
                      <a:pt x="18" y="413"/>
                      <a:pt x="40" y="413"/>
                    </a:cubicBezTo>
                    <a:cubicBezTo>
                      <a:pt x="40" y="413"/>
                      <a:pt x="40" y="413"/>
                      <a:pt x="40" y="413"/>
                    </a:cubicBezTo>
                    <a:cubicBezTo>
                      <a:pt x="62" y="413"/>
                      <a:pt x="81" y="395"/>
                      <a:pt x="81" y="372"/>
                    </a:cubicBezTo>
                    <a:close/>
                  </a:path>
                </a:pathLst>
              </a:custGeom>
              <a:solidFill>
                <a:srgbClr val="CF77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0" name="ïS1iḓe"/>
              <p:cNvSpPr/>
              <p:nvPr/>
            </p:nvSpPr>
            <p:spPr bwMode="auto">
              <a:xfrm>
                <a:off x="8348663" y="3746462"/>
                <a:ext cx="238125" cy="279400"/>
              </a:xfrm>
              <a:custGeom>
                <a:avLst/>
                <a:gdLst>
                  <a:gd name="T0" fmla="*/ 150 w 150"/>
                  <a:gd name="T1" fmla="*/ 57 h 176"/>
                  <a:gd name="T2" fmla="*/ 133 w 150"/>
                  <a:gd name="T3" fmla="*/ 0 h 176"/>
                  <a:gd name="T4" fmla="*/ 0 w 150"/>
                  <a:gd name="T5" fmla="*/ 155 h 176"/>
                  <a:gd name="T6" fmla="*/ 1 w 150"/>
                  <a:gd name="T7" fmla="*/ 176 h 176"/>
                  <a:gd name="T8" fmla="*/ 150 w 150"/>
                  <a:gd name="T9" fmla="*/ 57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176">
                    <a:moveTo>
                      <a:pt x="150" y="57"/>
                    </a:moveTo>
                    <a:lnTo>
                      <a:pt x="133" y="0"/>
                    </a:lnTo>
                    <a:lnTo>
                      <a:pt x="0" y="155"/>
                    </a:lnTo>
                    <a:lnTo>
                      <a:pt x="1" y="176"/>
                    </a:lnTo>
                    <a:lnTo>
                      <a:pt x="150" y="57"/>
                    </a:lnTo>
                    <a:close/>
                  </a:path>
                </a:pathLst>
              </a:custGeom>
              <a:solidFill>
                <a:srgbClr val="7BA4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1" name="ísľïdê"/>
              <p:cNvSpPr/>
              <p:nvPr/>
            </p:nvSpPr>
            <p:spPr bwMode="auto">
              <a:xfrm>
                <a:off x="8050213" y="3052724"/>
                <a:ext cx="606425" cy="717550"/>
              </a:xfrm>
              <a:custGeom>
                <a:avLst/>
                <a:gdLst>
                  <a:gd name="T0" fmla="*/ 68 w 234"/>
                  <a:gd name="T1" fmla="*/ 267 h 277"/>
                  <a:gd name="T2" fmla="*/ 150 w 234"/>
                  <a:gd name="T3" fmla="*/ 44 h 277"/>
                  <a:gd name="T4" fmla="*/ 178 w 234"/>
                  <a:gd name="T5" fmla="*/ 228 h 277"/>
                  <a:gd name="T6" fmla="*/ 68 w 234"/>
                  <a:gd name="T7" fmla="*/ 26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4" h="277">
                    <a:moveTo>
                      <a:pt x="68" y="267"/>
                    </a:moveTo>
                    <a:cubicBezTo>
                      <a:pt x="0" y="246"/>
                      <a:pt x="6" y="0"/>
                      <a:pt x="150" y="44"/>
                    </a:cubicBezTo>
                    <a:cubicBezTo>
                      <a:pt x="234" y="70"/>
                      <a:pt x="224" y="170"/>
                      <a:pt x="178" y="228"/>
                    </a:cubicBezTo>
                    <a:cubicBezTo>
                      <a:pt x="150" y="262"/>
                      <a:pt x="101" y="277"/>
                      <a:pt x="68" y="267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2" name="îṩḻiḍe"/>
              <p:cNvSpPr/>
              <p:nvPr/>
            </p:nvSpPr>
            <p:spPr bwMode="auto">
              <a:xfrm>
                <a:off x="8328026" y="3681374"/>
                <a:ext cx="252413" cy="298450"/>
              </a:xfrm>
              <a:custGeom>
                <a:avLst/>
                <a:gdLst>
                  <a:gd name="T0" fmla="*/ 159 w 159"/>
                  <a:gd name="T1" fmla="*/ 41 h 188"/>
                  <a:gd name="T2" fmla="*/ 130 w 159"/>
                  <a:gd name="T3" fmla="*/ 0 h 188"/>
                  <a:gd name="T4" fmla="*/ 0 w 159"/>
                  <a:gd name="T5" fmla="*/ 150 h 188"/>
                  <a:gd name="T6" fmla="*/ 18 w 159"/>
                  <a:gd name="T7" fmla="*/ 188 h 188"/>
                  <a:gd name="T8" fmla="*/ 159 w 159"/>
                  <a:gd name="T9" fmla="*/ 41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188">
                    <a:moveTo>
                      <a:pt x="159" y="41"/>
                    </a:moveTo>
                    <a:lnTo>
                      <a:pt x="130" y="0"/>
                    </a:lnTo>
                    <a:lnTo>
                      <a:pt x="0" y="150"/>
                    </a:lnTo>
                    <a:lnTo>
                      <a:pt x="18" y="188"/>
                    </a:lnTo>
                    <a:lnTo>
                      <a:pt x="159" y="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3" name="iŝḻîḋê"/>
              <p:cNvSpPr/>
              <p:nvPr/>
            </p:nvSpPr>
            <p:spPr bwMode="auto">
              <a:xfrm>
                <a:off x="7539038" y="3220999"/>
                <a:ext cx="93663" cy="227013"/>
              </a:xfrm>
              <a:custGeom>
                <a:avLst/>
                <a:gdLst>
                  <a:gd name="T0" fmla="*/ 27 w 36"/>
                  <a:gd name="T1" fmla="*/ 1 h 88"/>
                  <a:gd name="T2" fmla="*/ 27 w 36"/>
                  <a:gd name="T3" fmla="*/ 1 h 88"/>
                  <a:gd name="T4" fmla="*/ 35 w 36"/>
                  <a:gd name="T5" fmla="*/ 10 h 88"/>
                  <a:gd name="T6" fmla="*/ 19 w 36"/>
                  <a:gd name="T7" fmla="*/ 80 h 88"/>
                  <a:gd name="T8" fmla="*/ 8 w 36"/>
                  <a:gd name="T9" fmla="*/ 87 h 88"/>
                  <a:gd name="T10" fmla="*/ 8 w 36"/>
                  <a:gd name="T11" fmla="*/ 87 h 88"/>
                  <a:gd name="T12" fmla="*/ 1 w 36"/>
                  <a:gd name="T13" fmla="*/ 78 h 88"/>
                  <a:gd name="T14" fmla="*/ 16 w 36"/>
                  <a:gd name="T15" fmla="*/ 9 h 88"/>
                  <a:gd name="T16" fmla="*/ 27 w 36"/>
                  <a:gd name="T17" fmla="*/ 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" h="88">
                    <a:moveTo>
                      <a:pt x="27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32" y="1"/>
                      <a:pt x="36" y="6"/>
                      <a:pt x="35" y="10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4"/>
                      <a:pt x="13" y="88"/>
                      <a:pt x="8" y="87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3" y="87"/>
                      <a:pt x="0" y="83"/>
                      <a:pt x="1" y="7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7" y="4"/>
                      <a:pt x="22" y="0"/>
                      <a:pt x="27" y="1"/>
                    </a:cubicBezTo>
                    <a:close/>
                  </a:path>
                </a:pathLst>
              </a:custGeom>
              <a:solidFill>
                <a:srgbClr val="D1A8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4" name="iš1íḑê"/>
              <p:cNvSpPr/>
              <p:nvPr/>
            </p:nvSpPr>
            <p:spPr bwMode="auto">
              <a:xfrm>
                <a:off x="7478713" y="3344824"/>
                <a:ext cx="192088" cy="307975"/>
              </a:xfrm>
              <a:custGeom>
                <a:avLst/>
                <a:gdLst>
                  <a:gd name="T0" fmla="*/ 8 w 74"/>
                  <a:gd name="T1" fmla="*/ 111 h 119"/>
                  <a:gd name="T2" fmla="*/ 48 w 74"/>
                  <a:gd name="T3" fmla="*/ 119 h 119"/>
                  <a:gd name="T4" fmla="*/ 65 w 74"/>
                  <a:gd name="T5" fmla="*/ 85 h 119"/>
                  <a:gd name="T6" fmla="*/ 64 w 74"/>
                  <a:gd name="T7" fmla="*/ 0 h 119"/>
                  <a:gd name="T8" fmla="*/ 34 w 74"/>
                  <a:gd name="T9" fmla="*/ 4 h 119"/>
                  <a:gd name="T10" fmla="*/ 0 w 74"/>
                  <a:gd name="T11" fmla="*/ 63 h 119"/>
                  <a:gd name="T12" fmla="*/ 8 w 74"/>
                  <a:gd name="T13" fmla="*/ 111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" h="119">
                    <a:moveTo>
                      <a:pt x="8" y="111"/>
                    </a:moveTo>
                    <a:cubicBezTo>
                      <a:pt x="48" y="119"/>
                      <a:pt x="48" y="119"/>
                      <a:pt x="48" y="119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74" y="67"/>
                      <a:pt x="67" y="21"/>
                      <a:pt x="64" y="0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0" y="63"/>
                      <a:pt x="0" y="63"/>
                      <a:pt x="0" y="63"/>
                    </a:cubicBezTo>
                    <a:lnTo>
                      <a:pt x="8" y="111"/>
                    </a:lnTo>
                    <a:close/>
                  </a:path>
                </a:pathLst>
              </a:custGeom>
              <a:solidFill>
                <a:srgbClr val="D1A8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5" name="íSlîdê"/>
              <p:cNvSpPr/>
              <p:nvPr/>
            </p:nvSpPr>
            <p:spPr bwMode="auto">
              <a:xfrm>
                <a:off x="7472363" y="3322599"/>
                <a:ext cx="90488" cy="217488"/>
              </a:xfrm>
              <a:custGeom>
                <a:avLst/>
                <a:gdLst>
                  <a:gd name="T0" fmla="*/ 10 w 35"/>
                  <a:gd name="T1" fmla="*/ 81 h 84"/>
                  <a:gd name="T2" fmla="*/ 16 w 35"/>
                  <a:gd name="T3" fmla="*/ 84 h 84"/>
                  <a:gd name="T4" fmla="*/ 18 w 35"/>
                  <a:gd name="T5" fmla="*/ 77 h 84"/>
                  <a:gd name="T6" fmla="*/ 33 w 35"/>
                  <a:gd name="T7" fmla="*/ 20 h 84"/>
                  <a:gd name="T8" fmla="*/ 30 w 35"/>
                  <a:gd name="T9" fmla="*/ 6 h 84"/>
                  <a:gd name="T10" fmla="*/ 19 w 35"/>
                  <a:gd name="T11" fmla="*/ 3 h 84"/>
                  <a:gd name="T12" fmla="*/ 2 w 35"/>
                  <a:gd name="T13" fmla="*/ 67 h 84"/>
                  <a:gd name="T14" fmla="*/ 10 w 35"/>
                  <a:gd name="T15" fmla="*/ 8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84">
                    <a:moveTo>
                      <a:pt x="10" y="81"/>
                    </a:moveTo>
                    <a:cubicBezTo>
                      <a:pt x="16" y="84"/>
                      <a:pt x="16" y="84"/>
                      <a:pt x="16" y="84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35" y="14"/>
                      <a:pt x="33" y="9"/>
                      <a:pt x="30" y="6"/>
                    </a:cubicBezTo>
                    <a:cubicBezTo>
                      <a:pt x="27" y="3"/>
                      <a:pt x="20" y="0"/>
                      <a:pt x="19" y="3"/>
                    </a:cubicBezTo>
                    <a:cubicBezTo>
                      <a:pt x="2" y="67"/>
                      <a:pt x="2" y="67"/>
                      <a:pt x="2" y="67"/>
                    </a:cubicBezTo>
                    <a:cubicBezTo>
                      <a:pt x="0" y="73"/>
                      <a:pt x="4" y="79"/>
                      <a:pt x="10" y="81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6" name="ïṩľïḓe"/>
              <p:cNvSpPr/>
              <p:nvPr/>
            </p:nvSpPr>
            <p:spPr bwMode="auto">
              <a:xfrm>
                <a:off x="7593013" y="3467062"/>
                <a:ext cx="69850" cy="73025"/>
              </a:xfrm>
              <a:custGeom>
                <a:avLst/>
                <a:gdLst>
                  <a:gd name="T0" fmla="*/ 22 w 27"/>
                  <a:gd name="T1" fmla="*/ 2 h 28"/>
                  <a:gd name="T2" fmla="*/ 22 w 27"/>
                  <a:gd name="T3" fmla="*/ 2 h 28"/>
                  <a:gd name="T4" fmla="*/ 24 w 27"/>
                  <a:gd name="T5" fmla="*/ 12 h 28"/>
                  <a:gd name="T6" fmla="*/ 16 w 27"/>
                  <a:gd name="T7" fmla="*/ 24 h 28"/>
                  <a:gd name="T8" fmla="*/ 5 w 27"/>
                  <a:gd name="T9" fmla="*/ 26 h 28"/>
                  <a:gd name="T10" fmla="*/ 5 w 27"/>
                  <a:gd name="T11" fmla="*/ 26 h 28"/>
                  <a:gd name="T12" fmla="*/ 2 w 27"/>
                  <a:gd name="T13" fmla="*/ 17 h 28"/>
                  <a:gd name="T14" fmla="*/ 10 w 27"/>
                  <a:gd name="T15" fmla="*/ 5 h 28"/>
                  <a:gd name="T16" fmla="*/ 22 w 27"/>
                  <a:gd name="T17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2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5" y="4"/>
                      <a:pt x="27" y="9"/>
                      <a:pt x="24" y="12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4" y="27"/>
                      <a:pt x="9" y="28"/>
                      <a:pt x="5" y="26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1" y="24"/>
                      <a:pt x="0" y="20"/>
                      <a:pt x="2" y="17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2" y="1"/>
                      <a:pt x="18" y="0"/>
                      <a:pt x="22" y="2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7" name="îşlíďé"/>
              <p:cNvSpPr/>
              <p:nvPr/>
            </p:nvSpPr>
            <p:spPr bwMode="auto">
              <a:xfrm>
                <a:off x="7580313" y="3397212"/>
                <a:ext cx="77788" cy="79375"/>
              </a:xfrm>
              <a:custGeom>
                <a:avLst/>
                <a:gdLst>
                  <a:gd name="T0" fmla="*/ 24 w 30"/>
                  <a:gd name="T1" fmla="*/ 2 h 31"/>
                  <a:gd name="T2" fmla="*/ 24 w 30"/>
                  <a:gd name="T3" fmla="*/ 2 h 31"/>
                  <a:gd name="T4" fmla="*/ 28 w 30"/>
                  <a:gd name="T5" fmla="*/ 14 h 31"/>
                  <a:gd name="T6" fmla="*/ 20 w 30"/>
                  <a:gd name="T7" fmla="*/ 25 h 31"/>
                  <a:gd name="T8" fmla="*/ 6 w 30"/>
                  <a:gd name="T9" fmla="*/ 28 h 31"/>
                  <a:gd name="T10" fmla="*/ 6 w 30"/>
                  <a:gd name="T11" fmla="*/ 28 h 31"/>
                  <a:gd name="T12" fmla="*/ 3 w 30"/>
                  <a:gd name="T13" fmla="*/ 17 h 31"/>
                  <a:gd name="T14" fmla="*/ 11 w 30"/>
                  <a:gd name="T15" fmla="*/ 6 h 31"/>
                  <a:gd name="T16" fmla="*/ 24 w 30"/>
                  <a:gd name="T17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1">
                    <a:moveTo>
                      <a:pt x="24" y="2"/>
                    </a:moveTo>
                    <a:cubicBezTo>
                      <a:pt x="24" y="2"/>
                      <a:pt x="24" y="2"/>
                      <a:pt x="24" y="2"/>
                    </a:cubicBezTo>
                    <a:cubicBezTo>
                      <a:pt x="29" y="5"/>
                      <a:pt x="30" y="10"/>
                      <a:pt x="28" y="14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17" y="29"/>
                      <a:pt x="11" y="31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2" y="26"/>
                      <a:pt x="0" y="21"/>
                      <a:pt x="3" y="17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4" y="2"/>
                      <a:pt x="20" y="0"/>
                      <a:pt x="24" y="2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8" name="ïs1îde"/>
              <p:cNvSpPr/>
              <p:nvPr/>
            </p:nvSpPr>
            <p:spPr bwMode="auto">
              <a:xfrm>
                <a:off x="7572376" y="3324187"/>
                <a:ext cx="77788" cy="80963"/>
              </a:xfrm>
              <a:custGeom>
                <a:avLst/>
                <a:gdLst>
                  <a:gd name="T0" fmla="*/ 23 w 30"/>
                  <a:gd name="T1" fmla="*/ 2 h 31"/>
                  <a:gd name="T2" fmla="*/ 23 w 30"/>
                  <a:gd name="T3" fmla="*/ 2 h 31"/>
                  <a:gd name="T4" fmla="*/ 27 w 30"/>
                  <a:gd name="T5" fmla="*/ 14 h 31"/>
                  <a:gd name="T6" fmla="*/ 19 w 30"/>
                  <a:gd name="T7" fmla="*/ 25 h 31"/>
                  <a:gd name="T8" fmla="*/ 6 w 30"/>
                  <a:gd name="T9" fmla="*/ 28 h 31"/>
                  <a:gd name="T10" fmla="*/ 6 w 30"/>
                  <a:gd name="T11" fmla="*/ 28 h 31"/>
                  <a:gd name="T12" fmla="*/ 2 w 30"/>
                  <a:gd name="T13" fmla="*/ 17 h 31"/>
                  <a:gd name="T14" fmla="*/ 10 w 30"/>
                  <a:gd name="T15" fmla="*/ 6 h 31"/>
                  <a:gd name="T16" fmla="*/ 23 w 30"/>
                  <a:gd name="T17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1">
                    <a:moveTo>
                      <a:pt x="23" y="2"/>
                    </a:moveTo>
                    <a:cubicBezTo>
                      <a:pt x="23" y="2"/>
                      <a:pt x="23" y="2"/>
                      <a:pt x="23" y="2"/>
                    </a:cubicBezTo>
                    <a:cubicBezTo>
                      <a:pt x="28" y="5"/>
                      <a:pt x="30" y="10"/>
                      <a:pt x="27" y="14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6" y="29"/>
                      <a:pt x="10" y="31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1" y="26"/>
                      <a:pt x="0" y="21"/>
                      <a:pt x="2" y="17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3" y="2"/>
                      <a:pt x="19" y="0"/>
                      <a:pt x="23" y="2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9" name="iṩḷidê"/>
              <p:cNvSpPr/>
              <p:nvPr/>
            </p:nvSpPr>
            <p:spPr bwMode="auto">
              <a:xfrm>
                <a:off x="7478713" y="3467062"/>
                <a:ext cx="114300" cy="177800"/>
              </a:xfrm>
              <a:custGeom>
                <a:avLst/>
                <a:gdLst>
                  <a:gd name="T0" fmla="*/ 8 w 44"/>
                  <a:gd name="T1" fmla="*/ 64 h 69"/>
                  <a:gd name="T2" fmla="*/ 36 w 44"/>
                  <a:gd name="T3" fmla="*/ 69 h 69"/>
                  <a:gd name="T4" fmla="*/ 19 w 44"/>
                  <a:gd name="T5" fmla="*/ 3 h 69"/>
                  <a:gd name="T6" fmla="*/ 9 w 44"/>
                  <a:gd name="T7" fmla="*/ 0 h 69"/>
                  <a:gd name="T8" fmla="*/ 0 w 44"/>
                  <a:gd name="T9" fmla="*/ 16 h 69"/>
                  <a:gd name="T10" fmla="*/ 8 w 44"/>
                  <a:gd name="T11" fmla="*/ 6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69">
                    <a:moveTo>
                      <a:pt x="8" y="64"/>
                    </a:moveTo>
                    <a:cubicBezTo>
                      <a:pt x="36" y="69"/>
                      <a:pt x="36" y="69"/>
                      <a:pt x="36" y="69"/>
                    </a:cubicBezTo>
                    <a:cubicBezTo>
                      <a:pt x="42" y="49"/>
                      <a:pt x="44" y="10"/>
                      <a:pt x="19" y="3"/>
                    </a:cubicBezTo>
                    <a:cubicBezTo>
                      <a:pt x="15" y="2"/>
                      <a:pt x="12" y="1"/>
                      <a:pt x="9" y="0"/>
                    </a:cubicBezTo>
                    <a:cubicBezTo>
                      <a:pt x="0" y="16"/>
                      <a:pt x="0" y="16"/>
                      <a:pt x="0" y="16"/>
                    </a:cubicBezTo>
                    <a:lnTo>
                      <a:pt x="8" y="64"/>
                    </a:ln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0" name="išļíḑê"/>
              <p:cNvSpPr/>
              <p:nvPr/>
            </p:nvSpPr>
            <p:spPr bwMode="auto">
              <a:xfrm>
                <a:off x="7458076" y="3595649"/>
                <a:ext cx="192088" cy="127000"/>
              </a:xfrm>
              <a:custGeom>
                <a:avLst/>
                <a:gdLst>
                  <a:gd name="T0" fmla="*/ 0 w 121"/>
                  <a:gd name="T1" fmla="*/ 48 h 80"/>
                  <a:gd name="T2" fmla="*/ 108 w 121"/>
                  <a:gd name="T3" fmla="*/ 80 h 80"/>
                  <a:gd name="T4" fmla="*/ 121 w 121"/>
                  <a:gd name="T5" fmla="*/ 33 h 80"/>
                  <a:gd name="T6" fmla="*/ 13 w 121"/>
                  <a:gd name="T7" fmla="*/ 0 h 80"/>
                  <a:gd name="T8" fmla="*/ 0 w 121"/>
                  <a:gd name="T9" fmla="*/ 4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80">
                    <a:moveTo>
                      <a:pt x="0" y="48"/>
                    </a:moveTo>
                    <a:lnTo>
                      <a:pt x="108" y="80"/>
                    </a:lnTo>
                    <a:lnTo>
                      <a:pt x="121" y="33"/>
                    </a:lnTo>
                    <a:lnTo>
                      <a:pt x="13" y="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1" name="îşliḋê"/>
              <p:cNvSpPr/>
              <p:nvPr/>
            </p:nvSpPr>
            <p:spPr bwMode="auto">
              <a:xfrm>
                <a:off x="8147051" y="3127337"/>
                <a:ext cx="501650" cy="541338"/>
              </a:xfrm>
              <a:custGeom>
                <a:avLst/>
                <a:gdLst>
                  <a:gd name="T0" fmla="*/ 126 w 194"/>
                  <a:gd name="T1" fmla="*/ 22 h 209"/>
                  <a:gd name="T2" fmla="*/ 135 w 194"/>
                  <a:gd name="T3" fmla="*/ 209 h 209"/>
                  <a:gd name="T4" fmla="*/ 135 w 194"/>
                  <a:gd name="T5" fmla="*/ 146 h 209"/>
                  <a:gd name="T6" fmla="*/ 103 w 194"/>
                  <a:gd name="T7" fmla="*/ 121 h 209"/>
                  <a:gd name="T8" fmla="*/ 0 w 194"/>
                  <a:gd name="T9" fmla="*/ 67 h 209"/>
                  <a:gd name="T10" fmla="*/ 126 w 194"/>
                  <a:gd name="T11" fmla="*/ 22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4" h="209">
                    <a:moveTo>
                      <a:pt x="126" y="22"/>
                    </a:moveTo>
                    <a:cubicBezTo>
                      <a:pt x="194" y="47"/>
                      <a:pt x="194" y="151"/>
                      <a:pt x="135" y="209"/>
                    </a:cubicBezTo>
                    <a:cubicBezTo>
                      <a:pt x="138" y="196"/>
                      <a:pt x="139" y="183"/>
                      <a:pt x="135" y="146"/>
                    </a:cubicBezTo>
                    <a:cubicBezTo>
                      <a:pt x="130" y="149"/>
                      <a:pt x="105" y="160"/>
                      <a:pt x="103" y="121"/>
                    </a:cubicBezTo>
                    <a:cubicBezTo>
                      <a:pt x="99" y="66"/>
                      <a:pt x="36" y="61"/>
                      <a:pt x="0" y="67"/>
                    </a:cubicBezTo>
                    <a:cubicBezTo>
                      <a:pt x="28" y="8"/>
                      <a:pt x="67" y="0"/>
                      <a:pt x="126" y="22"/>
                    </a:cubicBezTo>
                    <a:close/>
                  </a:path>
                </a:pathLst>
              </a:custGeom>
              <a:solidFill>
                <a:srgbClr val="6E4D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2" name="îśḻîďè"/>
              <p:cNvSpPr/>
              <p:nvPr/>
            </p:nvSpPr>
            <p:spPr bwMode="auto">
              <a:xfrm>
                <a:off x="8418513" y="3421024"/>
                <a:ext cx="98425" cy="161925"/>
              </a:xfrm>
              <a:custGeom>
                <a:avLst/>
                <a:gdLst>
                  <a:gd name="T0" fmla="*/ 23 w 38"/>
                  <a:gd name="T1" fmla="*/ 1 h 63"/>
                  <a:gd name="T2" fmla="*/ 2 w 38"/>
                  <a:gd name="T3" fmla="*/ 30 h 63"/>
                  <a:gd name="T4" fmla="*/ 16 w 38"/>
                  <a:gd name="T5" fmla="*/ 62 h 63"/>
                  <a:gd name="T6" fmla="*/ 36 w 38"/>
                  <a:gd name="T7" fmla="*/ 33 h 63"/>
                  <a:gd name="T8" fmla="*/ 23 w 38"/>
                  <a:gd name="T9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3">
                    <a:moveTo>
                      <a:pt x="23" y="1"/>
                    </a:moveTo>
                    <a:cubicBezTo>
                      <a:pt x="13" y="0"/>
                      <a:pt x="4" y="13"/>
                      <a:pt x="2" y="30"/>
                    </a:cubicBezTo>
                    <a:cubicBezTo>
                      <a:pt x="0" y="47"/>
                      <a:pt x="6" y="61"/>
                      <a:pt x="16" y="62"/>
                    </a:cubicBezTo>
                    <a:cubicBezTo>
                      <a:pt x="25" y="63"/>
                      <a:pt x="34" y="50"/>
                      <a:pt x="36" y="33"/>
                    </a:cubicBezTo>
                    <a:cubicBezTo>
                      <a:pt x="38" y="16"/>
                      <a:pt x="32" y="2"/>
                      <a:pt x="23" y="1"/>
                    </a:cubicBezTo>
                    <a:close/>
                  </a:path>
                </a:pathLst>
              </a:custGeom>
              <a:solidFill>
                <a:srgbClr val="F2CA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3" name="îŝḻíḑè"/>
              <p:cNvSpPr/>
              <p:nvPr/>
            </p:nvSpPr>
            <p:spPr bwMode="auto">
              <a:xfrm>
                <a:off x="6527801" y="3098762"/>
                <a:ext cx="436563" cy="322263"/>
              </a:xfrm>
              <a:custGeom>
                <a:avLst/>
                <a:gdLst>
                  <a:gd name="T0" fmla="*/ 166 w 169"/>
                  <a:gd name="T1" fmla="*/ 98 h 124"/>
                  <a:gd name="T2" fmla="*/ 84 w 169"/>
                  <a:gd name="T3" fmla="*/ 0 h 124"/>
                  <a:gd name="T4" fmla="*/ 3 w 169"/>
                  <a:gd name="T5" fmla="*/ 98 h 124"/>
                  <a:gd name="T6" fmla="*/ 15 w 169"/>
                  <a:gd name="T7" fmla="*/ 121 h 124"/>
                  <a:gd name="T8" fmla="*/ 23 w 169"/>
                  <a:gd name="T9" fmla="*/ 112 h 124"/>
                  <a:gd name="T10" fmla="*/ 46 w 169"/>
                  <a:gd name="T11" fmla="*/ 48 h 124"/>
                  <a:gd name="T12" fmla="*/ 84 w 169"/>
                  <a:gd name="T13" fmla="*/ 56 h 124"/>
                  <a:gd name="T14" fmla="*/ 122 w 169"/>
                  <a:gd name="T15" fmla="*/ 48 h 124"/>
                  <a:gd name="T16" fmla="*/ 146 w 169"/>
                  <a:gd name="T17" fmla="*/ 112 h 124"/>
                  <a:gd name="T18" fmla="*/ 152 w 169"/>
                  <a:gd name="T19" fmla="*/ 122 h 124"/>
                  <a:gd name="T20" fmla="*/ 166 w 169"/>
                  <a:gd name="T21" fmla="*/ 9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124">
                    <a:moveTo>
                      <a:pt x="166" y="98"/>
                    </a:moveTo>
                    <a:cubicBezTo>
                      <a:pt x="169" y="47"/>
                      <a:pt x="147" y="0"/>
                      <a:pt x="84" y="0"/>
                    </a:cubicBezTo>
                    <a:cubicBezTo>
                      <a:pt x="21" y="0"/>
                      <a:pt x="0" y="47"/>
                      <a:pt x="3" y="98"/>
                    </a:cubicBezTo>
                    <a:cubicBezTo>
                      <a:pt x="8" y="100"/>
                      <a:pt x="13" y="109"/>
                      <a:pt x="15" y="121"/>
                    </a:cubicBezTo>
                    <a:cubicBezTo>
                      <a:pt x="20" y="124"/>
                      <a:pt x="23" y="122"/>
                      <a:pt x="23" y="112"/>
                    </a:cubicBezTo>
                    <a:cubicBezTo>
                      <a:pt x="23" y="82"/>
                      <a:pt x="26" y="55"/>
                      <a:pt x="46" y="48"/>
                    </a:cubicBezTo>
                    <a:cubicBezTo>
                      <a:pt x="65" y="42"/>
                      <a:pt x="70" y="56"/>
                      <a:pt x="84" y="56"/>
                    </a:cubicBezTo>
                    <a:cubicBezTo>
                      <a:pt x="99" y="56"/>
                      <a:pt x="103" y="43"/>
                      <a:pt x="122" y="48"/>
                    </a:cubicBezTo>
                    <a:cubicBezTo>
                      <a:pt x="141" y="54"/>
                      <a:pt x="146" y="82"/>
                      <a:pt x="146" y="112"/>
                    </a:cubicBezTo>
                    <a:cubicBezTo>
                      <a:pt x="146" y="122"/>
                      <a:pt x="148" y="124"/>
                      <a:pt x="152" y="122"/>
                    </a:cubicBezTo>
                    <a:cubicBezTo>
                      <a:pt x="155" y="109"/>
                      <a:pt x="160" y="99"/>
                      <a:pt x="166" y="98"/>
                    </a:cubicBezTo>
                    <a:close/>
                  </a:path>
                </a:pathLst>
              </a:custGeom>
              <a:solidFill>
                <a:srgbClr val="5729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4" name="ïŝḻiḍé"/>
              <p:cNvSpPr/>
              <p:nvPr/>
            </p:nvSpPr>
            <p:spPr bwMode="auto">
              <a:xfrm>
                <a:off x="4133851" y="4748174"/>
                <a:ext cx="3895725" cy="1384300"/>
              </a:xfrm>
              <a:prstGeom prst="rect">
                <a:avLst/>
              </a:prstGeom>
              <a:solidFill>
                <a:srgbClr val="CF77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5" name="ïŝľîḓê"/>
              <p:cNvSpPr/>
              <p:nvPr/>
            </p:nvSpPr>
            <p:spPr bwMode="auto">
              <a:xfrm>
                <a:off x="3638551" y="4686262"/>
                <a:ext cx="4887913" cy="111125"/>
              </a:xfrm>
              <a:prstGeom prst="rect">
                <a:avLst/>
              </a:prstGeom>
              <a:solidFill>
                <a:srgbClr val="AD55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6" name="îSľíḓê"/>
              <p:cNvSpPr/>
              <p:nvPr/>
            </p:nvSpPr>
            <p:spPr bwMode="auto">
              <a:xfrm>
                <a:off x="4872038" y="3779799"/>
                <a:ext cx="342900" cy="528638"/>
              </a:xfrm>
              <a:custGeom>
                <a:avLst/>
                <a:gdLst>
                  <a:gd name="T0" fmla="*/ 95 w 132"/>
                  <a:gd name="T1" fmla="*/ 14 h 204"/>
                  <a:gd name="T2" fmla="*/ 110 w 132"/>
                  <a:gd name="T3" fmla="*/ 0 h 204"/>
                  <a:gd name="T4" fmla="*/ 117 w 132"/>
                  <a:gd name="T5" fmla="*/ 103 h 204"/>
                  <a:gd name="T6" fmla="*/ 75 w 132"/>
                  <a:gd name="T7" fmla="*/ 173 h 204"/>
                  <a:gd name="T8" fmla="*/ 13 w 132"/>
                  <a:gd name="T9" fmla="*/ 204 h 204"/>
                  <a:gd name="T10" fmla="*/ 10 w 132"/>
                  <a:gd name="T11" fmla="*/ 157 h 204"/>
                  <a:gd name="T12" fmla="*/ 95 w 132"/>
                  <a:gd name="T13" fmla="*/ 1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204">
                    <a:moveTo>
                      <a:pt x="95" y="14"/>
                    </a:moveTo>
                    <a:cubicBezTo>
                      <a:pt x="98" y="8"/>
                      <a:pt x="102" y="2"/>
                      <a:pt x="110" y="0"/>
                    </a:cubicBezTo>
                    <a:cubicBezTo>
                      <a:pt x="132" y="24"/>
                      <a:pt x="131" y="81"/>
                      <a:pt x="117" y="103"/>
                    </a:cubicBezTo>
                    <a:cubicBezTo>
                      <a:pt x="75" y="173"/>
                      <a:pt x="75" y="173"/>
                      <a:pt x="75" y="173"/>
                    </a:cubicBezTo>
                    <a:cubicBezTo>
                      <a:pt x="13" y="204"/>
                      <a:pt x="13" y="204"/>
                      <a:pt x="13" y="204"/>
                    </a:cubicBezTo>
                    <a:cubicBezTo>
                      <a:pt x="0" y="185"/>
                      <a:pt x="6" y="166"/>
                      <a:pt x="10" y="157"/>
                    </a:cubicBezTo>
                    <a:cubicBezTo>
                      <a:pt x="17" y="142"/>
                      <a:pt x="92" y="20"/>
                      <a:pt x="95" y="14"/>
                    </a:cubicBez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7" name="íŝḷiďê"/>
              <p:cNvSpPr/>
              <p:nvPr/>
            </p:nvSpPr>
            <p:spPr bwMode="auto">
              <a:xfrm>
                <a:off x="5356226" y="4165562"/>
                <a:ext cx="274638" cy="200025"/>
              </a:xfrm>
              <a:custGeom>
                <a:avLst/>
                <a:gdLst>
                  <a:gd name="T0" fmla="*/ 47 w 106"/>
                  <a:gd name="T1" fmla="*/ 18 h 77"/>
                  <a:gd name="T2" fmla="*/ 32 w 106"/>
                  <a:gd name="T3" fmla="*/ 18 h 77"/>
                  <a:gd name="T4" fmla="*/ 51 w 106"/>
                  <a:gd name="T5" fmla="*/ 15 h 77"/>
                  <a:gd name="T6" fmla="*/ 51 w 106"/>
                  <a:gd name="T7" fmla="*/ 0 h 77"/>
                  <a:gd name="T8" fmla="*/ 9 w 106"/>
                  <a:gd name="T9" fmla="*/ 15 h 77"/>
                  <a:gd name="T10" fmla="*/ 0 w 106"/>
                  <a:gd name="T11" fmla="*/ 38 h 77"/>
                  <a:gd name="T12" fmla="*/ 39 w 106"/>
                  <a:gd name="T13" fmla="*/ 68 h 77"/>
                  <a:gd name="T14" fmla="*/ 79 w 106"/>
                  <a:gd name="T15" fmla="*/ 75 h 77"/>
                  <a:gd name="T16" fmla="*/ 81 w 106"/>
                  <a:gd name="T17" fmla="*/ 63 h 77"/>
                  <a:gd name="T18" fmla="*/ 53 w 106"/>
                  <a:gd name="T19" fmla="*/ 58 h 77"/>
                  <a:gd name="T20" fmla="*/ 54 w 106"/>
                  <a:gd name="T21" fmla="*/ 57 h 77"/>
                  <a:gd name="T22" fmla="*/ 92 w 106"/>
                  <a:gd name="T23" fmla="*/ 60 h 77"/>
                  <a:gd name="T24" fmla="*/ 93 w 106"/>
                  <a:gd name="T25" fmla="*/ 48 h 77"/>
                  <a:gd name="T26" fmla="*/ 58 w 106"/>
                  <a:gd name="T27" fmla="*/ 45 h 77"/>
                  <a:gd name="T28" fmla="*/ 58 w 106"/>
                  <a:gd name="T29" fmla="*/ 43 h 77"/>
                  <a:gd name="T30" fmla="*/ 98 w 106"/>
                  <a:gd name="T31" fmla="*/ 44 h 77"/>
                  <a:gd name="T32" fmla="*/ 98 w 106"/>
                  <a:gd name="T33" fmla="*/ 31 h 77"/>
                  <a:gd name="T34" fmla="*/ 55 w 106"/>
                  <a:gd name="T35" fmla="*/ 31 h 77"/>
                  <a:gd name="T36" fmla="*/ 54 w 106"/>
                  <a:gd name="T37" fmla="*/ 30 h 77"/>
                  <a:gd name="T38" fmla="*/ 96 w 106"/>
                  <a:gd name="T39" fmla="*/ 25 h 77"/>
                  <a:gd name="T40" fmla="*/ 95 w 106"/>
                  <a:gd name="T41" fmla="*/ 13 h 77"/>
                  <a:gd name="T42" fmla="*/ 47 w 106"/>
                  <a:gd name="T43" fmla="*/ 1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6" h="77">
                    <a:moveTo>
                      <a:pt x="47" y="18"/>
                    </a:moveTo>
                    <a:cubicBezTo>
                      <a:pt x="43" y="18"/>
                      <a:pt x="38" y="18"/>
                      <a:pt x="32" y="18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8" y="10"/>
                      <a:pt x="55" y="2"/>
                      <a:pt x="51" y="0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2" y="18"/>
                      <a:pt x="0" y="28"/>
                      <a:pt x="0" y="38"/>
                    </a:cubicBezTo>
                    <a:cubicBezTo>
                      <a:pt x="0" y="57"/>
                      <a:pt x="13" y="63"/>
                      <a:pt x="39" y="68"/>
                    </a:cubicBezTo>
                    <a:cubicBezTo>
                      <a:pt x="79" y="75"/>
                      <a:pt x="79" y="75"/>
                      <a:pt x="79" y="75"/>
                    </a:cubicBezTo>
                    <a:cubicBezTo>
                      <a:pt x="87" y="77"/>
                      <a:pt x="90" y="65"/>
                      <a:pt x="81" y="63"/>
                    </a:cubicBezTo>
                    <a:cubicBezTo>
                      <a:pt x="53" y="58"/>
                      <a:pt x="53" y="58"/>
                      <a:pt x="53" y="58"/>
                    </a:cubicBezTo>
                    <a:cubicBezTo>
                      <a:pt x="53" y="58"/>
                      <a:pt x="53" y="58"/>
                      <a:pt x="54" y="57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101" y="61"/>
                      <a:pt x="100" y="48"/>
                      <a:pt x="93" y="48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8" y="44"/>
                      <a:pt x="58" y="44"/>
                      <a:pt x="58" y="43"/>
                    </a:cubicBezTo>
                    <a:cubicBezTo>
                      <a:pt x="98" y="44"/>
                      <a:pt x="98" y="44"/>
                      <a:pt x="98" y="44"/>
                    </a:cubicBezTo>
                    <a:cubicBezTo>
                      <a:pt x="106" y="44"/>
                      <a:pt x="106" y="31"/>
                      <a:pt x="98" y="31"/>
                    </a:cubicBezTo>
                    <a:cubicBezTo>
                      <a:pt x="55" y="31"/>
                      <a:pt x="55" y="31"/>
                      <a:pt x="55" y="31"/>
                    </a:cubicBezTo>
                    <a:cubicBezTo>
                      <a:pt x="55" y="31"/>
                      <a:pt x="55" y="30"/>
                      <a:pt x="54" y="30"/>
                    </a:cubicBezTo>
                    <a:cubicBezTo>
                      <a:pt x="96" y="25"/>
                      <a:pt x="96" y="25"/>
                      <a:pt x="96" y="25"/>
                    </a:cubicBezTo>
                    <a:cubicBezTo>
                      <a:pt x="104" y="25"/>
                      <a:pt x="103" y="12"/>
                      <a:pt x="95" y="13"/>
                    </a:cubicBezTo>
                    <a:lnTo>
                      <a:pt x="47" y="18"/>
                    </a:lnTo>
                    <a:close/>
                  </a:path>
                </a:pathLst>
              </a:custGeom>
              <a:solidFill>
                <a:srgbClr val="FFD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8" name="iṥľîḑè"/>
              <p:cNvSpPr/>
              <p:nvPr/>
            </p:nvSpPr>
            <p:spPr bwMode="auto">
              <a:xfrm>
                <a:off x="5327651" y="4181437"/>
                <a:ext cx="69850" cy="160338"/>
              </a:xfrm>
              <a:custGeom>
                <a:avLst/>
                <a:gdLst>
                  <a:gd name="T0" fmla="*/ 0 w 44"/>
                  <a:gd name="T1" fmla="*/ 1 h 101"/>
                  <a:gd name="T2" fmla="*/ 0 w 44"/>
                  <a:gd name="T3" fmla="*/ 101 h 101"/>
                  <a:gd name="T4" fmla="*/ 44 w 44"/>
                  <a:gd name="T5" fmla="*/ 99 h 101"/>
                  <a:gd name="T6" fmla="*/ 44 w 44"/>
                  <a:gd name="T7" fmla="*/ 0 h 101"/>
                  <a:gd name="T8" fmla="*/ 0 w 44"/>
                  <a:gd name="T9" fmla="*/ 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101">
                    <a:moveTo>
                      <a:pt x="0" y="1"/>
                    </a:moveTo>
                    <a:lnTo>
                      <a:pt x="0" y="101"/>
                    </a:lnTo>
                    <a:lnTo>
                      <a:pt x="44" y="99"/>
                    </a:lnTo>
                    <a:lnTo>
                      <a:pt x="44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9" name="ïŝliḓê"/>
              <p:cNvSpPr/>
              <p:nvPr/>
            </p:nvSpPr>
            <p:spPr bwMode="auto">
              <a:xfrm>
                <a:off x="4862513" y="4144924"/>
                <a:ext cx="484188" cy="204788"/>
              </a:xfrm>
              <a:custGeom>
                <a:avLst/>
                <a:gdLst>
                  <a:gd name="T0" fmla="*/ 58 w 187"/>
                  <a:gd name="T1" fmla="*/ 10 h 79"/>
                  <a:gd name="T2" fmla="*/ 186 w 187"/>
                  <a:gd name="T3" fmla="*/ 12 h 79"/>
                  <a:gd name="T4" fmla="*/ 187 w 187"/>
                  <a:gd name="T5" fmla="*/ 79 h 79"/>
                  <a:gd name="T6" fmla="*/ 187 w 187"/>
                  <a:gd name="T7" fmla="*/ 79 h 79"/>
                  <a:gd name="T8" fmla="*/ 49 w 187"/>
                  <a:gd name="T9" fmla="*/ 79 h 79"/>
                  <a:gd name="T10" fmla="*/ 10 w 187"/>
                  <a:gd name="T11" fmla="*/ 54 h 79"/>
                  <a:gd name="T12" fmla="*/ 58 w 187"/>
                  <a:gd name="T13" fmla="*/ 1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7" h="79">
                    <a:moveTo>
                      <a:pt x="58" y="10"/>
                    </a:moveTo>
                    <a:cubicBezTo>
                      <a:pt x="186" y="12"/>
                      <a:pt x="186" y="12"/>
                      <a:pt x="186" y="12"/>
                    </a:cubicBezTo>
                    <a:cubicBezTo>
                      <a:pt x="187" y="79"/>
                      <a:pt x="187" y="79"/>
                      <a:pt x="187" y="79"/>
                    </a:cubicBezTo>
                    <a:cubicBezTo>
                      <a:pt x="187" y="79"/>
                      <a:pt x="187" y="79"/>
                      <a:pt x="187" y="79"/>
                    </a:cubicBezTo>
                    <a:cubicBezTo>
                      <a:pt x="49" y="79"/>
                      <a:pt x="49" y="79"/>
                      <a:pt x="49" y="79"/>
                    </a:cubicBezTo>
                    <a:cubicBezTo>
                      <a:pt x="26" y="79"/>
                      <a:pt x="15" y="62"/>
                      <a:pt x="10" y="54"/>
                    </a:cubicBezTo>
                    <a:cubicBezTo>
                      <a:pt x="0" y="27"/>
                      <a:pt x="37" y="0"/>
                      <a:pt x="58" y="10"/>
                    </a:cubicBez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0" name="iṥļîḋé"/>
              <p:cNvSpPr/>
              <p:nvPr/>
            </p:nvSpPr>
            <p:spPr bwMode="auto">
              <a:xfrm>
                <a:off x="5673726" y="3790912"/>
                <a:ext cx="341313" cy="527050"/>
              </a:xfrm>
              <a:custGeom>
                <a:avLst/>
                <a:gdLst>
                  <a:gd name="T0" fmla="*/ 37 w 132"/>
                  <a:gd name="T1" fmla="*/ 13 h 204"/>
                  <a:gd name="T2" fmla="*/ 22 w 132"/>
                  <a:gd name="T3" fmla="*/ 0 h 204"/>
                  <a:gd name="T4" fmla="*/ 15 w 132"/>
                  <a:gd name="T5" fmla="*/ 103 h 204"/>
                  <a:gd name="T6" fmla="*/ 58 w 132"/>
                  <a:gd name="T7" fmla="*/ 173 h 204"/>
                  <a:gd name="T8" fmla="*/ 119 w 132"/>
                  <a:gd name="T9" fmla="*/ 204 h 204"/>
                  <a:gd name="T10" fmla="*/ 122 w 132"/>
                  <a:gd name="T11" fmla="*/ 157 h 204"/>
                  <a:gd name="T12" fmla="*/ 37 w 132"/>
                  <a:gd name="T13" fmla="*/ 13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204">
                    <a:moveTo>
                      <a:pt x="37" y="13"/>
                    </a:moveTo>
                    <a:cubicBezTo>
                      <a:pt x="34" y="7"/>
                      <a:pt x="30" y="2"/>
                      <a:pt x="22" y="0"/>
                    </a:cubicBezTo>
                    <a:cubicBezTo>
                      <a:pt x="0" y="24"/>
                      <a:pt x="1" y="81"/>
                      <a:pt x="15" y="103"/>
                    </a:cubicBezTo>
                    <a:cubicBezTo>
                      <a:pt x="58" y="173"/>
                      <a:pt x="58" y="173"/>
                      <a:pt x="58" y="173"/>
                    </a:cubicBezTo>
                    <a:cubicBezTo>
                      <a:pt x="119" y="204"/>
                      <a:pt x="119" y="204"/>
                      <a:pt x="119" y="204"/>
                    </a:cubicBezTo>
                    <a:cubicBezTo>
                      <a:pt x="132" y="185"/>
                      <a:pt x="126" y="165"/>
                      <a:pt x="122" y="157"/>
                    </a:cubicBezTo>
                    <a:cubicBezTo>
                      <a:pt x="116" y="142"/>
                      <a:pt x="41" y="20"/>
                      <a:pt x="37" y="13"/>
                    </a:cubicBez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1" name="íSľidê"/>
              <p:cNvSpPr/>
              <p:nvPr/>
            </p:nvSpPr>
            <p:spPr bwMode="auto">
              <a:xfrm>
                <a:off x="5257801" y="4170324"/>
                <a:ext cx="276225" cy="204788"/>
              </a:xfrm>
              <a:custGeom>
                <a:avLst/>
                <a:gdLst>
                  <a:gd name="T0" fmla="*/ 59 w 107"/>
                  <a:gd name="T1" fmla="*/ 20 h 79"/>
                  <a:gd name="T2" fmla="*/ 74 w 107"/>
                  <a:gd name="T3" fmla="*/ 20 h 79"/>
                  <a:gd name="T4" fmla="*/ 54 w 107"/>
                  <a:gd name="T5" fmla="*/ 15 h 79"/>
                  <a:gd name="T6" fmla="*/ 53 w 107"/>
                  <a:gd name="T7" fmla="*/ 0 h 79"/>
                  <a:gd name="T8" fmla="*/ 98 w 107"/>
                  <a:gd name="T9" fmla="*/ 17 h 79"/>
                  <a:gd name="T10" fmla="*/ 106 w 107"/>
                  <a:gd name="T11" fmla="*/ 39 h 79"/>
                  <a:gd name="T12" fmla="*/ 68 w 107"/>
                  <a:gd name="T13" fmla="*/ 70 h 79"/>
                  <a:gd name="T14" fmla="*/ 28 w 107"/>
                  <a:gd name="T15" fmla="*/ 77 h 79"/>
                  <a:gd name="T16" fmla="*/ 26 w 107"/>
                  <a:gd name="T17" fmla="*/ 65 h 79"/>
                  <a:gd name="T18" fmla="*/ 54 w 107"/>
                  <a:gd name="T19" fmla="*/ 60 h 79"/>
                  <a:gd name="T20" fmla="*/ 53 w 107"/>
                  <a:gd name="T21" fmla="*/ 59 h 79"/>
                  <a:gd name="T22" fmla="*/ 15 w 107"/>
                  <a:gd name="T23" fmla="*/ 62 h 79"/>
                  <a:gd name="T24" fmla="*/ 13 w 107"/>
                  <a:gd name="T25" fmla="*/ 50 h 79"/>
                  <a:gd name="T26" fmla="*/ 48 w 107"/>
                  <a:gd name="T27" fmla="*/ 47 h 79"/>
                  <a:gd name="T28" fmla="*/ 48 w 107"/>
                  <a:gd name="T29" fmla="*/ 45 h 79"/>
                  <a:gd name="T30" fmla="*/ 8 w 107"/>
                  <a:gd name="T31" fmla="*/ 45 h 79"/>
                  <a:gd name="T32" fmla="*/ 8 w 107"/>
                  <a:gd name="T33" fmla="*/ 33 h 79"/>
                  <a:gd name="T34" fmla="*/ 51 w 107"/>
                  <a:gd name="T35" fmla="*/ 33 h 79"/>
                  <a:gd name="T36" fmla="*/ 52 w 107"/>
                  <a:gd name="T37" fmla="*/ 31 h 79"/>
                  <a:gd name="T38" fmla="*/ 11 w 107"/>
                  <a:gd name="T39" fmla="*/ 27 h 79"/>
                  <a:gd name="T40" fmla="*/ 12 w 107"/>
                  <a:gd name="T41" fmla="*/ 15 h 79"/>
                  <a:gd name="T42" fmla="*/ 59 w 107"/>
                  <a:gd name="T43" fmla="*/ 2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7" h="79">
                    <a:moveTo>
                      <a:pt x="59" y="20"/>
                    </a:moveTo>
                    <a:cubicBezTo>
                      <a:pt x="63" y="20"/>
                      <a:pt x="68" y="20"/>
                      <a:pt x="74" y="20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47" y="10"/>
                      <a:pt x="50" y="2"/>
                      <a:pt x="53" y="0"/>
                    </a:cubicBezTo>
                    <a:cubicBezTo>
                      <a:pt x="98" y="17"/>
                      <a:pt x="98" y="17"/>
                      <a:pt x="98" y="17"/>
                    </a:cubicBezTo>
                    <a:cubicBezTo>
                      <a:pt x="104" y="20"/>
                      <a:pt x="106" y="30"/>
                      <a:pt x="106" y="39"/>
                    </a:cubicBezTo>
                    <a:cubicBezTo>
                      <a:pt x="107" y="59"/>
                      <a:pt x="94" y="65"/>
                      <a:pt x="68" y="70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19" y="79"/>
                      <a:pt x="17" y="67"/>
                      <a:pt x="26" y="65"/>
                    </a:cubicBezTo>
                    <a:cubicBezTo>
                      <a:pt x="54" y="60"/>
                      <a:pt x="54" y="60"/>
                      <a:pt x="54" y="60"/>
                    </a:cubicBezTo>
                    <a:cubicBezTo>
                      <a:pt x="53" y="60"/>
                      <a:pt x="53" y="59"/>
                      <a:pt x="53" y="59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6" y="63"/>
                      <a:pt x="6" y="50"/>
                      <a:pt x="13" y="50"/>
                    </a:cubicBezTo>
                    <a:cubicBezTo>
                      <a:pt x="48" y="47"/>
                      <a:pt x="48" y="47"/>
                      <a:pt x="48" y="47"/>
                    </a:cubicBezTo>
                    <a:cubicBezTo>
                      <a:pt x="48" y="46"/>
                      <a:pt x="48" y="46"/>
                      <a:pt x="4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0" y="45"/>
                      <a:pt x="0" y="33"/>
                      <a:pt x="8" y="33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52" y="33"/>
                      <a:pt x="52" y="32"/>
                      <a:pt x="52" y="31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3" y="27"/>
                      <a:pt x="4" y="14"/>
                      <a:pt x="12" y="15"/>
                    </a:cubicBezTo>
                    <a:lnTo>
                      <a:pt x="59" y="20"/>
                    </a:lnTo>
                    <a:close/>
                  </a:path>
                </a:pathLst>
              </a:custGeom>
              <a:solidFill>
                <a:srgbClr val="FFD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2" name="ïśḻiďê"/>
              <p:cNvSpPr/>
              <p:nvPr/>
            </p:nvSpPr>
            <p:spPr bwMode="auto">
              <a:xfrm>
                <a:off x="5491163" y="4190962"/>
                <a:ext cx="69850" cy="160338"/>
              </a:xfrm>
              <a:custGeom>
                <a:avLst/>
                <a:gdLst>
                  <a:gd name="T0" fmla="*/ 44 w 44"/>
                  <a:gd name="T1" fmla="*/ 2 h 101"/>
                  <a:gd name="T2" fmla="*/ 44 w 44"/>
                  <a:gd name="T3" fmla="*/ 101 h 101"/>
                  <a:gd name="T4" fmla="*/ 0 w 44"/>
                  <a:gd name="T5" fmla="*/ 100 h 101"/>
                  <a:gd name="T6" fmla="*/ 1 w 44"/>
                  <a:gd name="T7" fmla="*/ 0 h 101"/>
                  <a:gd name="T8" fmla="*/ 44 w 44"/>
                  <a:gd name="T9" fmla="*/ 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101">
                    <a:moveTo>
                      <a:pt x="44" y="2"/>
                    </a:moveTo>
                    <a:lnTo>
                      <a:pt x="44" y="101"/>
                    </a:lnTo>
                    <a:lnTo>
                      <a:pt x="0" y="100"/>
                    </a:lnTo>
                    <a:lnTo>
                      <a:pt x="1" y="0"/>
                    </a:lnTo>
                    <a:lnTo>
                      <a:pt x="44" y="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3" name="îṣḷidê"/>
              <p:cNvSpPr/>
              <p:nvPr/>
            </p:nvSpPr>
            <p:spPr bwMode="auto">
              <a:xfrm>
                <a:off x="5541963" y="4156037"/>
                <a:ext cx="487363" cy="203200"/>
              </a:xfrm>
              <a:custGeom>
                <a:avLst/>
                <a:gdLst>
                  <a:gd name="T0" fmla="*/ 130 w 188"/>
                  <a:gd name="T1" fmla="*/ 10 h 79"/>
                  <a:gd name="T2" fmla="*/ 1 w 188"/>
                  <a:gd name="T3" fmla="*/ 12 h 79"/>
                  <a:gd name="T4" fmla="*/ 0 w 188"/>
                  <a:gd name="T5" fmla="*/ 79 h 79"/>
                  <a:gd name="T6" fmla="*/ 0 w 188"/>
                  <a:gd name="T7" fmla="*/ 79 h 79"/>
                  <a:gd name="T8" fmla="*/ 138 w 188"/>
                  <a:gd name="T9" fmla="*/ 79 h 79"/>
                  <a:gd name="T10" fmla="*/ 177 w 188"/>
                  <a:gd name="T11" fmla="*/ 54 h 79"/>
                  <a:gd name="T12" fmla="*/ 130 w 188"/>
                  <a:gd name="T13" fmla="*/ 1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8" h="79">
                    <a:moveTo>
                      <a:pt x="130" y="10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138" y="79"/>
                      <a:pt x="138" y="79"/>
                      <a:pt x="138" y="79"/>
                    </a:cubicBezTo>
                    <a:cubicBezTo>
                      <a:pt x="161" y="79"/>
                      <a:pt x="173" y="62"/>
                      <a:pt x="177" y="54"/>
                    </a:cubicBezTo>
                    <a:cubicBezTo>
                      <a:pt x="188" y="27"/>
                      <a:pt x="151" y="0"/>
                      <a:pt x="130" y="10"/>
                    </a:cubicBez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4" name="iṡliḓe"/>
              <p:cNvSpPr/>
              <p:nvPr/>
            </p:nvSpPr>
            <p:spPr bwMode="auto">
              <a:xfrm>
                <a:off x="6119813" y="3779799"/>
                <a:ext cx="341313" cy="528638"/>
              </a:xfrm>
              <a:custGeom>
                <a:avLst/>
                <a:gdLst>
                  <a:gd name="T0" fmla="*/ 95 w 132"/>
                  <a:gd name="T1" fmla="*/ 14 h 204"/>
                  <a:gd name="T2" fmla="*/ 110 w 132"/>
                  <a:gd name="T3" fmla="*/ 0 h 204"/>
                  <a:gd name="T4" fmla="*/ 117 w 132"/>
                  <a:gd name="T5" fmla="*/ 103 h 204"/>
                  <a:gd name="T6" fmla="*/ 74 w 132"/>
                  <a:gd name="T7" fmla="*/ 173 h 204"/>
                  <a:gd name="T8" fmla="*/ 13 w 132"/>
                  <a:gd name="T9" fmla="*/ 204 h 204"/>
                  <a:gd name="T10" fmla="*/ 10 w 132"/>
                  <a:gd name="T11" fmla="*/ 157 h 204"/>
                  <a:gd name="T12" fmla="*/ 95 w 132"/>
                  <a:gd name="T13" fmla="*/ 1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" h="204">
                    <a:moveTo>
                      <a:pt x="95" y="14"/>
                    </a:moveTo>
                    <a:cubicBezTo>
                      <a:pt x="98" y="8"/>
                      <a:pt x="102" y="2"/>
                      <a:pt x="110" y="0"/>
                    </a:cubicBezTo>
                    <a:cubicBezTo>
                      <a:pt x="132" y="24"/>
                      <a:pt x="131" y="81"/>
                      <a:pt x="117" y="103"/>
                    </a:cubicBezTo>
                    <a:cubicBezTo>
                      <a:pt x="74" y="173"/>
                      <a:pt x="74" y="173"/>
                      <a:pt x="74" y="173"/>
                    </a:cubicBezTo>
                    <a:cubicBezTo>
                      <a:pt x="13" y="204"/>
                      <a:pt x="13" y="204"/>
                      <a:pt x="13" y="204"/>
                    </a:cubicBezTo>
                    <a:cubicBezTo>
                      <a:pt x="0" y="185"/>
                      <a:pt x="6" y="166"/>
                      <a:pt x="10" y="157"/>
                    </a:cubicBezTo>
                    <a:cubicBezTo>
                      <a:pt x="16" y="142"/>
                      <a:pt x="91" y="20"/>
                      <a:pt x="95" y="14"/>
                    </a:cubicBezTo>
                    <a:close/>
                  </a:path>
                </a:pathLst>
              </a:custGeom>
              <a:solidFill>
                <a:srgbClr val="6F7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5" name="îṡľîḋe"/>
              <p:cNvSpPr/>
              <p:nvPr/>
            </p:nvSpPr>
            <p:spPr bwMode="auto">
              <a:xfrm>
                <a:off x="6600826" y="4165562"/>
                <a:ext cx="276225" cy="200025"/>
              </a:xfrm>
              <a:custGeom>
                <a:avLst/>
                <a:gdLst>
                  <a:gd name="T0" fmla="*/ 48 w 107"/>
                  <a:gd name="T1" fmla="*/ 18 h 77"/>
                  <a:gd name="T2" fmla="*/ 33 w 107"/>
                  <a:gd name="T3" fmla="*/ 18 h 77"/>
                  <a:gd name="T4" fmla="*/ 51 w 107"/>
                  <a:gd name="T5" fmla="*/ 15 h 77"/>
                  <a:gd name="T6" fmla="*/ 52 w 107"/>
                  <a:gd name="T7" fmla="*/ 0 h 77"/>
                  <a:gd name="T8" fmla="*/ 9 w 107"/>
                  <a:gd name="T9" fmla="*/ 15 h 77"/>
                  <a:gd name="T10" fmla="*/ 1 w 107"/>
                  <a:gd name="T11" fmla="*/ 38 h 77"/>
                  <a:gd name="T12" fmla="*/ 40 w 107"/>
                  <a:gd name="T13" fmla="*/ 68 h 77"/>
                  <a:gd name="T14" fmla="*/ 80 w 107"/>
                  <a:gd name="T15" fmla="*/ 75 h 77"/>
                  <a:gd name="T16" fmla="*/ 82 w 107"/>
                  <a:gd name="T17" fmla="*/ 63 h 77"/>
                  <a:gd name="T18" fmla="*/ 53 w 107"/>
                  <a:gd name="T19" fmla="*/ 58 h 77"/>
                  <a:gd name="T20" fmla="*/ 55 w 107"/>
                  <a:gd name="T21" fmla="*/ 57 h 77"/>
                  <a:gd name="T22" fmla="*/ 92 w 107"/>
                  <a:gd name="T23" fmla="*/ 60 h 77"/>
                  <a:gd name="T24" fmla="*/ 94 w 107"/>
                  <a:gd name="T25" fmla="*/ 48 h 77"/>
                  <a:gd name="T26" fmla="*/ 59 w 107"/>
                  <a:gd name="T27" fmla="*/ 45 h 77"/>
                  <a:gd name="T28" fmla="*/ 59 w 107"/>
                  <a:gd name="T29" fmla="*/ 43 h 77"/>
                  <a:gd name="T30" fmla="*/ 99 w 107"/>
                  <a:gd name="T31" fmla="*/ 44 h 77"/>
                  <a:gd name="T32" fmla="*/ 99 w 107"/>
                  <a:gd name="T33" fmla="*/ 31 h 77"/>
                  <a:gd name="T34" fmla="*/ 56 w 107"/>
                  <a:gd name="T35" fmla="*/ 31 h 77"/>
                  <a:gd name="T36" fmla="*/ 55 w 107"/>
                  <a:gd name="T37" fmla="*/ 30 h 77"/>
                  <a:gd name="T38" fmla="*/ 97 w 107"/>
                  <a:gd name="T39" fmla="*/ 25 h 77"/>
                  <a:gd name="T40" fmla="*/ 95 w 107"/>
                  <a:gd name="T41" fmla="*/ 13 h 77"/>
                  <a:gd name="T42" fmla="*/ 48 w 107"/>
                  <a:gd name="T43" fmla="*/ 1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7" h="77">
                    <a:moveTo>
                      <a:pt x="48" y="18"/>
                    </a:moveTo>
                    <a:cubicBezTo>
                      <a:pt x="44" y="18"/>
                      <a:pt x="39" y="18"/>
                      <a:pt x="33" y="18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9" y="10"/>
                      <a:pt x="56" y="2"/>
                      <a:pt x="52" y="0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3" y="18"/>
                      <a:pt x="1" y="28"/>
                      <a:pt x="1" y="38"/>
                    </a:cubicBezTo>
                    <a:cubicBezTo>
                      <a:pt x="0" y="57"/>
                      <a:pt x="14" y="63"/>
                      <a:pt x="40" y="68"/>
                    </a:cubicBezTo>
                    <a:cubicBezTo>
                      <a:pt x="80" y="75"/>
                      <a:pt x="80" y="75"/>
                      <a:pt x="80" y="75"/>
                    </a:cubicBezTo>
                    <a:cubicBezTo>
                      <a:pt x="88" y="77"/>
                      <a:pt x="90" y="65"/>
                      <a:pt x="82" y="63"/>
                    </a:cubicBezTo>
                    <a:cubicBezTo>
                      <a:pt x="53" y="58"/>
                      <a:pt x="53" y="58"/>
                      <a:pt x="53" y="58"/>
                    </a:cubicBezTo>
                    <a:cubicBezTo>
                      <a:pt x="54" y="58"/>
                      <a:pt x="54" y="58"/>
                      <a:pt x="55" y="57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101" y="61"/>
                      <a:pt x="101" y="48"/>
                      <a:pt x="94" y="48"/>
                    </a:cubicBezTo>
                    <a:cubicBezTo>
                      <a:pt x="59" y="45"/>
                      <a:pt x="59" y="45"/>
                      <a:pt x="59" y="45"/>
                    </a:cubicBezTo>
                    <a:cubicBezTo>
                      <a:pt x="59" y="44"/>
                      <a:pt x="59" y="44"/>
                      <a:pt x="59" y="43"/>
                    </a:cubicBezTo>
                    <a:cubicBezTo>
                      <a:pt x="99" y="44"/>
                      <a:pt x="99" y="44"/>
                      <a:pt x="99" y="44"/>
                    </a:cubicBezTo>
                    <a:cubicBezTo>
                      <a:pt x="107" y="44"/>
                      <a:pt x="107" y="31"/>
                      <a:pt x="99" y="31"/>
                    </a:cubicBezTo>
                    <a:cubicBezTo>
                      <a:pt x="56" y="31"/>
                      <a:pt x="56" y="31"/>
                      <a:pt x="56" y="31"/>
                    </a:cubicBezTo>
                    <a:cubicBezTo>
                      <a:pt x="56" y="31"/>
                      <a:pt x="55" y="30"/>
                      <a:pt x="55" y="30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104" y="25"/>
                      <a:pt x="103" y="12"/>
                      <a:pt x="95" y="13"/>
                    </a:cubicBezTo>
                    <a:lnTo>
                      <a:pt x="48" y="18"/>
                    </a:lnTo>
                    <a:close/>
                  </a:path>
                </a:pathLst>
              </a:custGeom>
              <a:solidFill>
                <a:srgbClr val="FFD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6" name="íṧļíḓê"/>
              <p:cNvSpPr/>
              <p:nvPr/>
            </p:nvSpPr>
            <p:spPr bwMode="auto">
              <a:xfrm>
                <a:off x="6573838" y="4181437"/>
                <a:ext cx="69850" cy="160338"/>
              </a:xfrm>
              <a:custGeom>
                <a:avLst/>
                <a:gdLst>
                  <a:gd name="T0" fmla="*/ 0 w 44"/>
                  <a:gd name="T1" fmla="*/ 1 h 101"/>
                  <a:gd name="T2" fmla="*/ 0 w 44"/>
                  <a:gd name="T3" fmla="*/ 101 h 101"/>
                  <a:gd name="T4" fmla="*/ 44 w 44"/>
                  <a:gd name="T5" fmla="*/ 99 h 101"/>
                  <a:gd name="T6" fmla="*/ 43 w 44"/>
                  <a:gd name="T7" fmla="*/ 0 h 101"/>
                  <a:gd name="T8" fmla="*/ 0 w 44"/>
                  <a:gd name="T9" fmla="*/ 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101">
                    <a:moveTo>
                      <a:pt x="0" y="1"/>
                    </a:moveTo>
                    <a:lnTo>
                      <a:pt x="0" y="101"/>
                    </a:lnTo>
                    <a:lnTo>
                      <a:pt x="44" y="99"/>
                    </a:lnTo>
                    <a:lnTo>
                      <a:pt x="43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7" name="íSľíḓe"/>
              <p:cNvSpPr/>
              <p:nvPr/>
            </p:nvSpPr>
            <p:spPr bwMode="auto">
              <a:xfrm>
                <a:off x="6108701" y="4144924"/>
                <a:ext cx="484188" cy="204788"/>
              </a:xfrm>
              <a:custGeom>
                <a:avLst/>
                <a:gdLst>
                  <a:gd name="T0" fmla="*/ 58 w 187"/>
                  <a:gd name="T1" fmla="*/ 10 h 79"/>
                  <a:gd name="T2" fmla="*/ 186 w 187"/>
                  <a:gd name="T3" fmla="*/ 12 h 79"/>
                  <a:gd name="T4" fmla="*/ 187 w 187"/>
                  <a:gd name="T5" fmla="*/ 79 h 79"/>
                  <a:gd name="T6" fmla="*/ 187 w 187"/>
                  <a:gd name="T7" fmla="*/ 79 h 79"/>
                  <a:gd name="T8" fmla="*/ 49 w 187"/>
                  <a:gd name="T9" fmla="*/ 79 h 79"/>
                  <a:gd name="T10" fmla="*/ 10 w 187"/>
                  <a:gd name="T11" fmla="*/ 54 h 79"/>
                  <a:gd name="T12" fmla="*/ 58 w 187"/>
                  <a:gd name="T13" fmla="*/ 1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7" h="79">
                    <a:moveTo>
                      <a:pt x="58" y="10"/>
                    </a:moveTo>
                    <a:cubicBezTo>
                      <a:pt x="186" y="12"/>
                      <a:pt x="186" y="12"/>
                      <a:pt x="186" y="12"/>
                    </a:cubicBezTo>
                    <a:cubicBezTo>
                      <a:pt x="187" y="79"/>
                      <a:pt x="187" y="79"/>
                      <a:pt x="187" y="79"/>
                    </a:cubicBezTo>
                    <a:cubicBezTo>
                      <a:pt x="187" y="79"/>
                      <a:pt x="187" y="79"/>
                      <a:pt x="187" y="79"/>
                    </a:cubicBezTo>
                    <a:cubicBezTo>
                      <a:pt x="49" y="79"/>
                      <a:pt x="49" y="79"/>
                      <a:pt x="49" y="79"/>
                    </a:cubicBezTo>
                    <a:cubicBezTo>
                      <a:pt x="26" y="79"/>
                      <a:pt x="14" y="62"/>
                      <a:pt x="10" y="54"/>
                    </a:cubicBezTo>
                    <a:cubicBezTo>
                      <a:pt x="0" y="27"/>
                      <a:pt x="36" y="0"/>
                      <a:pt x="58" y="10"/>
                    </a:cubicBezTo>
                    <a:close/>
                  </a:path>
                </a:pathLst>
              </a:custGeom>
              <a:solidFill>
                <a:srgbClr val="6F7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8" name="íŝḻíḓe"/>
              <p:cNvSpPr/>
              <p:nvPr/>
            </p:nvSpPr>
            <p:spPr bwMode="auto">
              <a:xfrm>
                <a:off x="2281238" y="1758912"/>
                <a:ext cx="1204913" cy="2282825"/>
              </a:xfrm>
              <a:custGeom>
                <a:avLst/>
                <a:gdLst>
                  <a:gd name="T0" fmla="*/ 0 w 466"/>
                  <a:gd name="T1" fmla="*/ 0 h 882"/>
                  <a:gd name="T2" fmla="*/ 233 w 466"/>
                  <a:gd name="T3" fmla="*/ 96 h 882"/>
                  <a:gd name="T4" fmla="*/ 466 w 466"/>
                  <a:gd name="T5" fmla="*/ 193 h 882"/>
                  <a:gd name="T6" fmla="*/ 466 w 466"/>
                  <a:gd name="T7" fmla="*/ 463 h 882"/>
                  <a:gd name="T8" fmla="*/ 466 w 466"/>
                  <a:gd name="T9" fmla="*/ 733 h 882"/>
                  <a:gd name="T10" fmla="*/ 233 w 466"/>
                  <a:gd name="T11" fmla="*/ 807 h 882"/>
                  <a:gd name="T12" fmla="*/ 0 w 466"/>
                  <a:gd name="T13" fmla="*/ 882 h 882"/>
                  <a:gd name="T14" fmla="*/ 0 w 466"/>
                  <a:gd name="T15" fmla="*/ 441 h 882"/>
                  <a:gd name="T16" fmla="*/ 0 w 466"/>
                  <a:gd name="T17" fmla="*/ 0 h 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882">
                    <a:moveTo>
                      <a:pt x="0" y="0"/>
                    </a:moveTo>
                    <a:cubicBezTo>
                      <a:pt x="77" y="32"/>
                      <a:pt x="155" y="64"/>
                      <a:pt x="233" y="96"/>
                    </a:cubicBezTo>
                    <a:cubicBezTo>
                      <a:pt x="310" y="128"/>
                      <a:pt x="388" y="160"/>
                      <a:pt x="466" y="193"/>
                    </a:cubicBezTo>
                    <a:cubicBezTo>
                      <a:pt x="466" y="283"/>
                      <a:pt x="466" y="373"/>
                      <a:pt x="466" y="463"/>
                    </a:cubicBezTo>
                    <a:cubicBezTo>
                      <a:pt x="466" y="553"/>
                      <a:pt x="466" y="643"/>
                      <a:pt x="466" y="733"/>
                    </a:cubicBezTo>
                    <a:cubicBezTo>
                      <a:pt x="388" y="757"/>
                      <a:pt x="310" y="782"/>
                      <a:pt x="233" y="807"/>
                    </a:cubicBezTo>
                    <a:cubicBezTo>
                      <a:pt x="155" y="832"/>
                      <a:pt x="77" y="857"/>
                      <a:pt x="0" y="882"/>
                    </a:cubicBezTo>
                    <a:cubicBezTo>
                      <a:pt x="0" y="735"/>
                      <a:pt x="0" y="588"/>
                      <a:pt x="0" y="441"/>
                    </a:cubicBezTo>
                    <a:cubicBezTo>
                      <a:pt x="0" y="294"/>
                      <a:pt x="0" y="147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9" name="ïSľîḍê"/>
              <p:cNvSpPr/>
              <p:nvPr/>
            </p:nvSpPr>
            <p:spPr bwMode="auto">
              <a:xfrm>
                <a:off x="2922588" y="2838412"/>
                <a:ext cx="460375" cy="65088"/>
              </a:xfrm>
              <a:custGeom>
                <a:avLst/>
                <a:gdLst>
                  <a:gd name="T0" fmla="*/ 178 w 178"/>
                  <a:gd name="T1" fmla="*/ 15 h 25"/>
                  <a:gd name="T2" fmla="*/ 89 w 178"/>
                  <a:gd name="T3" fmla="*/ 7 h 25"/>
                  <a:gd name="T4" fmla="*/ 0 w 178"/>
                  <a:gd name="T5" fmla="*/ 0 h 25"/>
                  <a:gd name="T6" fmla="*/ 0 w 178"/>
                  <a:gd name="T7" fmla="*/ 13 h 25"/>
                  <a:gd name="T8" fmla="*/ 89 w 178"/>
                  <a:gd name="T9" fmla="*/ 19 h 25"/>
                  <a:gd name="T10" fmla="*/ 178 w 178"/>
                  <a:gd name="T11" fmla="*/ 25 h 25"/>
                  <a:gd name="T12" fmla="*/ 178 w 178"/>
                  <a:gd name="T13" fmla="*/ 1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8" h="25">
                    <a:moveTo>
                      <a:pt x="178" y="15"/>
                    </a:moveTo>
                    <a:cubicBezTo>
                      <a:pt x="148" y="12"/>
                      <a:pt x="119" y="10"/>
                      <a:pt x="89" y="7"/>
                    </a:cubicBezTo>
                    <a:cubicBezTo>
                      <a:pt x="59" y="5"/>
                      <a:pt x="29" y="2"/>
                      <a:pt x="0" y="0"/>
                    </a:cubicBezTo>
                    <a:cubicBezTo>
                      <a:pt x="0" y="4"/>
                      <a:pt x="0" y="8"/>
                      <a:pt x="0" y="13"/>
                    </a:cubicBezTo>
                    <a:cubicBezTo>
                      <a:pt x="29" y="15"/>
                      <a:pt x="59" y="17"/>
                      <a:pt x="89" y="19"/>
                    </a:cubicBezTo>
                    <a:cubicBezTo>
                      <a:pt x="119" y="21"/>
                      <a:pt x="148" y="23"/>
                      <a:pt x="178" y="25"/>
                    </a:cubicBezTo>
                    <a:cubicBezTo>
                      <a:pt x="178" y="22"/>
                      <a:pt x="178" y="18"/>
                      <a:pt x="178" y="15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0" name="íṡlíḍé"/>
              <p:cNvSpPr/>
              <p:nvPr/>
            </p:nvSpPr>
            <p:spPr bwMode="auto">
              <a:xfrm>
                <a:off x="3300413" y="2289137"/>
                <a:ext cx="82550" cy="587375"/>
              </a:xfrm>
              <a:custGeom>
                <a:avLst/>
                <a:gdLst>
                  <a:gd name="T0" fmla="*/ 32 w 32"/>
                  <a:gd name="T1" fmla="*/ 11 h 227"/>
                  <a:gd name="T2" fmla="*/ 0 w 32"/>
                  <a:gd name="T3" fmla="*/ 0 h 227"/>
                  <a:gd name="T4" fmla="*/ 0 w 32"/>
                  <a:gd name="T5" fmla="*/ 112 h 227"/>
                  <a:gd name="T6" fmla="*/ 0 w 32"/>
                  <a:gd name="T7" fmla="*/ 224 h 227"/>
                  <a:gd name="T8" fmla="*/ 32 w 32"/>
                  <a:gd name="T9" fmla="*/ 227 h 227"/>
                  <a:gd name="T10" fmla="*/ 32 w 32"/>
                  <a:gd name="T11" fmla="*/ 119 h 227"/>
                  <a:gd name="T12" fmla="*/ 32 w 32"/>
                  <a:gd name="T13" fmla="*/ 11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227">
                    <a:moveTo>
                      <a:pt x="32" y="11"/>
                    </a:moveTo>
                    <a:cubicBezTo>
                      <a:pt x="22" y="8"/>
                      <a:pt x="11" y="4"/>
                      <a:pt x="0" y="0"/>
                    </a:cubicBezTo>
                    <a:cubicBezTo>
                      <a:pt x="0" y="37"/>
                      <a:pt x="0" y="75"/>
                      <a:pt x="0" y="112"/>
                    </a:cubicBezTo>
                    <a:cubicBezTo>
                      <a:pt x="0" y="149"/>
                      <a:pt x="0" y="187"/>
                      <a:pt x="0" y="224"/>
                    </a:cubicBezTo>
                    <a:cubicBezTo>
                      <a:pt x="11" y="225"/>
                      <a:pt x="22" y="226"/>
                      <a:pt x="32" y="227"/>
                    </a:cubicBezTo>
                    <a:cubicBezTo>
                      <a:pt x="32" y="191"/>
                      <a:pt x="32" y="155"/>
                      <a:pt x="32" y="119"/>
                    </a:cubicBezTo>
                    <a:cubicBezTo>
                      <a:pt x="32" y="83"/>
                      <a:pt x="32" y="47"/>
                      <a:pt x="32" y="11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1" name="î$1ïḓe"/>
              <p:cNvSpPr/>
              <p:nvPr/>
            </p:nvSpPr>
            <p:spPr bwMode="auto">
              <a:xfrm>
                <a:off x="3206751" y="2482812"/>
                <a:ext cx="80963" cy="385763"/>
              </a:xfrm>
              <a:custGeom>
                <a:avLst/>
                <a:gdLst>
                  <a:gd name="T0" fmla="*/ 31 w 31"/>
                  <a:gd name="T1" fmla="*/ 8 h 149"/>
                  <a:gd name="T2" fmla="*/ 0 w 31"/>
                  <a:gd name="T3" fmla="*/ 0 h 149"/>
                  <a:gd name="T4" fmla="*/ 0 w 31"/>
                  <a:gd name="T5" fmla="*/ 146 h 149"/>
                  <a:gd name="T6" fmla="*/ 31 w 31"/>
                  <a:gd name="T7" fmla="*/ 149 h 149"/>
                  <a:gd name="T8" fmla="*/ 31 w 31"/>
                  <a:gd name="T9" fmla="*/ 8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49">
                    <a:moveTo>
                      <a:pt x="31" y="8"/>
                    </a:moveTo>
                    <a:cubicBezTo>
                      <a:pt x="21" y="6"/>
                      <a:pt x="10" y="3"/>
                      <a:pt x="0" y="0"/>
                    </a:cubicBezTo>
                    <a:cubicBezTo>
                      <a:pt x="0" y="49"/>
                      <a:pt x="0" y="97"/>
                      <a:pt x="0" y="146"/>
                    </a:cubicBezTo>
                    <a:cubicBezTo>
                      <a:pt x="10" y="147"/>
                      <a:pt x="21" y="148"/>
                      <a:pt x="31" y="149"/>
                    </a:cubicBezTo>
                    <a:cubicBezTo>
                      <a:pt x="31" y="102"/>
                      <a:pt x="31" y="55"/>
                      <a:pt x="31" y="8"/>
                    </a:cubicBezTo>
                    <a:close/>
                  </a:path>
                </a:pathLst>
              </a:custGeom>
              <a:solidFill>
                <a:srgbClr val="5D8C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2" name="íśḻïḑê"/>
              <p:cNvSpPr/>
              <p:nvPr/>
            </p:nvSpPr>
            <p:spPr bwMode="auto">
              <a:xfrm>
                <a:off x="3111501" y="2592349"/>
                <a:ext cx="82550" cy="268288"/>
              </a:xfrm>
              <a:custGeom>
                <a:avLst/>
                <a:gdLst>
                  <a:gd name="T0" fmla="*/ 32 w 32"/>
                  <a:gd name="T1" fmla="*/ 7 h 104"/>
                  <a:gd name="T2" fmla="*/ 0 w 32"/>
                  <a:gd name="T3" fmla="*/ 0 h 104"/>
                  <a:gd name="T4" fmla="*/ 0 w 32"/>
                  <a:gd name="T5" fmla="*/ 101 h 104"/>
                  <a:gd name="T6" fmla="*/ 32 w 32"/>
                  <a:gd name="T7" fmla="*/ 104 h 104"/>
                  <a:gd name="T8" fmla="*/ 32 w 32"/>
                  <a:gd name="T9" fmla="*/ 7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04">
                    <a:moveTo>
                      <a:pt x="32" y="7"/>
                    </a:moveTo>
                    <a:cubicBezTo>
                      <a:pt x="21" y="4"/>
                      <a:pt x="11" y="2"/>
                      <a:pt x="0" y="0"/>
                    </a:cubicBezTo>
                    <a:cubicBezTo>
                      <a:pt x="0" y="34"/>
                      <a:pt x="0" y="67"/>
                      <a:pt x="0" y="101"/>
                    </a:cubicBezTo>
                    <a:cubicBezTo>
                      <a:pt x="11" y="102"/>
                      <a:pt x="21" y="103"/>
                      <a:pt x="32" y="104"/>
                    </a:cubicBezTo>
                    <a:cubicBezTo>
                      <a:pt x="32" y="71"/>
                      <a:pt x="32" y="39"/>
                      <a:pt x="32" y="7"/>
                    </a:cubicBezTo>
                    <a:close/>
                  </a:path>
                </a:pathLst>
              </a:custGeom>
              <a:solidFill>
                <a:srgbClr val="7BA4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3" name="íṧḷïḓe"/>
              <p:cNvSpPr/>
              <p:nvPr/>
            </p:nvSpPr>
            <p:spPr bwMode="auto">
              <a:xfrm>
                <a:off x="3016251" y="2447887"/>
                <a:ext cx="82550" cy="406400"/>
              </a:xfrm>
              <a:custGeom>
                <a:avLst/>
                <a:gdLst>
                  <a:gd name="T0" fmla="*/ 32 w 32"/>
                  <a:gd name="T1" fmla="*/ 8 h 157"/>
                  <a:gd name="T2" fmla="*/ 0 w 32"/>
                  <a:gd name="T3" fmla="*/ 0 h 157"/>
                  <a:gd name="T4" fmla="*/ 0 w 32"/>
                  <a:gd name="T5" fmla="*/ 154 h 157"/>
                  <a:gd name="T6" fmla="*/ 32 w 32"/>
                  <a:gd name="T7" fmla="*/ 157 h 157"/>
                  <a:gd name="T8" fmla="*/ 32 w 32"/>
                  <a:gd name="T9" fmla="*/ 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57">
                    <a:moveTo>
                      <a:pt x="32" y="8"/>
                    </a:moveTo>
                    <a:cubicBezTo>
                      <a:pt x="21" y="5"/>
                      <a:pt x="11" y="2"/>
                      <a:pt x="0" y="0"/>
                    </a:cubicBezTo>
                    <a:cubicBezTo>
                      <a:pt x="0" y="51"/>
                      <a:pt x="0" y="103"/>
                      <a:pt x="0" y="154"/>
                    </a:cubicBezTo>
                    <a:cubicBezTo>
                      <a:pt x="11" y="155"/>
                      <a:pt x="21" y="156"/>
                      <a:pt x="32" y="157"/>
                    </a:cubicBezTo>
                    <a:cubicBezTo>
                      <a:pt x="32" y="107"/>
                      <a:pt x="32" y="57"/>
                      <a:pt x="32" y="8"/>
                    </a:cubicBezTo>
                    <a:close/>
                  </a:path>
                </a:pathLst>
              </a:custGeom>
              <a:solidFill>
                <a:srgbClr val="99B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4" name="íśḷíḑe"/>
              <p:cNvSpPr/>
              <p:nvPr/>
            </p:nvSpPr>
            <p:spPr bwMode="auto">
              <a:xfrm>
                <a:off x="2922588" y="2539962"/>
                <a:ext cx="80963" cy="306388"/>
              </a:xfrm>
              <a:custGeom>
                <a:avLst/>
                <a:gdLst>
                  <a:gd name="T0" fmla="*/ 31 w 31"/>
                  <a:gd name="T1" fmla="*/ 7 h 118"/>
                  <a:gd name="T2" fmla="*/ 0 w 31"/>
                  <a:gd name="T3" fmla="*/ 0 h 118"/>
                  <a:gd name="T4" fmla="*/ 0 w 31"/>
                  <a:gd name="T5" fmla="*/ 115 h 118"/>
                  <a:gd name="T6" fmla="*/ 31 w 31"/>
                  <a:gd name="T7" fmla="*/ 118 h 118"/>
                  <a:gd name="T8" fmla="*/ 31 w 31"/>
                  <a:gd name="T9" fmla="*/ 7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18">
                    <a:moveTo>
                      <a:pt x="31" y="7"/>
                    </a:moveTo>
                    <a:cubicBezTo>
                      <a:pt x="21" y="5"/>
                      <a:pt x="10" y="2"/>
                      <a:pt x="0" y="0"/>
                    </a:cubicBezTo>
                    <a:cubicBezTo>
                      <a:pt x="0" y="39"/>
                      <a:pt x="0" y="77"/>
                      <a:pt x="0" y="115"/>
                    </a:cubicBezTo>
                    <a:cubicBezTo>
                      <a:pt x="10" y="116"/>
                      <a:pt x="21" y="117"/>
                      <a:pt x="31" y="118"/>
                    </a:cubicBezTo>
                    <a:cubicBezTo>
                      <a:pt x="31" y="81"/>
                      <a:pt x="31" y="44"/>
                      <a:pt x="31" y="7"/>
                    </a:cubicBezTo>
                    <a:close/>
                  </a:path>
                </a:pathLst>
              </a:custGeom>
              <a:solidFill>
                <a:srgbClr val="B7D5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5" name="îṣľïďè"/>
              <p:cNvSpPr/>
              <p:nvPr/>
            </p:nvSpPr>
            <p:spPr bwMode="auto">
              <a:xfrm>
                <a:off x="2387601" y="2470112"/>
                <a:ext cx="463550" cy="111125"/>
              </a:xfrm>
              <a:custGeom>
                <a:avLst/>
                <a:gdLst>
                  <a:gd name="T0" fmla="*/ 0 w 179"/>
                  <a:gd name="T1" fmla="*/ 0 h 43"/>
                  <a:gd name="T2" fmla="*/ 90 w 179"/>
                  <a:gd name="T3" fmla="*/ 17 h 43"/>
                  <a:gd name="T4" fmla="*/ 179 w 179"/>
                  <a:gd name="T5" fmla="*/ 34 h 43"/>
                  <a:gd name="T6" fmla="*/ 179 w 179"/>
                  <a:gd name="T7" fmla="*/ 43 h 43"/>
                  <a:gd name="T8" fmla="*/ 90 w 179"/>
                  <a:gd name="T9" fmla="*/ 27 h 43"/>
                  <a:gd name="T10" fmla="*/ 0 w 179"/>
                  <a:gd name="T11" fmla="*/ 11 h 43"/>
                  <a:gd name="T12" fmla="*/ 0 w 179"/>
                  <a:gd name="T13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" h="43">
                    <a:moveTo>
                      <a:pt x="0" y="0"/>
                    </a:moveTo>
                    <a:cubicBezTo>
                      <a:pt x="30" y="5"/>
                      <a:pt x="60" y="11"/>
                      <a:pt x="90" y="17"/>
                    </a:cubicBezTo>
                    <a:cubicBezTo>
                      <a:pt x="119" y="22"/>
                      <a:pt x="149" y="28"/>
                      <a:pt x="179" y="34"/>
                    </a:cubicBezTo>
                    <a:cubicBezTo>
                      <a:pt x="179" y="37"/>
                      <a:pt x="179" y="40"/>
                      <a:pt x="179" y="43"/>
                    </a:cubicBezTo>
                    <a:cubicBezTo>
                      <a:pt x="149" y="38"/>
                      <a:pt x="119" y="32"/>
                      <a:pt x="90" y="27"/>
                    </a:cubicBezTo>
                    <a:cubicBezTo>
                      <a:pt x="60" y="22"/>
                      <a:pt x="30" y="16"/>
                      <a:pt x="0" y="11"/>
                    </a:cubicBezTo>
                    <a:cubicBezTo>
                      <a:pt x="0" y="7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6" name="ïSļîďé"/>
              <p:cNvSpPr/>
              <p:nvPr/>
            </p:nvSpPr>
            <p:spPr bwMode="auto">
              <a:xfrm>
                <a:off x="2387601" y="2532024"/>
                <a:ext cx="463550" cy="104775"/>
              </a:xfrm>
              <a:custGeom>
                <a:avLst/>
                <a:gdLst>
                  <a:gd name="T0" fmla="*/ 0 w 179"/>
                  <a:gd name="T1" fmla="*/ 0 h 40"/>
                  <a:gd name="T2" fmla="*/ 90 w 179"/>
                  <a:gd name="T3" fmla="*/ 15 h 40"/>
                  <a:gd name="T4" fmla="*/ 179 w 179"/>
                  <a:gd name="T5" fmla="*/ 30 h 40"/>
                  <a:gd name="T6" fmla="*/ 179 w 179"/>
                  <a:gd name="T7" fmla="*/ 40 h 40"/>
                  <a:gd name="T8" fmla="*/ 90 w 179"/>
                  <a:gd name="T9" fmla="*/ 25 h 40"/>
                  <a:gd name="T10" fmla="*/ 0 w 179"/>
                  <a:gd name="T11" fmla="*/ 11 h 40"/>
                  <a:gd name="T12" fmla="*/ 0 w 179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" h="40">
                    <a:moveTo>
                      <a:pt x="0" y="0"/>
                    </a:moveTo>
                    <a:cubicBezTo>
                      <a:pt x="30" y="5"/>
                      <a:pt x="60" y="10"/>
                      <a:pt x="90" y="15"/>
                    </a:cubicBezTo>
                    <a:cubicBezTo>
                      <a:pt x="119" y="20"/>
                      <a:pt x="149" y="25"/>
                      <a:pt x="179" y="30"/>
                    </a:cubicBezTo>
                    <a:cubicBezTo>
                      <a:pt x="179" y="33"/>
                      <a:pt x="179" y="36"/>
                      <a:pt x="179" y="40"/>
                    </a:cubicBezTo>
                    <a:cubicBezTo>
                      <a:pt x="149" y="35"/>
                      <a:pt x="119" y="30"/>
                      <a:pt x="90" y="25"/>
                    </a:cubicBezTo>
                    <a:cubicBezTo>
                      <a:pt x="60" y="20"/>
                      <a:pt x="30" y="16"/>
                      <a:pt x="0" y="11"/>
                    </a:cubicBezTo>
                    <a:cubicBezTo>
                      <a:pt x="0" y="7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7" name="iṥḻîdè"/>
              <p:cNvSpPr/>
              <p:nvPr/>
            </p:nvSpPr>
            <p:spPr bwMode="auto">
              <a:xfrm>
                <a:off x="2387601" y="2595524"/>
                <a:ext cx="463550" cy="92075"/>
              </a:xfrm>
              <a:custGeom>
                <a:avLst/>
                <a:gdLst>
                  <a:gd name="T0" fmla="*/ 0 w 179"/>
                  <a:gd name="T1" fmla="*/ 0 h 36"/>
                  <a:gd name="T2" fmla="*/ 90 w 179"/>
                  <a:gd name="T3" fmla="*/ 13 h 36"/>
                  <a:gd name="T4" fmla="*/ 179 w 179"/>
                  <a:gd name="T5" fmla="*/ 27 h 36"/>
                  <a:gd name="T6" fmla="*/ 179 w 179"/>
                  <a:gd name="T7" fmla="*/ 36 h 36"/>
                  <a:gd name="T8" fmla="*/ 90 w 179"/>
                  <a:gd name="T9" fmla="*/ 24 h 36"/>
                  <a:gd name="T10" fmla="*/ 0 w 179"/>
                  <a:gd name="T11" fmla="*/ 11 h 36"/>
                  <a:gd name="T12" fmla="*/ 0 w 179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" h="36">
                    <a:moveTo>
                      <a:pt x="0" y="0"/>
                    </a:moveTo>
                    <a:cubicBezTo>
                      <a:pt x="30" y="4"/>
                      <a:pt x="60" y="9"/>
                      <a:pt x="90" y="13"/>
                    </a:cubicBezTo>
                    <a:cubicBezTo>
                      <a:pt x="119" y="18"/>
                      <a:pt x="149" y="22"/>
                      <a:pt x="179" y="27"/>
                    </a:cubicBezTo>
                    <a:cubicBezTo>
                      <a:pt x="179" y="30"/>
                      <a:pt x="179" y="33"/>
                      <a:pt x="179" y="36"/>
                    </a:cubicBezTo>
                    <a:cubicBezTo>
                      <a:pt x="149" y="32"/>
                      <a:pt x="119" y="28"/>
                      <a:pt x="90" y="24"/>
                    </a:cubicBezTo>
                    <a:cubicBezTo>
                      <a:pt x="60" y="19"/>
                      <a:pt x="30" y="15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8" name="i$ľîḋé"/>
              <p:cNvSpPr/>
              <p:nvPr/>
            </p:nvSpPr>
            <p:spPr bwMode="auto">
              <a:xfrm>
                <a:off x="2387601" y="2657437"/>
                <a:ext cx="463550" cy="82550"/>
              </a:xfrm>
              <a:custGeom>
                <a:avLst/>
                <a:gdLst>
                  <a:gd name="T0" fmla="*/ 0 w 179"/>
                  <a:gd name="T1" fmla="*/ 0 h 32"/>
                  <a:gd name="T2" fmla="*/ 90 w 179"/>
                  <a:gd name="T3" fmla="*/ 12 h 32"/>
                  <a:gd name="T4" fmla="*/ 179 w 179"/>
                  <a:gd name="T5" fmla="*/ 23 h 32"/>
                  <a:gd name="T6" fmla="*/ 179 w 179"/>
                  <a:gd name="T7" fmla="*/ 32 h 32"/>
                  <a:gd name="T8" fmla="*/ 90 w 179"/>
                  <a:gd name="T9" fmla="*/ 22 h 32"/>
                  <a:gd name="T10" fmla="*/ 0 w 179"/>
                  <a:gd name="T11" fmla="*/ 11 h 32"/>
                  <a:gd name="T12" fmla="*/ 0 w 179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" h="32">
                    <a:moveTo>
                      <a:pt x="0" y="0"/>
                    </a:moveTo>
                    <a:cubicBezTo>
                      <a:pt x="30" y="4"/>
                      <a:pt x="60" y="8"/>
                      <a:pt x="90" y="12"/>
                    </a:cubicBezTo>
                    <a:cubicBezTo>
                      <a:pt x="119" y="15"/>
                      <a:pt x="149" y="19"/>
                      <a:pt x="179" y="23"/>
                    </a:cubicBezTo>
                    <a:cubicBezTo>
                      <a:pt x="179" y="26"/>
                      <a:pt x="179" y="29"/>
                      <a:pt x="179" y="32"/>
                    </a:cubicBezTo>
                    <a:cubicBezTo>
                      <a:pt x="149" y="29"/>
                      <a:pt x="119" y="25"/>
                      <a:pt x="90" y="22"/>
                    </a:cubicBezTo>
                    <a:cubicBezTo>
                      <a:pt x="60" y="18"/>
                      <a:pt x="30" y="15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9" name="iṡļide"/>
              <p:cNvSpPr/>
              <p:nvPr/>
            </p:nvSpPr>
            <p:spPr bwMode="auto">
              <a:xfrm>
                <a:off x="2387601" y="2719349"/>
                <a:ext cx="463550" cy="74613"/>
              </a:xfrm>
              <a:custGeom>
                <a:avLst/>
                <a:gdLst>
                  <a:gd name="T0" fmla="*/ 0 w 179"/>
                  <a:gd name="T1" fmla="*/ 0 h 29"/>
                  <a:gd name="T2" fmla="*/ 90 w 179"/>
                  <a:gd name="T3" fmla="*/ 10 h 29"/>
                  <a:gd name="T4" fmla="*/ 179 w 179"/>
                  <a:gd name="T5" fmla="*/ 20 h 29"/>
                  <a:gd name="T6" fmla="*/ 179 w 179"/>
                  <a:gd name="T7" fmla="*/ 29 h 29"/>
                  <a:gd name="T8" fmla="*/ 90 w 179"/>
                  <a:gd name="T9" fmla="*/ 20 h 29"/>
                  <a:gd name="T10" fmla="*/ 0 w 179"/>
                  <a:gd name="T11" fmla="*/ 11 h 29"/>
                  <a:gd name="T12" fmla="*/ 0 w 179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" h="29">
                    <a:moveTo>
                      <a:pt x="0" y="0"/>
                    </a:moveTo>
                    <a:cubicBezTo>
                      <a:pt x="30" y="3"/>
                      <a:pt x="60" y="7"/>
                      <a:pt x="90" y="10"/>
                    </a:cubicBezTo>
                    <a:cubicBezTo>
                      <a:pt x="119" y="13"/>
                      <a:pt x="149" y="16"/>
                      <a:pt x="179" y="20"/>
                    </a:cubicBezTo>
                    <a:cubicBezTo>
                      <a:pt x="179" y="23"/>
                      <a:pt x="179" y="26"/>
                      <a:pt x="179" y="29"/>
                    </a:cubicBezTo>
                    <a:cubicBezTo>
                      <a:pt x="149" y="26"/>
                      <a:pt x="119" y="23"/>
                      <a:pt x="90" y="20"/>
                    </a:cubicBezTo>
                    <a:cubicBezTo>
                      <a:pt x="60" y="17"/>
                      <a:pt x="30" y="14"/>
                      <a:pt x="0" y="11"/>
                    </a:cubicBezTo>
                    <a:cubicBezTo>
                      <a:pt x="0" y="8"/>
                      <a:pt x="0" y="4"/>
                      <a:pt x="0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0" name="iṡļïde"/>
              <p:cNvSpPr/>
              <p:nvPr/>
            </p:nvSpPr>
            <p:spPr bwMode="auto">
              <a:xfrm>
                <a:off x="2387601" y="2217699"/>
                <a:ext cx="463550" cy="252413"/>
              </a:xfrm>
              <a:custGeom>
                <a:avLst/>
                <a:gdLst>
                  <a:gd name="T0" fmla="*/ 0 w 179"/>
                  <a:gd name="T1" fmla="*/ 0 h 98"/>
                  <a:gd name="T2" fmla="*/ 90 w 179"/>
                  <a:gd name="T3" fmla="*/ 25 h 98"/>
                  <a:gd name="T4" fmla="*/ 179 w 179"/>
                  <a:gd name="T5" fmla="*/ 49 h 98"/>
                  <a:gd name="T6" fmla="*/ 179 w 179"/>
                  <a:gd name="T7" fmla="*/ 98 h 98"/>
                  <a:gd name="T8" fmla="*/ 90 w 179"/>
                  <a:gd name="T9" fmla="*/ 78 h 98"/>
                  <a:gd name="T10" fmla="*/ 0 w 179"/>
                  <a:gd name="T11" fmla="*/ 58 h 98"/>
                  <a:gd name="T12" fmla="*/ 0 w 179"/>
                  <a:gd name="T13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9" h="98">
                    <a:moveTo>
                      <a:pt x="0" y="0"/>
                    </a:moveTo>
                    <a:cubicBezTo>
                      <a:pt x="30" y="8"/>
                      <a:pt x="60" y="16"/>
                      <a:pt x="90" y="25"/>
                    </a:cubicBezTo>
                    <a:cubicBezTo>
                      <a:pt x="119" y="33"/>
                      <a:pt x="149" y="41"/>
                      <a:pt x="179" y="49"/>
                    </a:cubicBezTo>
                    <a:cubicBezTo>
                      <a:pt x="179" y="66"/>
                      <a:pt x="179" y="82"/>
                      <a:pt x="179" y="98"/>
                    </a:cubicBezTo>
                    <a:cubicBezTo>
                      <a:pt x="149" y="92"/>
                      <a:pt x="119" y="85"/>
                      <a:pt x="90" y="78"/>
                    </a:cubicBezTo>
                    <a:cubicBezTo>
                      <a:pt x="60" y="72"/>
                      <a:pt x="30" y="65"/>
                      <a:pt x="0" y="58"/>
                    </a:cubicBezTo>
                    <a:cubicBezTo>
                      <a:pt x="0" y="39"/>
                      <a:pt x="0" y="19"/>
                      <a:pt x="0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1" name="ïṥľídé"/>
              <p:cNvSpPr/>
              <p:nvPr/>
            </p:nvSpPr>
            <p:spPr bwMode="auto">
              <a:xfrm>
                <a:off x="2411413" y="3133687"/>
                <a:ext cx="390525" cy="671513"/>
              </a:xfrm>
              <a:custGeom>
                <a:avLst/>
                <a:gdLst>
                  <a:gd name="T0" fmla="*/ 76 w 151"/>
                  <a:gd name="T1" fmla="*/ 1 h 260"/>
                  <a:gd name="T2" fmla="*/ 0 w 151"/>
                  <a:gd name="T3" fmla="*/ 136 h 260"/>
                  <a:gd name="T4" fmla="*/ 76 w 151"/>
                  <a:gd name="T5" fmla="*/ 249 h 260"/>
                  <a:gd name="T6" fmla="*/ 151 w 151"/>
                  <a:gd name="T7" fmla="*/ 114 h 260"/>
                  <a:gd name="T8" fmla="*/ 76 w 151"/>
                  <a:gd name="T9" fmla="*/ 1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1" h="260">
                    <a:moveTo>
                      <a:pt x="76" y="1"/>
                    </a:moveTo>
                    <a:cubicBezTo>
                      <a:pt x="34" y="3"/>
                      <a:pt x="0" y="63"/>
                      <a:pt x="0" y="136"/>
                    </a:cubicBezTo>
                    <a:cubicBezTo>
                      <a:pt x="0" y="209"/>
                      <a:pt x="34" y="260"/>
                      <a:pt x="76" y="249"/>
                    </a:cubicBezTo>
                    <a:cubicBezTo>
                      <a:pt x="118" y="238"/>
                      <a:pt x="151" y="177"/>
                      <a:pt x="151" y="114"/>
                    </a:cubicBezTo>
                    <a:cubicBezTo>
                      <a:pt x="151" y="50"/>
                      <a:pt x="118" y="0"/>
                      <a:pt x="76" y="1"/>
                    </a:cubicBezTo>
                    <a:close/>
                  </a:path>
                </a:pathLst>
              </a:custGeom>
              <a:solidFill>
                <a:srgbClr val="B7D5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2" name="íŝḻiďè"/>
              <p:cNvSpPr/>
              <p:nvPr/>
            </p:nvSpPr>
            <p:spPr bwMode="auto">
              <a:xfrm>
                <a:off x="2606676" y="3455949"/>
                <a:ext cx="174625" cy="241300"/>
              </a:xfrm>
              <a:custGeom>
                <a:avLst/>
                <a:gdLst>
                  <a:gd name="T0" fmla="*/ 41 w 67"/>
                  <a:gd name="T1" fmla="*/ 93 h 93"/>
                  <a:gd name="T2" fmla="*/ 67 w 67"/>
                  <a:gd name="T3" fmla="*/ 43 h 93"/>
                  <a:gd name="T4" fmla="*/ 0 w 67"/>
                  <a:gd name="T5" fmla="*/ 0 h 93"/>
                  <a:gd name="T6" fmla="*/ 41 w 67"/>
                  <a:gd name="T7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93">
                    <a:moveTo>
                      <a:pt x="41" y="93"/>
                    </a:moveTo>
                    <a:cubicBezTo>
                      <a:pt x="52" y="79"/>
                      <a:pt x="61" y="62"/>
                      <a:pt x="67" y="43"/>
                    </a:cubicBezTo>
                    <a:cubicBezTo>
                      <a:pt x="45" y="29"/>
                      <a:pt x="22" y="15"/>
                      <a:pt x="0" y="0"/>
                    </a:cubicBezTo>
                    <a:cubicBezTo>
                      <a:pt x="14" y="32"/>
                      <a:pt x="27" y="63"/>
                      <a:pt x="41" y="93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3" name="iṥlídè"/>
              <p:cNvSpPr/>
              <p:nvPr/>
            </p:nvSpPr>
            <p:spPr bwMode="auto">
              <a:xfrm>
                <a:off x="2606676" y="3197187"/>
                <a:ext cx="195263" cy="369888"/>
              </a:xfrm>
              <a:custGeom>
                <a:avLst/>
                <a:gdLst>
                  <a:gd name="T0" fmla="*/ 67 w 75"/>
                  <a:gd name="T1" fmla="*/ 143 h 143"/>
                  <a:gd name="T2" fmla="*/ 75 w 75"/>
                  <a:gd name="T3" fmla="*/ 89 h 143"/>
                  <a:gd name="T4" fmla="*/ 46 w 75"/>
                  <a:gd name="T5" fmla="*/ 0 h 143"/>
                  <a:gd name="T6" fmla="*/ 0 w 75"/>
                  <a:gd name="T7" fmla="*/ 100 h 143"/>
                  <a:gd name="T8" fmla="*/ 67 w 75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143">
                    <a:moveTo>
                      <a:pt x="67" y="143"/>
                    </a:moveTo>
                    <a:cubicBezTo>
                      <a:pt x="72" y="126"/>
                      <a:pt x="75" y="117"/>
                      <a:pt x="75" y="89"/>
                    </a:cubicBezTo>
                    <a:cubicBezTo>
                      <a:pt x="75" y="61"/>
                      <a:pt x="64" y="20"/>
                      <a:pt x="46" y="0"/>
                    </a:cubicBezTo>
                    <a:cubicBezTo>
                      <a:pt x="31" y="32"/>
                      <a:pt x="15" y="66"/>
                      <a:pt x="0" y="100"/>
                    </a:cubicBezTo>
                    <a:cubicBezTo>
                      <a:pt x="22" y="115"/>
                      <a:pt x="45" y="129"/>
                      <a:pt x="67" y="143"/>
                    </a:cubicBezTo>
                    <a:close/>
                  </a:path>
                </a:pathLst>
              </a:custGeom>
              <a:solidFill>
                <a:srgbClr val="5D8C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4" name="ï$ľîḓé"/>
              <p:cNvSpPr/>
              <p:nvPr/>
            </p:nvSpPr>
            <p:spPr bwMode="auto">
              <a:xfrm>
                <a:off x="2606676" y="3135274"/>
                <a:ext cx="119063" cy="320675"/>
              </a:xfrm>
              <a:custGeom>
                <a:avLst/>
                <a:gdLst>
                  <a:gd name="T0" fmla="*/ 46 w 46"/>
                  <a:gd name="T1" fmla="*/ 24 h 124"/>
                  <a:gd name="T2" fmla="*/ 0 w 46"/>
                  <a:gd name="T3" fmla="*/ 0 h 124"/>
                  <a:gd name="T4" fmla="*/ 0 w 46"/>
                  <a:gd name="T5" fmla="*/ 124 h 124"/>
                  <a:gd name="T6" fmla="*/ 46 w 46"/>
                  <a:gd name="T7" fmla="*/ 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124">
                    <a:moveTo>
                      <a:pt x="46" y="24"/>
                    </a:moveTo>
                    <a:cubicBezTo>
                      <a:pt x="34" y="9"/>
                      <a:pt x="17" y="0"/>
                      <a:pt x="0" y="0"/>
                    </a:cubicBezTo>
                    <a:cubicBezTo>
                      <a:pt x="0" y="42"/>
                      <a:pt x="0" y="83"/>
                      <a:pt x="0" y="124"/>
                    </a:cubicBezTo>
                    <a:cubicBezTo>
                      <a:pt x="15" y="90"/>
                      <a:pt x="31" y="56"/>
                      <a:pt x="46" y="24"/>
                    </a:cubicBezTo>
                    <a:close/>
                  </a:path>
                </a:pathLst>
              </a:custGeom>
              <a:solidFill>
                <a:srgbClr val="7BA4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5" name="ïṣḻíḓé"/>
              <p:cNvSpPr/>
              <p:nvPr/>
            </p:nvSpPr>
            <p:spPr bwMode="auto">
              <a:xfrm>
                <a:off x="2468563" y="3135274"/>
                <a:ext cx="138113" cy="320675"/>
              </a:xfrm>
              <a:custGeom>
                <a:avLst/>
                <a:gdLst>
                  <a:gd name="T0" fmla="*/ 54 w 54"/>
                  <a:gd name="T1" fmla="*/ 0 h 124"/>
                  <a:gd name="T2" fmla="*/ 54 w 54"/>
                  <a:gd name="T3" fmla="*/ 124 h 124"/>
                  <a:gd name="T4" fmla="*/ 0 w 54"/>
                  <a:gd name="T5" fmla="*/ 41 h 124"/>
                  <a:gd name="T6" fmla="*/ 54 w 54"/>
                  <a:gd name="T7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124">
                    <a:moveTo>
                      <a:pt x="54" y="0"/>
                    </a:moveTo>
                    <a:cubicBezTo>
                      <a:pt x="54" y="42"/>
                      <a:pt x="54" y="83"/>
                      <a:pt x="54" y="124"/>
                    </a:cubicBezTo>
                    <a:cubicBezTo>
                      <a:pt x="36" y="97"/>
                      <a:pt x="18" y="70"/>
                      <a:pt x="0" y="41"/>
                    </a:cubicBezTo>
                    <a:cubicBezTo>
                      <a:pt x="13" y="16"/>
                      <a:pt x="33" y="1"/>
                      <a:pt x="54" y="0"/>
                    </a:cubicBezTo>
                    <a:close/>
                  </a:path>
                </a:pathLst>
              </a:custGeom>
              <a:solidFill>
                <a:srgbClr val="99B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6" name="iśľïďé"/>
              <p:cNvSpPr/>
              <p:nvPr/>
            </p:nvSpPr>
            <p:spPr bwMode="auto">
              <a:xfrm>
                <a:off x="2922588" y="3351174"/>
                <a:ext cx="460375" cy="92075"/>
              </a:xfrm>
              <a:custGeom>
                <a:avLst/>
                <a:gdLst>
                  <a:gd name="T0" fmla="*/ 0 w 178"/>
                  <a:gd name="T1" fmla="*/ 27 h 36"/>
                  <a:gd name="T2" fmla="*/ 89 w 178"/>
                  <a:gd name="T3" fmla="*/ 13 h 36"/>
                  <a:gd name="T4" fmla="*/ 178 w 178"/>
                  <a:gd name="T5" fmla="*/ 0 h 36"/>
                  <a:gd name="T6" fmla="*/ 178 w 178"/>
                  <a:gd name="T7" fmla="*/ 7 h 36"/>
                  <a:gd name="T8" fmla="*/ 89 w 178"/>
                  <a:gd name="T9" fmla="*/ 22 h 36"/>
                  <a:gd name="T10" fmla="*/ 0 w 178"/>
                  <a:gd name="T11" fmla="*/ 36 h 36"/>
                  <a:gd name="T12" fmla="*/ 0 w 178"/>
                  <a:gd name="T13" fmla="*/ 2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8" h="36">
                    <a:moveTo>
                      <a:pt x="0" y="27"/>
                    </a:moveTo>
                    <a:cubicBezTo>
                      <a:pt x="29" y="22"/>
                      <a:pt x="59" y="18"/>
                      <a:pt x="89" y="13"/>
                    </a:cubicBezTo>
                    <a:cubicBezTo>
                      <a:pt x="119" y="9"/>
                      <a:pt x="148" y="4"/>
                      <a:pt x="178" y="0"/>
                    </a:cubicBezTo>
                    <a:cubicBezTo>
                      <a:pt x="178" y="2"/>
                      <a:pt x="178" y="5"/>
                      <a:pt x="178" y="7"/>
                    </a:cubicBezTo>
                    <a:cubicBezTo>
                      <a:pt x="148" y="12"/>
                      <a:pt x="119" y="17"/>
                      <a:pt x="89" y="22"/>
                    </a:cubicBezTo>
                    <a:cubicBezTo>
                      <a:pt x="59" y="26"/>
                      <a:pt x="29" y="31"/>
                      <a:pt x="0" y="36"/>
                    </a:cubicBezTo>
                    <a:cubicBezTo>
                      <a:pt x="0" y="33"/>
                      <a:pt x="0" y="30"/>
                      <a:pt x="0" y="27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7" name="ïŝ1ïḋè"/>
              <p:cNvSpPr/>
              <p:nvPr/>
            </p:nvSpPr>
            <p:spPr bwMode="auto">
              <a:xfrm>
                <a:off x="2922588" y="3392449"/>
                <a:ext cx="460375" cy="103188"/>
              </a:xfrm>
              <a:custGeom>
                <a:avLst/>
                <a:gdLst>
                  <a:gd name="T0" fmla="*/ 0 w 178"/>
                  <a:gd name="T1" fmla="*/ 31 h 40"/>
                  <a:gd name="T2" fmla="*/ 89 w 178"/>
                  <a:gd name="T3" fmla="*/ 15 h 40"/>
                  <a:gd name="T4" fmla="*/ 178 w 178"/>
                  <a:gd name="T5" fmla="*/ 0 h 40"/>
                  <a:gd name="T6" fmla="*/ 178 w 178"/>
                  <a:gd name="T7" fmla="*/ 7 h 40"/>
                  <a:gd name="T8" fmla="*/ 89 w 178"/>
                  <a:gd name="T9" fmla="*/ 24 h 40"/>
                  <a:gd name="T10" fmla="*/ 0 w 178"/>
                  <a:gd name="T11" fmla="*/ 40 h 40"/>
                  <a:gd name="T12" fmla="*/ 0 w 178"/>
                  <a:gd name="T13" fmla="*/ 31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8" h="40">
                    <a:moveTo>
                      <a:pt x="0" y="31"/>
                    </a:moveTo>
                    <a:cubicBezTo>
                      <a:pt x="29" y="26"/>
                      <a:pt x="59" y="21"/>
                      <a:pt x="89" y="15"/>
                    </a:cubicBezTo>
                    <a:cubicBezTo>
                      <a:pt x="119" y="10"/>
                      <a:pt x="148" y="5"/>
                      <a:pt x="178" y="0"/>
                    </a:cubicBezTo>
                    <a:cubicBezTo>
                      <a:pt x="178" y="2"/>
                      <a:pt x="178" y="5"/>
                      <a:pt x="178" y="7"/>
                    </a:cubicBezTo>
                    <a:cubicBezTo>
                      <a:pt x="148" y="13"/>
                      <a:pt x="119" y="18"/>
                      <a:pt x="89" y="24"/>
                    </a:cubicBezTo>
                    <a:cubicBezTo>
                      <a:pt x="59" y="29"/>
                      <a:pt x="29" y="34"/>
                      <a:pt x="0" y="40"/>
                    </a:cubicBezTo>
                    <a:cubicBezTo>
                      <a:pt x="0" y="37"/>
                      <a:pt x="0" y="34"/>
                      <a:pt x="0" y="31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8" name="îşļidé"/>
              <p:cNvSpPr/>
              <p:nvPr/>
            </p:nvSpPr>
            <p:spPr bwMode="auto">
              <a:xfrm>
                <a:off x="2922588" y="3433724"/>
                <a:ext cx="460375" cy="112713"/>
              </a:xfrm>
              <a:custGeom>
                <a:avLst/>
                <a:gdLst>
                  <a:gd name="T0" fmla="*/ 0 w 178"/>
                  <a:gd name="T1" fmla="*/ 35 h 44"/>
                  <a:gd name="T2" fmla="*/ 89 w 178"/>
                  <a:gd name="T3" fmla="*/ 17 h 44"/>
                  <a:gd name="T4" fmla="*/ 178 w 178"/>
                  <a:gd name="T5" fmla="*/ 0 h 44"/>
                  <a:gd name="T6" fmla="*/ 178 w 178"/>
                  <a:gd name="T7" fmla="*/ 7 h 44"/>
                  <a:gd name="T8" fmla="*/ 89 w 178"/>
                  <a:gd name="T9" fmla="*/ 26 h 44"/>
                  <a:gd name="T10" fmla="*/ 0 w 178"/>
                  <a:gd name="T11" fmla="*/ 44 h 44"/>
                  <a:gd name="T12" fmla="*/ 0 w 178"/>
                  <a:gd name="T13" fmla="*/ 35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8" h="44">
                    <a:moveTo>
                      <a:pt x="0" y="35"/>
                    </a:moveTo>
                    <a:cubicBezTo>
                      <a:pt x="29" y="29"/>
                      <a:pt x="59" y="23"/>
                      <a:pt x="89" y="17"/>
                    </a:cubicBezTo>
                    <a:cubicBezTo>
                      <a:pt x="119" y="12"/>
                      <a:pt x="148" y="6"/>
                      <a:pt x="178" y="0"/>
                    </a:cubicBezTo>
                    <a:cubicBezTo>
                      <a:pt x="178" y="3"/>
                      <a:pt x="178" y="5"/>
                      <a:pt x="178" y="7"/>
                    </a:cubicBezTo>
                    <a:cubicBezTo>
                      <a:pt x="148" y="13"/>
                      <a:pt x="119" y="20"/>
                      <a:pt x="89" y="26"/>
                    </a:cubicBezTo>
                    <a:cubicBezTo>
                      <a:pt x="59" y="32"/>
                      <a:pt x="29" y="38"/>
                      <a:pt x="0" y="44"/>
                    </a:cubicBezTo>
                    <a:cubicBezTo>
                      <a:pt x="0" y="41"/>
                      <a:pt x="0" y="38"/>
                      <a:pt x="0" y="35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9" name="iŝlidê"/>
              <p:cNvSpPr/>
              <p:nvPr/>
            </p:nvSpPr>
            <p:spPr bwMode="auto">
              <a:xfrm>
                <a:off x="2922588" y="3474999"/>
                <a:ext cx="460375" cy="123825"/>
              </a:xfrm>
              <a:custGeom>
                <a:avLst/>
                <a:gdLst>
                  <a:gd name="T0" fmla="*/ 0 w 178"/>
                  <a:gd name="T1" fmla="*/ 39 h 48"/>
                  <a:gd name="T2" fmla="*/ 89 w 178"/>
                  <a:gd name="T3" fmla="*/ 19 h 48"/>
                  <a:gd name="T4" fmla="*/ 178 w 178"/>
                  <a:gd name="T5" fmla="*/ 0 h 48"/>
                  <a:gd name="T6" fmla="*/ 178 w 178"/>
                  <a:gd name="T7" fmla="*/ 8 h 48"/>
                  <a:gd name="T8" fmla="*/ 89 w 178"/>
                  <a:gd name="T9" fmla="*/ 28 h 48"/>
                  <a:gd name="T10" fmla="*/ 0 w 178"/>
                  <a:gd name="T11" fmla="*/ 48 h 48"/>
                  <a:gd name="T12" fmla="*/ 0 w 178"/>
                  <a:gd name="T13" fmla="*/ 39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8" h="48">
                    <a:moveTo>
                      <a:pt x="0" y="39"/>
                    </a:moveTo>
                    <a:cubicBezTo>
                      <a:pt x="29" y="32"/>
                      <a:pt x="59" y="26"/>
                      <a:pt x="89" y="19"/>
                    </a:cubicBezTo>
                    <a:cubicBezTo>
                      <a:pt x="119" y="13"/>
                      <a:pt x="148" y="7"/>
                      <a:pt x="178" y="0"/>
                    </a:cubicBezTo>
                    <a:cubicBezTo>
                      <a:pt x="178" y="3"/>
                      <a:pt x="178" y="5"/>
                      <a:pt x="178" y="8"/>
                    </a:cubicBezTo>
                    <a:cubicBezTo>
                      <a:pt x="148" y="14"/>
                      <a:pt x="119" y="21"/>
                      <a:pt x="89" y="28"/>
                    </a:cubicBezTo>
                    <a:cubicBezTo>
                      <a:pt x="59" y="34"/>
                      <a:pt x="29" y="41"/>
                      <a:pt x="0" y="48"/>
                    </a:cubicBezTo>
                    <a:cubicBezTo>
                      <a:pt x="0" y="45"/>
                      <a:pt x="0" y="42"/>
                      <a:pt x="0" y="39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0" name="îSḷïḑè"/>
              <p:cNvSpPr/>
              <p:nvPr/>
            </p:nvSpPr>
            <p:spPr bwMode="auto">
              <a:xfrm>
                <a:off x="2922588" y="3516274"/>
                <a:ext cx="460375" cy="131763"/>
              </a:xfrm>
              <a:custGeom>
                <a:avLst/>
                <a:gdLst>
                  <a:gd name="T0" fmla="*/ 0 w 178"/>
                  <a:gd name="T1" fmla="*/ 42 h 51"/>
                  <a:gd name="T2" fmla="*/ 89 w 178"/>
                  <a:gd name="T3" fmla="*/ 21 h 51"/>
                  <a:gd name="T4" fmla="*/ 178 w 178"/>
                  <a:gd name="T5" fmla="*/ 0 h 51"/>
                  <a:gd name="T6" fmla="*/ 178 w 178"/>
                  <a:gd name="T7" fmla="*/ 8 h 51"/>
                  <a:gd name="T8" fmla="*/ 89 w 178"/>
                  <a:gd name="T9" fmla="*/ 30 h 51"/>
                  <a:gd name="T10" fmla="*/ 0 w 178"/>
                  <a:gd name="T11" fmla="*/ 51 h 51"/>
                  <a:gd name="T12" fmla="*/ 0 w 178"/>
                  <a:gd name="T13" fmla="*/ 42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8" h="51">
                    <a:moveTo>
                      <a:pt x="0" y="42"/>
                    </a:moveTo>
                    <a:cubicBezTo>
                      <a:pt x="29" y="35"/>
                      <a:pt x="59" y="28"/>
                      <a:pt x="89" y="21"/>
                    </a:cubicBezTo>
                    <a:cubicBezTo>
                      <a:pt x="119" y="14"/>
                      <a:pt x="148" y="7"/>
                      <a:pt x="178" y="0"/>
                    </a:cubicBezTo>
                    <a:cubicBezTo>
                      <a:pt x="178" y="3"/>
                      <a:pt x="178" y="5"/>
                      <a:pt x="178" y="8"/>
                    </a:cubicBezTo>
                    <a:cubicBezTo>
                      <a:pt x="148" y="15"/>
                      <a:pt x="119" y="22"/>
                      <a:pt x="89" y="30"/>
                    </a:cubicBezTo>
                    <a:cubicBezTo>
                      <a:pt x="59" y="37"/>
                      <a:pt x="29" y="44"/>
                      <a:pt x="0" y="51"/>
                    </a:cubicBezTo>
                    <a:cubicBezTo>
                      <a:pt x="0" y="48"/>
                      <a:pt x="0" y="45"/>
                      <a:pt x="0" y="42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1" name="îš1ídé"/>
              <p:cNvSpPr/>
              <p:nvPr/>
            </p:nvSpPr>
            <p:spPr bwMode="auto">
              <a:xfrm>
                <a:off x="2922588" y="3179724"/>
                <a:ext cx="460375" cy="157163"/>
              </a:xfrm>
              <a:custGeom>
                <a:avLst/>
                <a:gdLst>
                  <a:gd name="T0" fmla="*/ 0 w 178"/>
                  <a:gd name="T1" fmla="*/ 13 h 61"/>
                  <a:gd name="T2" fmla="*/ 89 w 178"/>
                  <a:gd name="T3" fmla="*/ 7 h 61"/>
                  <a:gd name="T4" fmla="*/ 178 w 178"/>
                  <a:gd name="T5" fmla="*/ 0 h 61"/>
                  <a:gd name="T6" fmla="*/ 178 w 178"/>
                  <a:gd name="T7" fmla="*/ 39 h 61"/>
                  <a:gd name="T8" fmla="*/ 89 w 178"/>
                  <a:gd name="T9" fmla="*/ 50 h 61"/>
                  <a:gd name="T10" fmla="*/ 0 w 178"/>
                  <a:gd name="T11" fmla="*/ 61 h 61"/>
                  <a:gd name="T12" fmla="*/ 0 w 178"/>
                  <a:gd name="T13" fmla="*/ 13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8" h="61">
                    <a:moveTo>
                      <a:pt x="0" y="13"/>
                    </a:moveTo>
                    <a:cubicBezTo>
                      <a:pt x="29" y="10"/>
                      <a:pt x="59" y="9"/>
                      <a:pt x="89" y="7"/>
                    </a:cubicBezTo>
                    <a:cubicBezTo>
                      <a:pt x="119" y="5"/>
                      <a:pt x="148" y="2"/>
                      <a:pt x="178" y="0"/>
                    </a:cubicBezTo>
                    <a:cubicBezTo>
                      <a:pt x="178" y="13"/>
                      <a:pt x="178" y="26"/>
                      <a:pt x="178" y="39"/>
                    </a:cubicBezTo>
                    <a:cubicBezTo>
                      <a:pt x="148" y="43"/>
                      <a:pt x="119" y="47"/>
                      <a:pt x="89" y="50"/>
                    </a:cubicBezTo>
                    <a:cubicBezTo>
                      <a:pt x="59" y="53"/>
                      <a:pt x="29" y="57"/>
                      <a:pt x="0" y="61"/>
                    </a:cubicBezTo>
                    <a:cubicBezTo>
                      <a:pt x="0" y="44"/>
                      <a:pt x="0" y="29"/>
                      <a:pt x="0" y="13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2" name="ïśļîḍè"/>
              <p:cNvSpPr/>
              <p:nvPr/>
            </p:nvSpPr>
            <p:spPr bwMode="auto">
              <a:xfrm>
                <a:off x="2255838" y="1704937"/>
                <a:ext cx="1254125" cy="2387600"/>
              </a:xfrm>
              <a:custGeom>
                <a:avLst/>
                <a:gdLst>
                  <a:gd name="T0" fmla="*/ 243 w 485"/>
                  <a:gd name="T1" fmla="*/ 103 h 923"/>
                  <a:gd name="T2" fmla="*/ 476 w 485"/>
                  <a:gd name="T3" fmla="*/ 203 h 923"/>
                  <a:gd name="T4" fmla="*/ 485 w 485"/>
                  <a:gd name="T5" fmla="*/ 207 h 923"/>
                  <a:gd name="T6" fmla="*/ 485 w 485"/>
                  <a:gd name="T7" fmla="*/ 218 h 923"/>
                  <a:gd name="T8" fmla="*/ 485 w 485"/>
                  <a:gd name="T9" fmla="*/ 484 h 923"/>
                  <a:gd name="T10" fmla="*/ 485 w 485"/>
                  <a:gd name="T11" fmla="*/ 751 h 923"/>
                  <a:gd name="T12" fmla="*/ 485 w 485"/>
                  <a:gd name="T13" fmla="*/ 761 h 923"/>
                  <a:gd name="T14" fmla="*/ 476 w 485"/>
                  <a:gd name="T15" fmla="*/ 764 h 923"/>
                  <a:gd name="T16" fmla="*/ 243 w 485"/>
                  <a:gd name="T17" fmla="*/ 842 h 923"/>
                  <a:gd name="T18" fmla="*/ 243 w 485"/>
                  <a:gd name="T19" fmla="*/ 814 h 923"/>
                  <a:gd name="T20" fmla="*/ 466 w 485"/>
                  <a:gd name="T21" fmla="*/ 746 h 923"/>
                  <a:gd name="T22" fmla="*/ 466 w 485"/>
                  <a:gd name="T23" fmla="*/ 483 h 923"/>
                  <a:gd name="T24" fmla="*/ 466 w 485"/>
                  <a:gd name="T25" fmla="*/ 220 h 923"/>
                  <a:gd name="T26" fmla="*/ 243 w 485"/>
                  <a:gd name="T27" fmla="*/ 131 h 923"/>
                  <a:gd name="T28" fmla="*/ 243 w 485"/>
                  <a:gd name="T29" fmla="*/ 103 h 923"/>
                  <a:gd name="T30" fmla="*/ 10 w 485"/>
                  <a:gd name="T31" fmla="*/ 4 h 923"/>
                  <a:gd name="T32" fmla="*/ 243 w 485"/>
                  <a:gd name="T33" fmla="*/ 103 h 923"/>
                  <a:gd name="T34" fmla="*/ 243 w 485"/>
                  <a:gd name="T35" fmla="*/ 103 h 923"/>
                  <a:gd name="T36" fmla="*/ 243 w 485"/>
                  <a:gd name="T37" fmla="*/ 131 h 923"/>
                  <a:gd name="T38" fmla="*/ 243 w 485"/>
                  <a:gd name="T39" fmla="*/ 131 h 923"/>
                  <a:gd name="T40" fmla="*/ 19 w 485"/>
                  <a:gd name="T41" fmla="*/ 42 h 923"/>
                  <a:gd name="T42" fmla="*/ 19 w 485"/>
                  <a:gd name="T43" fmla="*/ 462 h 923"/>
                  <a:gd name="T44" fmla="*/ 19 w 485"/>
                  <a:gd name="T45" fmla="*/ 883 h 923"/>
                  <a:gd name="T46" fmla="*/ 243 w 485"/>
                  <a:gd name="T47" fmla="*/ 814 h 923"/>
                  <a:gd name="T48" fmla="*/ 243 w 485"/>
                  <a:gd name="T49" fmla="*/ 814 h 923"/>
                  <a:gd name="T50" fmla="*/ 243 w 485"/>
                  <a:gd name="T51" fmla="*/ 842 h 923"/>
                  <a:gd name="T52" fmla="*/ 243 w 485"/>
                  <a:gd name="T53" fmla="*/ 842 h 923"/>
                  <a:gd name="T54" fmla="*/ 10 w 485"/>
                  <a:gd name="T55" fmla="*/ 920 h 923"/>
                  <a:gd name="T56" fmla="*/ 0 w 485"/>
                  <a:gd name="T57" fmla="*/ 923 h 923"/>
                  <a:gd name="T58" fmla="*/ 0 w 485"/>
                  <a:gd name="T59" fmla="*/ 906 h 923"/>
                  <a:gd name="T60" fmla="*/ 0 w 485"/>
                  <a:gd name="T61" fmla="*/ 461 h 923"/>
                  <a:gd name="T62" fmla="*/ 0 w 485"/>
                  <a:gd name="T63" fmla="*/ 17 h 923"/>
                  <a:gd name="T64" fmla="*/ 0 w 485"/>
                  <a:gd name="T65" fmla="*/ 0 h 923"/>
                  <a:gd name="T66" fmla="*/ 10 w 485"/>
                  <a:gd name="T67" fmla="*/ 4 h 9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85" h="923">
                    <a:moveTo>
                      <a:pt x="243" y="103"/>
                    </a:moveTo>
                    <a:cubicBezTo>
                      <a:pt x="320" y="136"/>
                      <a:pt x="398" y="170"/>
                      <a:pt x="476" y="203"/>
                    </a:cubicBezTo>
                    <a:cubicBezTo>
                      <a:pt x="479" y="204"/>
                      <a:pt x="482" y="206"/>
                      <a:pt x="485" y="207"/>
                    </a:cubicBezTo>
                    <a:cubicBezTo>
                      <a:pt x="485" y="210"/>
                      <a:pt x="485" y="214"/>
                      <a:pt x="485" y="218"/>
                    </a:cubicBezTo>
                    <a:cubicBezTo>
                      <a:pt x="485" y="306"/>
                      <a:pt x="485" y="395"/>
                      <a:pt x="485" y="484"/>
                    </a:cubicBezTo>
                    <a:cubicBezTo>
                      <a:pt x="485" y="573"/>
                      <a:pt x="485" y="662"/>
                      <a:pt x="485" y="751"/>
                    </a:cubicBezTo>
                    <a:cubicBezTo>
                      <a:pt x="485" y="754"/>
                      <a:pt x="485" y="757"/>
                      <a:pt x="485" y="761"/>
                    </a:cubicBezTo>
                    <a:cubicBezTo>
                      <a:pt x="482" y="762"/>
                      <a:pt x="479" y="763"/>
                      <a:pt x="476" y="764"/>
                    </a:cubicBezTo>
                    <a:cubicBezTo>
                      <a:pt x="398" y="790"/>
                      <a:pt x="320" y="816"/>
                      <a:pt x="243" y="842"/>
                    </a:cubicBezTo>
                    <a:cubicBezTo>
                      <a:pt x="243" y="814"/>
                      <a:pt x="243" y="814"/>
                      <a:pt x="243" y="814"/>
                    </a:cubicBezTo>
                    <a:cubicBezTo>
                      <a:pt x="317" y="792"/>
                      <a:pt x="392" y="769"/>
                      <a:pt x="466" y="746"/>
                    </a:cubicBezTo>
                    <a:cubicBezTo>
                      <a:pt x="466" y="658"/>
                      <a:pt x="466" y="571"/>
                      <a:pt x="466" y="483"/>
                    </a:cubicBezTo>
                    <a:cubicBezTo>
                      <a:pt x="466" y="396"/>
                      <a:pt x="466" y="308"/>
                      <a:pt x="466" y="220"/>
                    </a:cubicBezTo>
                    <a:cubicBezTo>
                      <a:pt x="392" y="191"/>
                      <a:pt x="317" y="161"/>
                      <a:pt x="243" y="131"/>
                    </a:cubicBezTo>
                    <a:lnTo>
                      <a:pt x="243" y="103"/>
                    </a:lnTo>
                    <a:close/>
                    <a:moveTo>
                      <a:pt x="10" y="4"/>
                    </a:moveTo>
                    <a:cubicBezTo>
                      <a:pt x="87" y="37"/>
                      <a:pt x="165" y="70"/>
                      <a:pt x="243" y="103"/>
                    </a:cubicBezTo>
                    <a:cubicBezTo>
                      <a:pt x="243" y="103"/>
                      <a:pt x="243" y="103"/>
                      <a:pt x="243" y="103"/>
                    </a:cubicBezTo>
                    <a:cubicBezTo>
                      <a:pt x="243" y="131"/>
                      <a:pt x="243" y="131"/>
                      <a:pt x="243" y="131"/>
                    </a:cubicBezTo>
                    <a:cubicBezTo>
                      <a:pt x="243" y="131"/>
                      <a:pt x="243" y="131"/>
                      <a:pt x="243" y="131"/>
                    </a:cubicBezTo>
                    <a:cubicBezTo>
                      <a:pt x="168" y="101"/>
                      <a:pt x="94" y="72"/>
                      <a:pt x="19" y="42"/>
                    </a:cubicBezTo>
                    <a:cubicBezTo>
                      <a:pt x="19" y="182"/>
                      <a:pt x="19" y="322"/>
                      <a:pt x="19" y="462"/>
                    </a:cubicBezTo>
                    <a:cubicBezTo>
                      <a:pt x="19" y="602"/>
                      <a:pt x="19" y="743"/>
                      <a:pt x="19" y="883"/>
                    </a:cubicBezTo>
                    <a:cubicBezTo>
                      <a:pt x="94" y="860"/>
                      <a:pt x="168" y="837"/>
                      <a:pt x="243" y="814"/>
                    </a:cubicBezTo>
                    <a:cubicBezTo>
                      <a:pt x="243" y="814"/>
                      <a:pt x="243" y="814"/>
                      <a:pt x="243" y="814"/>
                    </a:cubicBezTo>
                    <a:cubicBezTo>
                      <a:pt x="243" y="842"/>
                      <a:pt x="243" y="842"/>
                      <a:pt x="243" y="842"/>
                    </a:cubicBezTo>
                    <a:cubicBezTo>
                      <a:pt x="243" y="842"/>
                      <a:pt x="243" y="842"/>
                      <a:pt x="243" y="842"/>
                    </a:cubicBezTo>
                    <a:cubicBezTo>
                      <a:pt x="165" y="868"/>
                      <a:pt x="87" y="894"/>
                      <a:pt x="10" y="920"/>
                    </a:cubicBezTo>
                    <a:cubicBezTo>
                      <a:pt x="6" y="921"/>
                      <a:pt x="3" y="922"/>
                      <a:pt x="0" y="923"/>
                    </a:cubicBezTo>
                    <a:cubicBezTo>
                      <a:pt x="0" y="917"/>
                      <a:pt x="0" y="912"/>
                      <a:pt x="0" y="906"/>
                    </a:cubicBezTo>
                    <a:cubicBezTo>
                      <a:pt x="0" y="758"/>
                      <a:pt x="0" y="609"/>
                      <a:pt x="0" y="461"/>
                    </a:cubicBezTo>
                    <a:cubicBezTo>
                      <a:pt x="0" y="313"/>
                      <a:pt x="0" y="165"/>
                      <a:pt x="0" y="17"/>
                    </a:cubicBezTo>
                    <a:cubicBezTo>
                      <a:pt x="0" y="11"/>
                      <a:pt x="0" y="5"/>
                      <a:pt x="0" y="0"/>
                    </a:cubicBezTo>
                    <a:cubicBezTo>
                      <a:pt x="3" y="1"/>
                      <a:pt x="6" y="2"/>
                      <a:pt x="10" y="4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3" name="íşḻïďê"/>
              <p:cNvSpPr/>
              <p:nvPr/>
            </p:nvSpPr>
            <p:spPr bwMode="auto">
              <a:xfrm>
                <a:off x="4322763" y="4033799"/>
                <a:ext cx="47625" cy="23813"/>
              </a:xfrm>
              <a:custGeom>
                <a:avLst/>
                <a:gdLst>
                  <a:gd name="T0" fmla="*/ 0 w 19"/>
                  <a:gd name="T1" fmla="*/ 9 h 9"/>
                  <a:gd name="T2" fmla="*/ 19 w 19"/>
                  <a:gd name="T3" fmla="*/ 9 h 9"/>
                  <a:gd name="T4" fmla="*/ 19 w 19"/>
                  <a:gd name="T5" fmla="*/ 4 h 9"/>
                  <a:gd name="T6" fmla="*/ 16 w 19"/>
                  <a:gd name="T7" fmla="*/ 0 h 9"/>
                  <a:gd name="T8" fmla="*/ 2 w 19"/>
                  <a:gd name="T9" fmla="*/ 0 h 9"/>
                  <a:gd name="T10" fmla="*/ 0 w 19"/>
                  <a:gd name="T11" fmla="*/ 4 h 9"/>
                  <a:gd name="T12" fmla="*/ 0 w 19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9">
                    <a:moveTo>
                      <a:pt x="0" y="9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1"/>
                      <a:pt x="18" y="0"/>
                      <a:pt x="16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4" name="ïṣļíḍe"/>
              <p:cNvSpPr/>
              <p:nvPr/>
            </p:nvSpPr>
            <p:spPr bwMode="auto">
              <a:xfrm>
                <a:off x="4464051" y="4033799"/>
                <a:ext cx="49213" cy="23813"/>
              </a:xfrm>
              <a:custGeom>
                <a:avLst/>
                <a:gdLst>
                  <a:gd name="T0" fmla="*/ 0 w 19"/>
                  <a:gd name="T1" fmla="*/ 9 h 9"/>
                  <a:gd name="T2" fmla="*/ 19 w 19"/>
                  <a:gd name="T3" fmla="*/ 9 h 9"/>
                  <a:gd name="T4" fmla="*/ 19 w 19"/>
                  <a:gd name="T5" fmla="*/ 4 h 9"/>
                  <a:gd name="T6" fmla="*/ 16 w 19"/>
                  <a:gd name="T7" fmla="*/ 0 h 9"/>
                  <a:gd name="T8" fmla="*/ 2 w 19"/>
                  <a:gd name="T9" fmla="*/ 0 h 9"/>
                  <a:gd name="T10" fmla="*/ 0 w 19"/>
                  <a:gd name="T11" fmla="*/ 4 h 9"/>
                  <a:gd name="T12" fmla="*/ 0 w 19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9">
                    <a:moveTo>
                      <a:pt x="0" y="9"/>
                    </a:moveTo>
                    <a:cubicBezTo>
                      <a:pt x="19" y="9"/>
                      <a:pt x="19" y="9"/>
                      <a:pt x="19" y="9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9" y="1"/>
                      <a:pt x="18" y="0"/>
                      <a:pt x="16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A7BE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5" name="íSlîdê"/>
              <p:cNvSpPr/>
              <p:nvPr/>
            </p:nvSpPr>
            <p:spPr bwMode="auto">
              <a:xfrm>
                <a:off x="4329113" y="3944899"/>
                <a:ext cx="176213" cy="220663"/>
              </a:xfrm>
              <a:custGeom>
                <a:avLst/>
                <a:gdLst>
                  <a:gd name="T0" fmla="*/ 34 w 68"/>
                  <a:gd name="T1" fmla="*/ 85 h 85"/>
                  <a:gd name="T2" fmla="*/ 60 w 68"/>
                  <a:gd name="T3" fmla="*/ 85 h 85"/>
                  <a:gd name="T4" fmla="*/ 68 w 68"/>
                  <a:gd name="T5" fmla="*/ 78 h 85"/>
                  <a:gd name="T6" fmla="*/ 68 w 68"/>
                  <a:gd name="T7" fmla="*/ 7 h 85"/>
                  <a:gd name="T8" fmla="*/ 60 w 68"/>
                  <a:gd name="T9" fmla="*/ 0 h 85"/>
                  <a:gd name="T10" fmla="*/ 34 w 68"/>
                  <a:gd name="T11" fmla="*/ 0 h 85"/>
                  <a:gd name="T12" fmla="*/ 34 w 68"/>
                  <a:gd name="T13" fmla="*/ 11 h 85"/>
                  <a:gd name="T14" fmla="*/ 52 w 68"/>
                  <a:gd name="T15" fmla="*/ 11 h 85"/>
                  <a:gd name="T16" fmla="*/ 56 w 68"/>
                  <a:gd name="T17" fmla="*/ 15 h 85"/>
                  <a:gd name="T18" fmla="*/ 56 w 68"/>
                  <a:gd name="T19" fmla="*/ 64 h 85"/>
                  <a:gd name="T20" fmla="*/ 52 w 68"/>
                  <a:gd name="T21" fmla="*/ 67 h 85"/>
                  <a:gd name="T22" fmla="*/ 34 w 68"/>
                  <a:gd name="T23" fmla="*/ 67 h 85"/>
                  <a:gd name="T24" fmla="*/ 34 w 68"/>
                  <a:gd name="T25" fmla="*/ 85 h 85"/>
                  <a:gd name="T26" fmla="*/ 7 w 68"/>
                  <a:gd name="T27" fmla="*/ 85 h 85"/>
                  <a:gd name="T28" fmla="*/ 34 w 68"/>
                  <a:gd name="T29" fmla="*/ 85 h 85"/>
                  <a:gd name="T30" fmla="*/ 34 w 68"/>
                  <a:gd name="T31" fmla="*/ 67 h 85"/>
                  <a:gd name="T32" fmla="*/ 16 w 68"/>
                  <a:gd name="T33" fmla="*/ 67 h 85"/>
                  <a:gd name="T34" fmla="*/ 12 w 68"/>
                  <a:gd name="T35" fmla="*/ 64 h 85"/>
                  <a:gd name="T36" fmla="*/ 12 w 68"/>
                  <a:gd name="T37" fmla="*/ 15 h 85"/>
                  <a:gd name="T38" fmla="*/ 16 w 68"/>
                  <a:gd name="T39" fmla="*/ 11 h 85"/>
                  <a:gd name="T40" fmla="*/ 34 w 68"/>
                  <a:gd name="T41" fmla="*/ 11 h 85"/>
                  <a:gd name="T42" fmla="*/ 34 w 68"/>
                  <a:gd name="T43" fmla="*/ 0 h 85"/>
                  <a:gd name="T44" fmla="*/ 7 w 68"/>
                  <a:gd name="T45" fmla="*/ 0 h 85"/>
                  <a:gd name="T46" fmla="*/ 0 w 68"/>
                  <a:gd name="T47" fmla="*/ 7 h 85"/>
                  <a:gd name="T48" fmla="*/ 0 w 68"/>
                  <a:gd name="T49" fmla="*/ 78 h 85"/>
                  <a:gd name="T50" fmla="*/ 7 w 68"/>
                  <a:gd name="T51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85">
                    <a:moveTo>
                      <a:pt x="34" y="85"/>
                    </a:moveTo>
                    <a:cubicBezTo>
                      <a:pt x="60" y="85"/>
                      <a:pt x="60" y="85"/>
                      <a:pt x="60" y="85"/>
                    </a:cubicBezTo>
                    <a:cubicBezTo>
                      <a:pt x="64" y="85"/>
                      <a:pt x="68" y="82"/>
                      <a:pt x="68" y="78"/>
                    </a:cubicBezTo>
                    <a:cubicBezTo>
                      <a:pt x="68" y="7"/>
                      <a:pt x="68" y="7"/>
                      <a:pt x="68" y="7"/>
                    </a:cubicBezTo>
                    <a:cubicBezTo>
                      <a:pt x="68" y="3"/>
                      <a:pt x="64" y="0"/>
                      <a:pt x="60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4" y="11"/>
                      <a:pt x="56" y="13"/>
                      <a:pt x="56" y="15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56" y="66"/>
                      <a:pt x="54" y="67"/>
                      <a:pt x="52" y="67"/>
                    </a:cubicBezTo>
                    <a:cubicBezTo>
                      <a:pt x="34" y="67"/>
                      <a:pt x="34" y="67"/>
                      <a:pt x="34" y="67"/>
                    </a:cubicBezTo>
                    <a:lnTo>
                      <a:pt x="34" y="85"/>
                    </a:lnTo>
                    <a:close/>
                    <a:moveTo>
                      <a:pt x="7" y="85"/>
                    </a:moveTo>
                    <a:cubicBezTo>
                      <a:pt x="34" y="85"/>
                      <a:pt x="34" y="85"/>
                      <a:pt x="34" y="85"/>
                    </a:cubicBezTo>
                    <a:cubicBezTo>
                      <a:pt x="34" y="67"/>
                      <a:pt x="34" y="67"/>
                      <a:pt x="34" y="67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4" y="67"/>
                      <a:pt x="12" y="66"/>
                      <a:pt x="12" y="64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3"/>
                      <a:pt x="14" y="11"/>
                      <a:pt x="16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2"/>
                      <a:pt x="4" y="85"/>
                      <a:pt x="7" y="85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6" name="ïS1îḋè"/>
              <p:cNvSpPr/>
              <p:nvPr/>
            </p:nvSpPr>
            <p:spPr bwMode="auto">
              <a:xfrm>
                <a:off x="4022726" y="4075074"/>
                <a:ext cx="790575" cy="520700"/>
              </a:xfrm>
              <a:custGeom>
                <a:avLst/>
                <a:gdLst>
                  <a:gd name="T0" fmla="*/ 21 w 306"/>
                  <a:gd name="T1" fmla="*/ 0 h 201"/>
                  <a:gd name="T2" fmla="*/ 285 w 306"/>
                  <a:gd name="T3" fmla="*/ 0 h 201"/>
                  <a:gd name="T4" fmla="*/ 306 w 306"/>
                  <a:gd name="T5" fmla="*/ 21 h 201"/>
                  <a:gd name="T6" fmla="*/ 306 w 306"/>
                  <a:gd name="T7" fmla="*/ 180 h 201"/>
                  <a:gd name="T8" fmla="*/ 285 w 306"/>
                  <a:gd name="T9" fmla="*/ 201 h 201"/>
                  <a:gd name="T10" fmla="*/ 21 w 306"/>
                  <a:gd name="T11" fmla="*/ 201 h 201"/>
                  <a:gd name="T12" fmla="*/ 0 w 306"/>
                  <a:gd name="T13" fmla="*/ 180 h 201"/>
                  <a:gd name="T14" fmla="*/ 0 w 306"/>
                  <a:gd name="T15" fmla="*/ 21 h 201"/>
                  <a:gd name="T16" fmla="*/ 21 w 306"/>
                  <a:gd name="T17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6" h="201">
                    <a:moveTo>
                      <a:pt x="21" y="0"/>
                    </a:moveTo>
                    <a:cubicBezTo>
                      <a:pt x="285" y="0"/>
                      <a:pt x="285" y="0"/>
                      <a:pt x="285" y="0"/>
                    </a:cubicBezTo>
                    <a:cubicBezTo>
                      <a:pt x="296" y="0"/>
                      <a:pt x="306" y="9"/>
                      <a:pt x="306" y="21"/>
                    </a:cubicBezTo>
                    <a:cubicBezTo>
                      <a:pt x="306" y="180"/>
                      <a:pt x="306" y="180"/>
                      <a:pt x="306" y="180"/>
                    </a:cubicBezTo>
                    <a:cubicBezTo>
                      <a:pt x="306" y="192"/>
                      <a:pt x="296" y="201"/>
                      <a:pt x="285" y="201"/>
                    </a:cubicBezTo>
                    <a:cubicBezTo>
                      <a:pt x="21" y="201"/>
                      <a:pt x="21" y="201"/>
                      <a:pt x="21" y="201"/>
                    </a:cubicBezTo>
                    <a:cubicBezTo>
                      <a:pt x="10" y="201"/>
                      <a:pt x="0" y="192"/>
                      <a:pt x="0" y="18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9"/>
                      <a:pt x="10" y="0"/>
                      <a:pt x="21" y="0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7" name="íśḻïḍê"/>
              <p:cNvSpPr/>
              <p:nvPr/>
            </p:nvSpPr>
            <p:spPr bwMode="auto">
              <a:xfrm>
                <a:off x="4451351" y="4276687"/>
                <a:ext cx="242888" cy="261938"/>
              </a:xfrm>
              <a:custGeom>
                <a:avLst/>
                <a:gdLst>
                  <a:gd name="T0" fmla="*/ 13 w 94"/>
                  <a:gd name="T1" fmla="*/ 0 h 101"/>
                  <a:gd name="T2" fmla="*/ 81 w 94"/>
                  <a:gd name="T3" fmla="*/ 0 h 101"/>
                  <a:gd name="T4" fmla="*/ 94 w 94"/>
                  <a:gd name="T5" fmla="*/ 13 h 101"/>
                  <a:gd name="T6" fmla="*/ 94 w 94"/>
                  <a:gd name="T7" fmla="*/ 88 h 101"/>
                  <a:gd name="T8" fmla="*/ 81 w 94"/>
                  <a:gd name="T9" fmla="*/ 101 h 101"/>
                  <a:gd name="T10" fmla="*/ 13 w 94"/>
                  <a:gd name="T11" fmla="*/ 101 h 101"/>
                  <a:gd name="T12" fmla="*/ 0 w 94"/>
                  <a:gd name="T13" fmla="*/ 88 h 101"/>
                  <a:gd name="T14" fmla="*/ 0 w 94"/>
                  <a:gd name="T15" fmla="*/ 13 h 101"/>
                  <a:gd name="T16" fmla="*/ 13 w 94"/>
                  <a:gd name="T17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101">
                    <a:moveTo>
                      <a:pt x="13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9" y="0"/>
                      <a:pt x="94" y="6"/>
                      <a:pt x="94" y="13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96"/>
                      <a:pt x="89" y="101"/>
                      <a:pt x="81" y="101"/>
                    </a:cubicBezTo>
                    <a:cubicBezTo>
                      <a:pt x="13" y="101"/>
                      <a:pt x="13" y="101"/>
                      <a:pt x="13" y="101"/>
                    </a:cubicBezTo>
                    <a:cubicBezTo>
                      <a:pt x="5" y="101"/>
                      <a:pt x="0" y="96"/>
                      <a:pt x="0" y="8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8" name="ïṩlïḓe"/>
              <p:cNvSpPr/>
              <p:nvPr/>
            </p:nvSpPr>
            <p:spPr bwMode="auto">
              <a:xfrm>
                <a:off x="4464051" y="4292562"/>
                <a:ext cx="217488" cy="233363"/>
              </a:xfrm>
              <a:custGeom>
                <a:avLst/>
                <a:gdLst>
                  <a:gd name="T0" fmla="*/ 9 w 84"/>
                  <a:gd name="T1" fmla="*/ 0 h 90"/>
                  <a:gd name="T2" fmla="*/ 75 w 84"/>
                  <a:gd name="T3" fmla="*/ 0 h 90"/>
                  <a:gd name="T4" fmla="*/ 84 w 84"/>
                  <a:gd name="T5" fmla="*/ 9 h 90"/>
                  <a:gd name="T6" fmla="*/ 84 w 84"/>
                  <a:gd name="T7" fmla="*/ 81 h 90"/>
                  <a:gd name="T8" fmla="*/ 75 w 84"/>
                  <a:gd name="T9" fmla="*/ 90 h 90"/>
                  <a:gd name="T10" fmla="*/ 9 w 84"/>
                  <a:gd name="T11" fmla="*/ 90 h 90"/>
                  <a:gd name="T12" fmla="*/ 0 w 84"/>
                  <a:gd name="T13" fmla="*/ 81 h 90"/>
                  <a:gd name="T14" fmla="*/ 0 w 84"/>
                  <a:gd name="T15" fmla="*/ 9 h 90"/>
                  <a:gd name="T16" fmla="*/ 9 w 84"/>
                  <a:gd name="T17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90">
                    <a:moveTo>
                      <a:pt x="9" y="0"/>
                    </a:moveTo>
                    <a:cubicBezTo>
                      <a:pt x="75" y="0"/>
                      <a:pt x="75" y="0"/>
                      <a:pt x="75" y="0"/>
                    </a:cubicBezTo>
                    <a:cubicBezTo>
                      <a:pt x="80" y="0"/>
                      <a:pt x="84" y="4"/>
                      <a:pt x="84" y="9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4" y="86"/>
                      <a:pt x="80" y="90"/>
                      <a:pt x="75" y="90"/>
                    </a:cubicBezTo>
                    <a:cubicBezTo>
                      <a:pt x="9" y="90"/>
                      <a:pt x="9" y="90"/>
                      <a:pt x="9" y="90"/>
                    </a:cubicBezTo>
                    <a:cubicBezTo>
                      <a:pt x="4" y="90"/>
                      <a:pt x="0" y="86"/>
                      <a:pt x="0" y="8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9" name="ïŝ1iďê"/>
              <p:cNvSpPr/>
              <p:nvPr/>
            </p:nvSpPr>
            <p:spPr bwMode="auto">
              <a:xfrm>
                <a:off x="4138613" y="4276687"/>
                <a:ext cx="246063" cy="261938"/>
              </a:xfrm>
              <a:custGeom>
                <a:avLst/>
                <a:gdLst>
                  <a:gd name="T0" fmla="*/ 13 w 95"/>
                  <a:gd name="T1" fmla="*/ 0 h 101"/>
                  <a:gd name="T2" fmla="*/ 82 w 95"/>
                  <a:gd name="T3" fmla="*/ 0 h 101"/>
                  <a:gd name="T4" fmla="*/ 95 w 95"/>
                  <a:gd name="T5" fmla="*/ 13 h 101"/>
                  <a:gd name="T6" fmla="*/ 95 w 95"/>
                  <a:gd name="T7" fmla="*/ 88 h 101"/>
                  <a:gd name="T8" fmla="*/ 82 w 95"/>
                  <a:gd name="T9" fmla="*/ 101 h 101"/>
                  <a:gd name="T10" fmla="*/ 13 w 95"/>
                  <a:gd name="T11" fmla="*/ 101 h 101"/>
                  <a:gd name="T12" fmla="*/ 0 w 95"/>
                  <a:gd name="T13" fmla="*/ 88 h 101"/>
                  <a:gd name="T14" fmla="*/ 0 w 95"/>
                  <a:gd name="T15" fmla="*/ 13 h 101"/>
                  <a:gd name="T16" fmla="*/ 13 w 95"/>
                  <a:gd name="T17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5" h="101">
                    <a:moveTo>
                      <a:pt x="13" y="0"/>
                    </a:moveTo>
                    <a:cubicBezTo>
                      <a:pt x="82" y="0"/>
                      <a:pt x="82" y="0"/>
                      <a:pt x="82" y="0"/>
                    </a:cubicBezTo>
                    <a:cubicBezTo>
                      <a:pt x="89" y="0"/>
                      <a:pt x="95" y="6"/>
                      <a:pt x="95" y="13"/>
                    </a:cubicBezTo>
                    <a:cubicBezTo>
                      <a:pt x="95" y="88"/>
                      <a:pt x="95" y="88"/>
                      <a:pt x="95" y="88"/>
                    </a:cubicBezTo>
                    <a:cubicBezTo>
                      <a:pt x="95" y="96"/>
                      <a:pt x="89" y="101"/>
                      <a:pt x="82" y="101"/>
                    </a:cubicBezTo>
                    <a:cubicBezTo>
                      <a:pt x="13" y="101"/>
                      <a:pt x="13" y="101"/>
                      <a:pt x="13" y="101"/>
                    </a:cubicBezTo>
                    <a:cubicBezTo>
                      <a:pt x="6" y="101"/>
                      <a:pt x="0" y="96"/>
                      <a:pt x="0" y="8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0" name="ï$ľide"/>
              <p:cNvSpPr/>
              <p:nvPr/>
            </p:nvSpPr>
            <p:spPr bwMode="auto">
              <a:xfrm>
                <a:off x="4154488" y="4292562"/>
                <a:ext cx="215900" cy="233363"/>
              </a:xfrm>
              <a:custGeom>
                <a:avLst/>
                <a:gdLst>
                  <a:gd name="T0" fmla="*/ 9 w 84"/>
                  <a:gd name="T1" fmla="*/ 0 h 90"/>
                  <a:gd name="T2" fmla="*/ 75 w 84"/>
                  <a:gd name="T3" fmla="*/ 0 h 90"/>
                  <a:gd name="T4" fmla="*/ 84 w 84"/>
                  <a:gd name="T5" fmla="*/ 9 h 90"/>
                  <a:gd name="T6" fmla="*/ 84 w 84"/>
                  <a:gd name="T7" fmla="*/ 81 h 90"/>
                  <a:gd name="T8" fmla="*/ 75 w 84"/>
                  <a:gd name="T9" fmla="*/ 90 h 90"/>
                  <a:gd name="T10" fmla="*/ 9 w 84"/>
                  <a:gd name="T11" fmla="*/ 90 h 90"/>
                  <a:gd name="T12" fmla="*/ 0 w 84"/>
                  <a:gd name="T13" fmla="*/ 81 h 90"/>
                  <a:gd name="T14" fmla="*/ 0 w 84"/>
                  <a:gd name="T15" fmla="*/ 9 h 90"/>
                  <a:gd name="T16" fmla="*/ 9 w 84"/>
                  <a:gd name="T17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4" h="90">
                    <a:moveTo>
                      <a:pt x="9" y="0"/>
                    </a:moveTo>
                    <a:cubicBezTo>
                      <a:pt x="75" y="0"/>
                      <a:pt x="75" y="0"/>
                      <a:pt x="75" y="0"/>
                    </a:cubicBezTo>
                    <a:cubicBezTo>
                      <a:pt x="80" y="0"/>
                      <a:pt x="84" y="4"/>
                      <a:pt x="84" y="9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4" y="86"/>
                      <a:pt x="80" y="90"/>
                      <a:pt x="75" y="90"/>
                    </a:cubicBezTo>
                    <a:cubicBezTo>
                      <a:pt x="9" y="90"/>
                      <a:pt x="9" y="90"/>
                      <a:pt x="9" y="90"/>
                    </a:cubicBezTo>
                    <a:cubicBezTo>
                      <a:pt x="4" y="90"/>
                      <a:pt x="0" y="86"/>
                      <a:pt x="0" y="8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1" name="íś1îḓè"/>
              <p:cNvSpPr/>
              <p:nvPr/>
            </p:nvSpPr>
            <p:spPr bwMode="auto">
              <a:xfrm>
                <a:off x="4064001" y="4075074"/>
                <a:ext cx="708025" cy="269875"/>
              </a:xfrm>
              <a:custGeom>
                <a:avLst/>
                <a:gdLst>
                  <a:gd name="T0" fmla="*/ 5 w 274"/>
                  <a:gd name="T1" fmla="*/ 0 h 104"/>
                  <a:gd name="T2" fmla="*/ 269 w 274"/>
                  <a:gd name="T3" fmla="*/ 0 h 104"/>
                  <a:gd name="T4" fmla="*/ 274 w 274"/>
                  <a:gd name="T5" fmla="*/ 0 h 104"/>
                  <a:gd name="T6" fmla="*/ 274 w 274"/>
                  <a:gd name="T7" fmla="*/ 85 h 104"/>
                  <a:gd name="T8" fmla="*/ 255 w 274"/>
                  <a:gd name="T9" fmla="*/ 104 h 104"/>
                  <a:gd name="T10" fmla="*/ 19 w 274"/>
                  <a:gd name="T11" fmla="*/ 104 h 104"/>
                  <a:gd name="T12" fmla="*/ 0 w 274"/>
                  <a:gd name="T13" fmla="*/ 85 h 104"/>
                  <a:gd name="T14" fmla="*/ 0 w 274"/>
                  <a:gd name="T15" fmla="*/ 0 h 104"/>
                  <a:gd name="T16" fmla="*/ 5 w 274"/>
                  <a:gd name="T1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4" h="104">
                    <a:moveTo>
                      <a:pt x="5" y="0"/>
                    </a:moveTo>
                    <a:cubicBezTo>
                      <a:pt x="269" y="0"/>
                      <a:pt x="269" y="0"/>
                      <a:pt x="269" y="0"/>
                    </a:cubicBezTo>
                    <a:cubicBezTo>
                      <a:pt x="271" y="0"/>
                      <a:pt x="272" y="0"/>
                      <a:pt x="274" y="0"/>
                    </a:cubicBezTo>
                    <a:cubicBezTo>
                      <a:pt x="274" y="85"/>
                      <a:pt x="274" y="85"/>
                      <a:pt x="274" y="85"/>
                    </a:cubicBezTo>
                    <a:cubicBezTo>
                      <a:pt x="274" y="95"/>
                      <a:pt x="266" y="104"/>
                      <a:pt x="255" y="104"/>
                    </a:cubicBezTo>
                    <a:cubicBezTo>
                      <a:pt x="19" y="104"/>
                      <a:pt x="19" y="104"/>
                      <a:pt x="19" y="104"/>
                    </a:cubicBezTo>
                    <a:cubicBezTo>
                      <a:pt x="8" y="104"/>
                      <a:pt x="0" y="95"/>
                      <a:pt x="0" y="8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5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2" name="íṣḷîḑé"/>
              <p:cNvSpPr/>
              <p:nvPr/>
            </p:nvSpPr>
            <p:spPr bwMode="auto">
              <a:xfrm>
                <a:off x="4081463" y="4075074"/>
                <a:ext cx="673100" cy="250825"/>
              </a:xfrm>
              <a:custGeom>
                <a:avLst/>
                <a:gdLst>
                  <a:gd name="T0" fmla="*/ 0 w 260"/>
                  <a:gd name="T1" fmla="*/ 0 h 97"/>
                  <a:gd name="T2" fmla="*/ 260 w 260"/>
                  <a:gd name="T3" fmla="*/ 0 h 97"/>
                  <a:gd name="T4" fmla="*/ 260 w 260"/>
                  <a:gd name="T5" fmla="*/ 85 h 97"/>
                  <a:gd name="T6" fmla="*/ 249 w 260"/>
                  <a:gd name="T7" fmla="*/ 97 h 97"/>
                  <a:gd name="T8" fmla="*/ 11 w 260"/>
                  <a:gd name="T9" fmla="*/ 97 h 97"/>
                  <a:gd name="T10" fmla="*/ 0 w 260"/>
                  <a:gd name="T11" fmla="*/ 85 h 97"/>
                  <a:gd name="T12" fmla="*/ 0 w 260"/>
                  <a:gd name="T13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0" h="97">
                    <a:moveTo>
                      <a:pt x="0" y="0"/>
                    </a:moveTo>
                    <a:cubicBezTo>
                      <a:pt x="260" y="0"/>
                      <a:pt x="260" y="0"/>
                      <a:pt x="260" y="0"/>
                    </a:cubicBezTo>
                    <a:cubicBezTo>
                      <a:pt x="260" y="85"/>
                      <a:pt x="260" y="85"/>
                      <a:pt x="260" y="85"/>
                    </a:cubicBezTo>
                    <a:cubicBezTo>
                      <a:pt x="260" y="92"/>
                      <a:pt x="255" y="97"/>
                      <a:pt x="249" y="97"/>
                    </a:cubicBezTo>
                    <a:cubicBezTo>
                      <a:pt x="11" y="97"/>
                      <a:pt x="11" y="97"/>
                      <a:pt x="11" y="97"/>
                    </a:cubicBezTo>
                    <a:cubicBezTo>
                      <a:pt x="5" y="97"/>
                      <a:pt x="0" y="92"/>
                      <a:pt x="0" y="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3" name="ïSlïḍe"/>
              <p:cNvSpPr/>
              <p:nvPr/>
            </p:nvSpPr>
            <p:spPr bwMode="auto">
              <a:xfrm>
                <a:off x="4217988" y="4075074"/>
                <a:ext cx="88900" cy="319088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4" name="îṩliḑè"/>
              <p:cNvSpPr/>
              <p:nvPr/>
            </p:nvSpPr>
            <p:spPr bwMode="auto">
              <a:xfrm>
                <a:off x="4233863" y="4075074"/>
                <a:ext cx="53975" cy="319088"/>
              </a:xfrm>
              <a:prstGeom prst="rect">
                <a:avLst/>
              </a:pr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5" name="ïṧ1iḓê"/>
              <p:cNvSpPr/>
              <p:nvPr/>
            </p:nvSpPr>
            <p:spPr bwMode="auto">
              <a:xfrm>
                <a:off x="4200526" y="4383049"/>
                <a:ext cx="123825" cy="106363"/>
              </a:xfrm>
              <a:custGeom>
                <a:avLst/>
                <a:gdLst>
                  <a:gd name="T0" fmla="*/ 6 w 48"/>
                  <a:gd name="T1" fmla="*/ 0 h 41"/>
                  <a:gd name="T2" fmla="*/ 24 w 48"/>
                  <a:gd name="T3" fmla="*/ 0 h 41"/>
                  <a:gd name="T4" fmla="*/ 42 w 48"/>
                  <a:gd name="T5" fmla="*/ 0 h 41"/>
                  <a:gd name="T6" fmla="*/ 46 w 48"/>
                  <a:gd name="T7" fmla="*/ 6 h 41"/>
                  <a:gd name="T8" fmla="*/ 38 w 48"/>
                  <a:gd name="T9" fmla="*/ 37 h 41"/>
                  <a:gd name="T10" fmla="*/ 34 w 48"/>
                  <a:gd name="T11" fmla="*/ 41 h 41"/>
                  <a:gd name="T12" fmla="*/ 24 w 48"/>
                  <a:gd name="T13" fmla="*/ 41 h 41"/>
                  <a:gd name="T14" fmla="*/ 14 w 48"/>
                  <a:gd name="T15" fmla="*/ 41 h 41"/>
                  <a:gd name="T16" fmla="*/ 9 w 48"/>
                  <a:gd name="T17" fmla="*/ 37 h 41"/>
                  <a:gd name="T18" fmla="*/ 1 w 48"/>
                  <a:gd name="T19" fmla="*/ 6 h 41"/>
                  <a:gd name="T20" fmla="*/ 6 w 48"/>
                  <a:gd name="T2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41">
                    <a:moveTo>
                      <a:pt x="6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6" y="6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9"/>
                      <a:pt x="37" y="41"/>
                      <a:pt x="34" y="41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1" y="41"/>
                      <a:pt x="10" y="39"/>
                      <a:pt x="9" y="37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2"/>
                      <a:pt x="2" y="0"/>
                      <a:pt x="6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6" name="ïṡlïḑe"/>
              <p:cNvSpPr/>
              <p:nvPr/>
            </p:nvSpPr>
            <p:spPr bwMode="auto">
              <a:xfrm>
                <a:off x="4217988" y="4398924"/>
                <a:ext cx="88900" cy="74613"/>
              </a:xfrm>
              <a:custGeom>
                <a:avLst/>
                <a:gdLst>
                  <a:gd name="T0" fmla="*/ 4 w 34"/>
                  <a:gd name="T1" fmla="*/ 0 h 29"/>
                  <a:gd name="T2" fmla="*/ 17 w 34"/>
                  <a:gd name="T3" fmla="*/ 0 h 29"/>
                  <a:gd name="T4" fmla="*/ 30 w 34"/>
                  <a:gd name="T5" fmla="*/ 0 h 29"/>
                  <a:gd name="T6" fmla="*/ 33 w 34"/>
                  <a:gd name="T7" fmla="*/ 5 h 29"/>
                  <a:gd name="T8" fmla="*/ 27 w 34"/>
                  <a:gd name="T9" fmla="*/ 27 h 29"/>
                  <a:gd name="T10" fmla="*/ 24 w 34"/>
                  <a:gd name="T11" fmla="*/ 29 h 29"/>
                  <a:gd name="T12" fmla="*/ 17 w 34"/>
                  <a:gd name="T13" fmla="*/ 29 h 29"/>
                  <a:gd name="T14" fmla="*/ 10 w 34"/>
                  <a:gd name="T15" fmla="*/ 29 h 29"/>
                  <a:gd name="T16" fmla="*/ 6 w 34"/>
                  <a:gd name="T17" fmla="*/ 27 h 29"/>
                  <a:gd name="T18" fmla="*/ 1 w 34"/>
                  <a:gd name="T19" fmla="*/ 5 h 29"/>
                  <a:gd name="T20" fmla="*/ 4 w 34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" h="29">
                    <a:moveTo>
                      <a:pt x="4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3" y="0"/>
                      <a:pt x="34" y="1"/>
                      <a:pt x="33" y="5"/>
                    </a:cubicBezTo>
                    <a:cubicBezTo>
                      <a:pt x="27" y="27"/>
                      <a:pt x="27" y="27"/>
                      <a:pt x="27" y="27"/>
                    </a:cubicBezTo>
                    <a:cubicBezTo>
                      <a:pt x="27" y="28"/>
                      <a:pt x="26" y="29"/>
                      <a:pt x="24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8" y="29"/>
                      <a:pt x="7" y="28"/>
                      <a:pt x="6" y="2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1"/>
                      <a:pt x="1" y="0"/>
                      <a:pt x="4" y="0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7" name="î$ļïḑe"/>
              <p:cNvSpPr/>
              <p:nvPr/>
            </p:nvSpPr>
            <p:spPr bwMode="auto">
              <a:xfrm>
                <a:off x="4257676" y="4424324"/>
                <a:ext cx="7938" cy="33338"/>
              </a:xfrm>
              <a:custGeom>
                <a:avLst/>
                <a:gdLst>
                  <a:gd name="T0" fmla="*/ 2 w 3"/>
                  <a:gd name="T1" fmla="*/ 0 h 13"/>
                  <a:gd name="T2" fmla="*/ 2 w 3"/>
                  <a:gd name="T3" fmla="*/ 0 h 13"/>
                  <a:gd name="T4" fmla="*/ 3 w 3"/>
                  <a:gd name="T5" fmla="*/ 2 h 13"/>
                  <a:gd name="T6" fmla="*/ 3 w 3"/>
                  <a:gd name="T7" fmla="*/ 12 h 13"/>
                  <a:gd name="T8" fmla="*/ 2 w 3"/>
                  <a:gd name="T9" fmla="*/ 13 h 13"/>
                  <a:gd name="T10" fmla="*/ 2 w 3"/>
                  <a:gd name="T11" fmla="*/ 13 h 13"/>
                  <a:gd name="T12" fmla="*/ 0 w 3"/>
                  <a:gd name="T13" fmla="*/ 12 h 13"/>
                  <a:gd name="T14" fmla="*/ 0 w 3"/>
                  <a:gd name="T15" fmla="*/ 2 h 13"/>
                  <a:gd name="T16" fmla="*/ 2 w 3"/>
                  <a:gd name="T1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13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2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3"/>
                      <a:pt x="3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0" y="13"/>
                      <a:pt x="0" y="1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8" name="iś1ídê"/>
              <p:cNvSpPr/>
              <p:nvPr/>
            </p:nvSpPr>
            <p:spPr bwMode="auto">
              <a:xfrm>
                <a:off x="4252913" y="4414799"/>
                <a:ext cx="20638" cy="20638"/>
              </a:xfrm>
              <a:prstGeom prst="ellipse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9" name="îsḷíḍé"/>
              <p:cNvSpPr/>
              <p:nvPr/>
            </p:nvSpPr>
            <p:spPr bwMode="auto">
              <a:xfrm>
                <a:off x="4529138" y="4075074"/>
                <a:ext cx="87313" cy="319088"/>
              </a:xfrm>
              <a:prstGeom prst="rect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0" name="ïsļîďê"/>
              <p:cNvSpPr/>
              <p:nvPr/>
            </p:nvSpPr>
            <p:spPr bwMode="auto">
              <a:xfrm>
                <a:off x="4546601" y="4075074"/>
                <a:ext cx="53975" cy="319088"/>
              </a:xfrm>
              <a:prstGeom prst="rect">
                <a:avLst/>
              </a:pr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1" name="isḷïḑe"/>
              <p:cNvSpPr/>
              <p:nvPr/>
            </p:nvSpPr>
            <p:spPr bwMode="auto">
              <a:xfrm>
                <a:off x="4510088" y="4383049"/>
                <a:ext cx="125413" cy="106363"/>
              </a:xfrm>
              <a:custGeom>
                <a:avLst/>
                <a:gdLst>
                  <a:gd name="T0" fmla="*/ 6 w 48"/>
                  <a:gd name="T1" fmla="*/ 0 h 41"/>
                  <a:gd name="T2" fmla="*/ 24 w 48"/>
                  <a:gd name="T3" fmla="*/ 0 h 41"/>
                  <a:gd name="T4" fmla="*/ 42 w 48"/>
                  <a:gd name="T5" fmla="*/ 0 h 41"/>
                  <a:gd name="T6" fmla="*/ 47 w 48"/>
                  <a:gd name="T7" fmla="*/ 6 h 41"/>
                  <a:gd name="T8" fmla="*/ 39 w 48"/>
                  <a:gd name="T9" fmla="*/ 37 h 41"/>
                  <a:gd name="T10" fmla="*/ 34 w 48"/>
                  <a:gd name="T11" fmla="*/ 41 h 41"/>
                  <a:gd name="T12" fmla="*/ 24 w 48"/>
                  <a:gd name="T13" fmla="*/ 41 h 41"/>
                  <a:gd name="T14" fmla="*/ 14 w 48"/>
                  <a:gd name="T15" fmla="*/ 41 h 41"/>
                  <a:gd name="T16" fmla="*/ 9 w 48"/>
                  <a:gd name="T17" fmla="*/ 37 h 41"/>
                  <a:gd name="T18" fmla="*/ 1 w 48"/>
                  <a:gd name="T19" fmla="*/ 6 h 41"/>
                  <a:gd name="T20" fmla="*/ 6 w 48"/>
                  <a:gd name="T2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41">
                    <a:moveTo>
                      <a:pt x="6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7" y="6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9"/>
                      <a:pt x="37" y="41"/>
                      <a:pt x="34" y="41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1" y="41"/>
                      <a:pt x="10" y="39"/>
                      <a:pt x="9" y="37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2"/>
                      <a:pt x="2" y="0"/>
                      <a:pt x="6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2" name="íSļiḋè"/>
              <p:cNvSpPr/>
              <p:nvPr/>
            </p:nvSpPr>
            <p:spPr bwMode="auto">
              <a:xfrm>
                <a:off x="4529138" y="4398924"/>
                <a:ext cx="87313" cy="74613"/>
              </a:xfrm>
              <a:custGeom>
                <a:avLst/>
                <a:gdLst>
                  <a:gd name="T0" fmla="*/ 4 w 34"/>
                  <a:gd name="T1" fmla="*/ 0 h 29"/>
                  <a:gd name="T2" fmla="*/ 17 w 34"/>
                  <a:gd name="T3" fmla="*/ 0 h 29"/>
                  <a:gd name="T4" fmla="*/ 30 w 34"/>
                  <a:gd name="T5" fmla="*/ 0 h 29"/>
                  <a:gd name="T6" fmla="*/ 33 w 34"/>
                  <a:gd name="T7" fmla="*/ 5 h 29"/>
                  <a:gd name="T8" fmla="*/ 27 w 34"/>
                  <a:gd name="T9" fmla="*/ 27 h 29"/>
                  <a:gd name="T10" fmla="*/ 24 w 34"/>
                  <a:gd name="T11" fmla="*/ 29 h 29"/>
                  <a:gd name="T12" fmla="*/ 17 w 34"/>
                  <a:gd name="T13" fmla="*/ 29 h 29"/>
                  <a:gd name="T14" fmla="*/ 10 w 34"/>
                  <a:gd name="T15" fmla="*/ 29 h 29"/>
                  <a:gd name="T16" fmla="*/ 7 w 34"/>
                  <a:gd name="T17" fmla="*/ 27 h 29"/>
                  <a:gd name="T18" fmla="*/ 1 w 34"/>
                  <a:gd name="T19" fmla="*/ 5 h 29"/>
                  <a:gd name="T20" fmla="*/ 4 w 34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" h="29">
                    <a:moveTo>
                      <a:pt x="4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3" y="0"/>
                      <a:pt x="34" y="1"/>
                      <a:pt x="33" y="5"/>
                    </a:cubicBezTo>
                    <a:cubicBezTo>
                      <a:pt x="27" y="27"/>
                      <a:pt x="27" y="27"/>
                      <a:pt x="27" y="27"/>
                    </a:cubicBezTo>
                    <a:cubicBezTo>
                      <a:pt x="27" y="28"/>
                      <a:pt x="26" y="29"/>
                      <a:pt x="24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8" y="29"/>
                      <a:pt x="7" y="28"/>
                      <a:pt x="7" y="2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1"/>
                      <a:pt x="1" y="0"/>
                      <a:pt x="4" y="0"/>
                    </a:cubicBez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3" name="íŝḻiďè"/>
              <p:cNvSpPr/>
              <p:nvPr/>
            </p:nvSpPr>
            <p:spPr bwMode="auto">
              <a:xfrm>
                <a:off x="4570413" y="4424324"/>
                <a:ext cx="4763" cy="33338"/>
              </a:xfrm>
              <a:custGeom>
                <a:avLst/>
                <a:gdLst>
                  <a:gd name="T0" fmla="*/ 1 w 2"/>
                  <a:gd name="T1" fmla="*/ 0 h 13"/>
                  <a:gd name="T2" fmla="*/ 1 w 2"/>
                  <a:gd name="T3" fmla="*/ 0 h 13"/>
                  <a:gd name="T4" fmla="*/ 2 w 2"/>
                  <a:gd name="T5" fmla="*/ 2 h 13"/>
                  <a:gd name="T6" fmla="*/ 2 w 2"/>
                  <a:gd name="T7" fmla="*/ 12 h 13"/>
                  <a:gd name="T8" fmla="*/ 1 w 2"/>
                  <a:gd name="T9" fmla="*/ 13 h 13"/>
                  <a:gd name="T10" fmla="*/ 1 w 2"/>
                  <a:gd name="T11" fmla="*/ 13 h 13"/>
                  <a:gd name="T12" fmla="*/ 0 w 2"/>
                  <a:gd name="T13" fmla="*/ 12 h 13"/>
                  <a:gd name="T14" fmla="*/ 0 w 2"/>
                  <a:gd name="T15" fmla="*/ 2 h 13"/>
                  <a:gd name="T16" fmla="*/ 1 w 2"/>
                  <a:gd name="T1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1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3"/>
                      <a:pt x="2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3"/>
                      <a:pt x="0" y="13"/>
                      <a:pt x="0" y="1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4" name="íṩļíḑé"/>
              <p:cNvSpPr/>
              <p:nvPr/>
            </p:nvSpPr>
            <p:spPr bwMode="auto">
              <a:xfrm>
                <a:off x="4562476" y="4414799"/>
                <a:ext cx="20638" cy="20638"/>
              </a:xfrm>
              <a:prstGeom prst="ellipse">
                <a:avLst/>
              </a:pr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5" name="iṣ1îdè"/>
              <p:cNvSpPr/>
              <p:nvPr/>
            </p:nvSpPr>
            <p:spPr bwMode="auto">
              <a:xfrm>
                <a:off x="4287838" y="4051262"/>
                <a:ext cx="258763" cy="23813"/>
              </a:xfrm>
              <a:custGeom>
                <a:avLst/>
                <a:gdLst>
                  <a:gd name="T0" fmla="*/ 0 w 100"/>
                  <a:gd name="T1" fmla="*/ 9 h 9"/>
                  <a:gd name="T2" fmla="*/ 100 w 100"/>
                  <a:gd name="T3" fmla="*/ 9 h 9"/>
                  <a:gd name="T4" fmla="*/ 100 w 100"/>
                  <a:gd name="T5" fmla="*/ 5 h 9"/>
                  <a:gd name="T6" fmla="*/ 95 w 100"/>
                  <a:gd name="T7" fmla="*/ 0 h 9"/>
                  <a:gd name="T8" fmla="*/ 5 w 100"/>
                  <a:gd name="T9" fmla="*/ 0 h 9"/>
                  <a:gd name="T10" fmla="*/ 0 w 100"/>
                  <a:gd name="T11" fmla="*/ 5 h 9"/>
                  <a:gd name="T12" fmla="*/ 0 w 100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9">
                    <a:moveTo>
                      <a:pt x="0" y="9"/>
                    </a:moveTo>
                    <a:cubicBezTo>
                      <a:pt x="100" y="9"/>
                      <a:pt x="100" y="9"/>
                      <a:pt x="100" y="9"/>
                    </a:cubicBezTo>
                    <a:cubicBezTo>
                      <a:pt x="100" y="5"/>
                      <a:pt x="100" y="5"/>
                      <a:pt x="100" y="5"/>
                    </a:cubicBezTo>
                    <a:cubicBezTo>
                      <a:pt x="100" y="2"/>
                      <a:pt x="98" y="0"/>
                      <a:pt x="9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C5D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6" name="îšľîḓè"/>
              <p:cNvSpPr/>
              <p:nvPr/>
            </p:nvSpPr>
            <p:spPr bwMode="auto">
              <a:xfrm>
                <a:off x="5268913" y="4386224"/>
                <a:ext cx="498475" cy="231775"/>
              </a:xfrm>
              <a:custGeom>
                <a:avLst/>
                <a:gdLst>
                  <a:gd name="T0" fmla="*/ 36 w 314"/>
                  <a:gd name="T1" fmla="*/ 0 h 146"/>
                  <a:gd name="T2" fmla="*/ 262 w 314"/>
                  <a:gd name="T3" fmla="*/ 1 h 146"/>
                  <a:gd name="T4" fmla="*/ 314 w 314"/>
                  <a:gd name="T5" fmla="*/ 145 h 146"/>
                  <a:gd name="T6" fmla="*/ 0 w 314"/>
                  <a:gd name="T7" fmla="*/ 146 h 146"/>
                  <a:gd name="T8" fmla="*/ 36 w 314"/>
                  <a:gd name="T9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4" h="146">
                    <a:moveTo>
                      <a:pt x="36" y="0"/>
                    </a:moveTo>
                    <a:lnTo>
                      <a:pt x="262" y="1"/>
                    </a:lnTo>
                    <a:lnTo>
                      <a:pt x="314" y="145"/>
                    </a:lnTo>
                    <a:lnTo>
                      <a:pt x="0" y="14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7" name="íṡḷïďe"/>
              <p:cNvSpPr/>
              <p:nvPr/>
            </p:nvSpPr>
            <p:spPr bwMode="auto">
              <a:xfrm>
                <a:off x="5224463" y="4432262"/>
                <a:ext cx="188913" cy="122238"/>
              </a:xfrm>
              <a:custGeom>
                <a:avLst/>
                <a:gdLst>
                  <a:gd name="T0" fmla="*/ 66 w 73"/>
                  <a:gd name="T1" fmla="*/ 1 h 47"/>
                  <a:gd name="T2" fmla="*/ 2 w 73"/>
                  <a:gd name="T3" fmla="*/ 42 h 47"/>
                  <a:gd name="T4" fmla="*/ 1 w 73"/>
                  <a:gd name="T5" fmla="*/ 45 h 47"/>
                  <a:gd name="T6" fmla="*/ 1 w 73"/>
                  <a:gd name="T7" fmla="*/ 45 h 47"/>
                  <a:gd name="T8" fmla="*/ 5 w 73"/>
                  <a:gd name="T9" fmla="*/ 46 h 47"/>
                  <a:gd name="T10" fmla="*/ 69 w 73"/>
                  <a:gd name="T11" fmla="*/ 6 h 47"/>
                  <a:gd name="T12" fmla="*/ 73 w 73"/>
                  <a:gd name="T13" fmla="*/ 0 h 47"/>
                  <a:gd name="T14" fmla="*/ 66 w 73"/>
                  <a:gd name="T15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47">
                    <a:moveTo>
                      <a:pt x="66" y="1"/>
                    </a:moveTo>
                    <a:cubicBezTo>
                      <a:pt x="2" y="42"/>
                      <a:pt x="2" y="42"/>
                      <a:pt x="2" y="42"/>
                    </a:cubicBezTo>
                    <a:cubicBezTo>
                      <a:pt x="0" y="42"/>
                      <a:pt x="0" y="44"/>
                      <a:pt x="1" y="45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2" y="47"/>
                      <a:pt x="3" y="47"/>
                      <a:pt x="5" y="46"/>
                    </a:cubicBezTo>
                    <a:cubicBezTo>
                      <a:pt x="69" y="6"/>
                      <a:pt x="69" y="6"/>
                      <a:pt x="69" y="6"/>
                    </a:cubicBezTo>
                    <a:cubicBezTo>
                      <a:pt x="73" y="0"/>
                      <a:pt x="73" y="0"/>
                      <a:pt x="73" y="0"/>
                    </a:cubicBez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8" name="íṩḻíďé"/>
              <p:cNvSpPr/>
              <p:nvPr/>
            </p:nvSpPr>
            <p:spPr bwMode="auto">
              <a:xfrm>
                <a:off x="7337426" y="4448137"/>
                <a:ext cx="188913" cy="120650"/>
              </a:xfrm>
              <a:custGeom>
                <a:avLst/>
                <a:gdLst>
                  <a:gd name="T0" fmla="*/ 8 w 73"/>
                  <a:gd name="T1" fmla="*/ 1 h 47"/>
                  <a:gd name="T2" fmla="*/ 71 w 73"/>
                  <a:gd name="T3" fmla="*/ 41 h 47"/>
                  <a:gd name="T4" fmla="*/ 72 w 73"/>
                  <a:gd name="T5" fmla="*/ 45 h 47"/>
                  <a:gd name="T6" fmla="*/ 72 w 73"/>
                  <a:gd name="T7" fmla="*/ 45 h 47"/>
                  <a:gd name="T8" fmla="*/ 69 w 73"/>
                  <a:gd name="T9" fmla="*/ 46 h 47"/>
                  <a:gd name="T10" fmla="*/ 5 w 73"/>
                  <a:gd name="T11" fmla="*/ 6 h 47"/>
                  <a:gd name="T12" fmla="*/ 0 w 73"/>
                  <a:gd name="T13" fmla="*/ 0 h 47"/>
                  <a:gd name="T14" fmla="*/ 8 w 73"/>
                  <a:gd name="T15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47">
                    <a:moveTo>
                      <a:pt x="8" y="1"/>
                    </a:moveTo>
                    <a:cubicBezTo>
                      <a:pt x="71" y="41"/>
                      <a:pt x="71" y="41"/>
                      <a:pt x="71" y="41"/>
                    </a:cubicBezTo>
                    <a:cubicBezTo>
                      <a:pt x="73" y="42"/>
                      <a:pt x="73" y="44"/>
                      <a:pt x="72" y="45"/>
                    </a:cubicBezTo>
                    <a:cubicBezTo>
                      <a:pt x="72" y="45"/>
                      <a:pt x="72" y="45"/>
                      <a:pt x="72" y="45"/>
                    </a:cubicBezTo>
                    <a:cubicBezTo>
                      <a:pt x="72" y="46"/>
                      <a:pt x="70" y="47"/>
                      <a:pt x="69" y="4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8" y="1"/>
                    </a:lnTo>
                    <a:close/>
                  </a:path>
                </a:pathLst>
              </a:custGeom>
              <a:solidFill>
                <a:srgbClr val="3F7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9" name="îṥlíḍè"/>
              <p:cNvSpPr/>
              <p:nvPr/>
            </p:nvSpPr>
            <p:spPr bwMode="auto">
              <a:xfrm>
                <a:off x="6853238" y="1965287"/>
                <a:ext cx="1476375" cy="1370013"/>
              </a:xfrm>
              <a:custGeom>
                <a:avLst/>
                <a:gdLst>
                  <a:gd name="T0" fmla="*/ 285 w 571"/>
                  <a:gd name="T1" fmla="*/ 0 h 529"/>
                  <a:gd name="T2" fmla="*/ 0 w 571"/>
                  <a:gd name="T3" fmla="*/ 212 h 529"/>
                  <a:gd name="T4" fmla="*/ 184 w 571"/>
                  <a:gd name="T5" fmla="*/ 411 h 529"/>
                  <a:gd name="T6" fmla="*/ 152 w 571"/>
                  <a:gd name="T7" fmla="*/ 529 h 529"/>
                  <a:gd name="T8" fmla="*/ 248 w 571"/>
                  <a:gd name="T9" fmla="*/ 423 h 529"/>
                  <a:gd name="T10" fmla="*/ 285 w 571"/>
                  <a:gd name="T11" fmla="*/ 424 h 529"/>
                  <a:gd name="T12" fmla="*/ 571 w 571"/>
                  <a:gd name="T13" fmla="*/ 212 h 529"/>
                  <a:gd name="T14" fmla="*/ 285 w 571"/>
                  <a:gd name="T15" fmla="*/ 0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1" h="529">
                    <a:moveTo>
                      <a:pt x="285" y="0"/>
                    </a:moveTo>
                    <a:cubicBezTo>
                      <a:pt x="128" y="0"/>
                      <a:pt x="0" y="95"/>
                      <a:pt x="0" y="212"/>
                    </a:cubicBezTo>
                    <a:cubicBezTo>
                      <a:pt x="0" y="303"/>
                      <a:pt x="77" y="380"/>
                      <a:pt x="184" y="411"/>
                    </a:cubicBezTo>
                    <a:cubicBezTo>
                      <a:pt x="152" y="529"/>
                      <a:pt x="152" y="529"/>
                      <a:pt x="152" y="529"/>
                    </a:cubicBezTo>
                    <a:cubicBezTo>
                      <a:pt x="248" y="423"/>
                      <a:pt x="248" y="423"/>
                      <a:pt x="248" y="423"/>
                    </a:cubicBezTo>
                    <a:cubicBezTo>
                      <a:pt x="260" y="424"/>
                      <a:pt x="273" y="424"/>
                      <a:pt x="285" y="424"/>
                    </a:cubicBezTo>
                    <a:cubicBezTo>
                      <a:pt x="443" y="424"/>
                      <a:pt x="571" y="329"/>
                      <a:pt x="571" y="212"/>
                    </a:cubicBezTo>
                    <a:cubicBezTo>
                      <a:pt x="571" y="95"/>
                      <a:pt x="443" y="0"/>
                      <a:pt x="285" y="0"/>
                    </a:cubicBezTo>
                    <a:close/>
                  </a:path>
                </a:pathLst>
              </a:custGeom>
              <a:solidFill>
                <a:srgbClr val="E6EA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0" name="íşļiḑe"/>
              <p:cNvSpPr/>
              <p:nvPr/>
            </p:nvSpPr>
            <p:spPr bwMode="auto">
              <a:xfrm>
                <a:off x="6827838" y="1943062"/>
                <a:ext cx="1525588" cy="1420813"/>
              </a:xfrm>
              <a:custGeom>
                <a:avLst/>
                <a:gdLst>
                  <a:gd name="T0" fmla="*/ 295 w 590"/>
                  <a:gd name="T1" fmla="*/ 424 h 549"/>
                  <a:gd name="T2" fmla="*/ 491 w 590"/>
                  <a:gd name="T3" fmla="*/ 363 h 549"/>
                  <a:gd name="T4" fmla="*/ 571 w 590"/>
                  <a:gd name="T5" fmla="*/ 221 h 549"/>
                  <a:gd name="T6" fmla="*/ 491 w 590"/>
                  <a:gd name="T7" fmla="*/ 79 h 549"/>
                  <a:gd name="T8" fmla="*/ 295 w 590"/>
                  <a:gd name="T9" fmla="*/ 19 h 549"/>
                  <a:gd name="T10" fmla="*/ 295 w 590"/>
                  <a:gd name="T11" fmla="*/ 0 h 549"/>
                  <a:gd name="T12" fmla="*/ 503 w 590"/>
                  <a:gd name="T13" fmla="*/ 64 h 549"/>
                  <a:gd name="T14" fmla="*/ 590 w 590"/>
                  <a:gd name="T15" fmla="*/ 221 h 549"/>
                  <a:gd name="T16" fmla="*/ 503 w 590"/>
                  <a:gd name="T17" fmla="*/ 379 h 549"/>
                  <a:gd name="T18" fmla="*/ 295 w 590"/>
                  <a:gd name="T19" fmla="*/ 443 h 549"/>
                  <a:gd name="T20" fmla="*/ 295 w 590"/>
                  <a:gd name="T21" fmla="*/ 424 h 549"/>
                  <a:gd name="T22" fmla="*/ 295 w 590"/>
                  <a:gd name="T23" fmla="*/ 19 h 549"/>
                  <a:gd name="T24" fmla="*/ 99 w 590"/>
                  <a:gd name="T25" fmla="*/ 79 h 549"/>
                  <a:gd name="T26" fmla="*/ 20 w 590"/>
                  <a:gd name="T27" fmla="*/ 221 h 549"/>
                  <a:gd name="T28" fmla="*/ 67 w 590"/>
                  <a:gd name="T29" fmla="*/ 335 h 549"/>
                  <a:gd name="T30" fmla="*/ 197 w 590"/>
                  <a:gd name="T31" fmla="*/ 410 h 549"/>
                  <a:gd name="T32" fmla="*/ 204 w 590"/>
                  <a:gd name="T33" fmla="*/ 422 h 549"/>
                  <a:gd name="T34" fmla="*/ 204 w 590"/>
                  <a:gd name="T35" fmla="*/ 423 h 549"/>
                  <a:gd name="T36" fmla="*/ 182 w 590"/>
                  <a:gd name="T37" fmla="*/ 501 h 549"/>
                  <a:gd name="T38" fmla="*/ 250 w 590"/>
                  <a:gd name="T39" fmla="*/ 425 h 549"/>
                  <a:gd name="T40" fmla="*/ 259 w 590"/>
                  <a:gd name="T41" fmla="*/ 422 h 549"/>
                  <a:gd name="T42" fmla="*/ 277 w 590"/>
                  <a:gd name="T43" fmla="*/ 423 h 549"/>
                  <a:gd name="T44" fmla="*/ 295 w 590"/>
                  <a:gd name="T45" fmla="*/ 424 h 549"/>
                  <a:gd name="T46" fmla="*/ 295 w 590"/>
                  <a:gd name="T47" fmla="*/ 443 h 549"/>
                  <a:gd name="T48" fmla="*/ 276 w 590"/>
                  <a:gd name="T49" fmla="*/ 443 h 549"/>
                  <a:gd name="T50" fmla="*/ 262 w 590"/>
                  <a:gd name="T51" fmla="*/ 442 h 549"/>
                  <a:gd name="T52" fmla="*/ 169 w 590"/>
                  <a:gd name="T53" fmla="*/ 545 h 549"/>
                  <a:gd name="T54" fmla="*/ 169 w 590"/>
                  <a:gd name="T55" fmla="*/ 545 h 549"/>
                  <a:gd name="T56" fmla="*/ 159 w 590"/>
                  <a:gd name="T57" fmla="*/ 548 h 549"/>
                  <a:gd name="T58" fmla="*/ 152 w 590"/>
                  <a:gd name="T59" fmla="*/ 536 h 549"/>
                  <a:gd name="T60" fmla="*/ 183 w 590"/>
                  <a:gd name="T61" fmla="*/ 426 h 549"/>
                  <a:gd name="T62" fmla="*/ 53 w 590"/>
                  <a:gd name="T63" fmla="*/ 348 h 549"/>
                  <a:gd name="T64" fmla="*/ 0 w 590"/>
                  <a:gd name="T65" fmla="*/ 221 h 549"/>
                  <a:gd name="T66" fmla="*/ 88 w 590"/>
                  <a:gd name="T67" fmla="*/ 64 h 549"/>
                  <a:gd name="T68" fmla="*/ 295 w 590"/>
                  <a:gd name="T69" fmla="*/ 0 h 549"/>
                  <a:gd name="T70" fmla="*/ 295 w 590"/>
                  <a:gd name="T71" fmla="*/ 19 h 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90" h="549">
                    <a:moveTo>
                      <a:pt x="295" y="424"/>
                    </a:moveTo>
                    <a:cubicBezTo>
                      <a:pt x="372" y="424"/>
                      <a:pt x="441" y="401"/>
                      <a:pt x="491" y="363"/>
                    </a:cubicBezTo>
                    <a:cubicBezTo>
                      <a:pt x="541" y="327"/>
                      <a:pt x="571" y="277"/>
                      <a:pt x="571" y="221"/>
                    </a:cubicBezTo>
                    <a:cubicBezTo>
                      <a:pt x="571" y="166"/>
                      <a:pt x="541" y="116"/>
                      <a:pt x="491" y="79"/>
                    </a:cubicBezTo>
                    <a:cubicBezTo>
                      <a:pt x="441" y="42"/>
                      <a:pt x="372" y="19"/>
                      <a:pt x="295" y="19"/>
                    </a:cubicBezTo>
                    <a:cubicBezTo>
                      <a:pt x="295" y="0"/>
                      <a:pt x="295" y="0"/>
                      <a:pt x="295" y="0"/>
                    </a:cubicBezTo>
                    <a:cubicBezTo>
                      <a:pt x="376" y="0"/>
                      <a:pt x="450" y="24"/>
                      <a:pt x="503" y="64"/>
                    </a:cubicBezTo>
                    <a:cubicBezTo>
                      <a:pt x="557" y="104"/>
                      <a:pt x="590" y="160"/>
                      <a:pt x="590" y="221"/>
                    </a:cubicBezTo>
                    <a:cubicBezTo>
                      <a:pt x="590" y="283"/>
                      <a:pt x="557" y="339"/>
                      <a:pt x="503" y="379"/>
                    </a:cubicBezTo>
                    <a:cubicBezTo>
                      <a:pt x="450" y="419"/>
                      <a:pt x="376" y="443"/>
                      <a:pt x="295" y="443"/>
                    </a:cubicBezTo>
                    <a:lnTo>
                      <a:pt x="295" y="424"/>
                    </a:lnTo>
                    <a:close/>
                    <a:moveTo>
                      <a:pt x="295" y="19"/>
                    </a:moveTo>
                    <a:cubicBezTo>
                      <a:pt x="219" y="19"/>
                      <a:pt x="149" y="42"/>
                      <a:pt x="99" y="79"/>
                    </a:cubicBezTo>
                    <a:cubicBezTo>
                      <a:pt x="50" y="116"/>
                      <a:pt x="20" y="166"/>
                      <a:pt x="20" y="221"/>
                    </a:cubicBezTo>
                    <a:cubicBezTo>
                      <a:pt x="20" y="263"/>
                      <a:pt x="37" y="303"/>
                      <a:pt x="67" y="335"/>
                    </a:cubicBezTo>
                    <a:cubicBezTo>
                      <a:pt x="99" y="369"/>
                      <a:pt x="144" y="396"/>
                      <a:pt x="197" y="410"/>
                    </a:cubicBezTo>
                    <a:cubicBezTo>
                      <a:pt x="202" y="412"/>
                      <a:pt x="205" y="417"/>
                      <a:pt x="204" y="422"/>
                    </a:cubicBezTo>
                    <a:cubicBezTo>
                      <a:pt x="204" y="423"/>
                      <a:pt x="204" y="423"/>
                      <a:pt x="204" y="423"/>
                    </a:cubicBezTo>
                    <a:cubicBezTo>
                      <a:pt x="182" y="501"/>
                      <a:pt x="182" y="501"/>
                      <a:pt x="182" y="501"/>
                    </a:cubicBezTo>
                    <a:cubicBezTo>
                      <a:pt x="250" y="425"/>
                      <a:pt x="250" y="425"/>
                      <a:pt x="250" y="425"/>
                    </a:cubicBezTo>
                    <a:cubicBezTo>
                      <a:pt x="253" y="423"/>
                      <a:pt x="256" y="421"/>
                      <a:pt x="259" y="422"/>
                    </a:cubicBezTo>
                    <a:cubicBezTo>
                      <a:pt x="265" y="423"/>
                      <a:pt x="271" y="423"/>
                      <a:pt x="277" y="423"/>
                    </a:cubicBezTo>
                    <a:cubicBezTo>
                      <a:pt x="283" y="424"/>
                      <a:pt x="289" y="424"/>
                      <a:pt x="295" y="424"/>
                    </a:cubicBezTo>
                    <a:cubicBezTo>
                      <a:pt x="295" y="443"/>
                      <a:pt x="295" y="443"/>
                      <a:pt x="295" y="443"/>
                    </a:cubicBezTo>
                    <a:cubicBezTo>
                      <a:pt x="289" y="443"/>
                      <a:pt x="283" y="443"/>
                      <a:pt x="276" y="443"/>
                    </a:cubicBezTo>
                    <a:cubicBezTo>
                      <a:pt x="271" y="442"/>
                      <a:pt x="266" y="442"/>
                      <a:pt x="262" y="442"/>
                    </a:cubicBezTo>
                    <a:cubicBezTo>
                      <a:pt x="169" y="545"/>
                      <a:pt x="169" y="545"/>
                      <a:pt x="169" y="545"/>
                    </a:cubicBezTo>
                    <a:cubicBezTo>
                      <a:pt x="169" y="545"/>
                      <a:pt x="169" y="545"/>
                      <a:pt x="169" y="545"/>
                    </a:cubicBezTo>
                    <a:cubicBezTo>
                      <a:pt x="167" y="547"/>
                      <a:pt x="163" y="549"/>
                      <a:pt x="159" y="548"/>
                    </a:cubicBezTo>
                    <a:cubicBezTo>
                      <a:pt x="154" y="546"/>
                      <a:pt x="151" y="541"/>
                      <a:pt x="152" y="536"/>
                    </a:cubicBezTo>
                    <a:cubicBezTo>
                      <a:pt x="183" y="426"/>
                      <a:pt x="183" y="426"/>
                      <a:pt x="183" y="426"/>
                    </a:cubicBezTo>
                    <a:cubicBezTo>
                      <a:pt x="130" y="410"/>
                      <a:pt x="85" y="383"/>
                      <a:pt x="53" y="348"/>
                    </a:cubicBezTo>
                    <a:cubicBezTo>
                      <a:pt x="20" y="312"/>
                      <a:pt x="0" y="269"/>
                      <a:pt x="0" y="221"/>
                    </a:cubicBezTo>
                    <a:cubicBezTo>
                      <a:pt x="0" y="160"/>
                      <a:pt x="34" y="104"/>
                      <a:pt x="88" y="64"/>
                    </a:cubicBezTo>
                    <a:cubicBezTo>
                      <a:pt x="141" y="24"/>
                      <a:pt x="214" y="0"/>
                      <a:pt x="295" y="0"/>
                    </a:cubicBezTo>
                    <a:lnTo>
                      <a:pt x="295" y="19"/>
                    </a:lnTo>
                    <a:close/>
                  </a:path>
                </a:pathLst>
              </a:custGeom>
              <a:solidFill>
                <a:srgbClr val="99B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1" name="işḻiḑè"/>
              <p:cNvSpPr/>
              <p:nvPr/>
            </p:nvSpPr>
            <p:spPr bwMode="auto">
              <a:xfrm>
                <a:off x="7158038" y="2265324"/>
                <a:ext cx="846138" cy="52388"/>
              </a:xfrm>
              <a:custGeom>
                <a:avLst/>
                <a:gdLst>
                  <a:gd name="T0" fmla="*/ 10 w 327"/>
                  <a:gd name="T1" fmla="*/ 20 h 20"/>
                  <a:gd name="T2" fmla="*/ 0 w 327"/>
                  <a:gd name="T3" fmla="*/ 10 h 20"/>
                  <a:gd name="T4" fmla="*/ 10 w 327"/>
                  <a:gd name="T5" fmla="*/ 0 h 20"/>
                  <a:gd name="T6" fmla="*/ 317 w 327"/>
                  <a:gd name="T7" fmla="*/ 0 h 20"/>
                  <a:gd name="T8" fmla="*/ 327 w 327"/>
                  <a:gd name="T9" fmla="*/ 10 h 20"/>
                  <a:gd name="T10" fmla="*/ 317 w 327"/>
                  <a:gd name="T11" fmla="*/ 20 h 20"/>
                  <a:gd name="T12" fmla="*/ 10 w 327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0">
                    <a:moveTo>
                      <a:pt x="10" y="20"/>
                    </a:moveTo>
                    <a:cubicBezTo>
                      <a:pt x="5" y="20"/>
                      <a:pt x="0" y="15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317" y="0"/>
                      <a:pt x="317" y="0"/>
                      <a:pt x="317" y="0"/>
                    </a:cubicBezTo>
                    <a:cubicBezTo>
                      <a:pt x="322" y="0"/>
                      <a:pt x="327" y="4"/>
                      <a:pt x="327" y="10"/>
                    </a:cubicBezTo>
                    <a:cubicBezTo>
                      <a:pt x="327" y="15"/>
                      <a:pt x="322" y="20"/>
                      <a:pt x="317" y="20"/>
                    </a:cubicBezTo>
                    <a:lnTo>
                      <a:pt x="10" y="20"/>
                    </a:ln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2" name="ïŝḻîďé"/>
              <p:cNvSpPr/>
              <p:nvPr/>
            </p:nvSpPr>
            <p:spPr bwMode="auto">
              <a:xfrm>
                <a:off x="7158038" y="2416137"/>
                <a:ext cx="846138" cy="52388"/>
              </a:xfrm>
              <a:custGeom>
                <a:avLst/>
                <a:gdLst>
                  <a:gd name="T0" fmla="*/ 10 w 327"/>
                  <a:gd name="T1" fmla="*/ 20 h 20"/>
                  <a:gd name="T2" fmla="*/ 0 w 327"/>
                  <a:gd name="T3" fmla="*/ 10 h 20"/>
                  <a:gd name="T4" fmla="*/ 10 w 327"/>
                  <a:gd name="T5" fmla="*/ 0 h 20"/>
                  <a:gd name="T6" fmla="*/ 317 w 327"/>
                  <a:gd name="T7" fmla="*/ 0 h 20"/>
                  <a:gd name="T8" fmla="*/ 327 w 327"/>
                  <a:gd name="T9" fmla="*/ 10 h 20"/>
                  <a:gd name="T10" fmla="*/ 317 w 327"/>
                  <a:gd name="T11" fmla="*/ 20 h 20"/>
                  <a:gd name="T12" fmla="*/ 10 w 327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0">
                    <a:moveTo>
                      <a:pt x="10" y="20"/>
                    </a:moveTo>
                    <a:cubicBezTo>
                      <a:pt x="5" y="20"/>
                      <a:pt x="0" y="15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317" y="0"/>
                      <a:pt x="317" y="0"/>
                      <a:pt x="317" y="0"/>
                    </a:cubicBezTo>
                    <a:cubicBezTo>
                      <a:pt x="322" y="0"/>
                      <a:pt x="327" y="5"/>
                      <a:pt x="327" y="10"/>
                    </a:cubicBezTo>
                    <a:cubicBezTo>
                      <a:pt x="327" y="15"/>
                      <a:pt x="322" y="20"/>
                      <a:pt x="317" y="20"/>
                    </a:cubicBezTo>
                    <a:lnTo>
                      <a:pt x="10" y="20"/>
                    </a:ln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3" name="îṡļîďe"/>
              <p:cNvSpPr/>
              <p:nvPr/>
            </p:nvSpPr>
            <p:spPr bwMode="auto">
              <a:xfrm>
                <a:off x="7158038" y="2566949"/>
                <a:ext cx="846138" cy="50800"/>
              </a:xfrm>
              <a:custGeom>
                <a:avLst/>
                <a:gdLst>
                  <a:gd name="T0" fmla="*/ 10 w 327"/>
                  <a:gd name="T1" fmla="*/ 20 h 20"/>
                  <a:gd name="T2" fmla="*/ 0 w 327"/>
                  <a:gd name="T3" fmla="*/ 10 h 20"/>
                  <a:gd name="T4" fmla="*/ 10 w 327"/>
                  <a:gd name="T5" fmla="*/ 0 h 20"/>
                  <a:gd name="T6" fmla="*/ 317 w 327"/>
                  <a:gd name="T7" fmla="*/ 0 h 20"/>
                  <a:gd name="T8" fmla="*/ 327 w 327"/>
                  <a:gd name="T9" fmla="*/ 10 h 20"/>
                  <a:gd name="T10" fmla="*/ 317 w 327"/>
                  <a:gd name="T11" fmla="*/ 20 h 20"/>
                  <a:gd name="T12" fmla="*/ 10 w 327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0">
                    <a:moveTo>
                      <a:pt x="10" y="20"/>
                    </a:moveTo>
                    <a:cubicBezTo>
                      <a:pt x="5" y="20"/>
                      <a:pt x="0" y="16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317" y="0"/>
                      <a:pt x="317" y="0"/>
                      <a:pt x="317" y="0"/>
                    </a:cubicBezTo>
                    <a:cubicBezTo>
                      <a:pt x="322" y="0"/>
                      <a:pt x="327" y="5"/>
                      <a:pt x="327" y="10"/>
                    </a:cubicBezTo>
                    <a:cubicBezTo>
                      <a:pt x="327" y="16"/>
                      <a:pt x="322" y="20"/>
                      <a:pt x="317" y="20"/>
                    </a:cubicBezTo>
                    <a:lnTo>
                      <a:pt x="10" y="20"/>
                    </a:ln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4" name="ïŝļíḓè"/>
              <p:cNvSpPr/>
              <p:nvPr/>
            </p:nvSpPr>
            <p:spPr bwMode="auto">
              <a:xfrm>
                <a:off x="7158038" y="2719349"/>
                <a:ext cx="846138" cy="49213"/>
              </a:xfrm>
              <a:custGeom>
                <a:avLst/>
                <a:gdLst>
                  <a:gd name="T0" fmla="*/ 10 w 327"/>
                  <a:gd name="T1" fmla="*/ 19 h 19"/>
                  <a:gd name="T2" fmla="*/ 0 w 327"/>
                  <a:gd name="T3" fmla="*/ 9 h 19"/>
                  <a:gd name="T4" fmla="*/ 10 w 327"/>
                  <a:gd name="T5" fmla="*/ 0 h 19"/>
                  <a:gd name="T6" fmla="*/ 317 w 327"/>
                  <a:gd name="T7" fmla="*/ 0 h 19"/>
                  <a:gd name="T8" fmla="*/ 327 w 327"/>
                  <a:gd name="T9" fmla="*/ 9 h 19"/>
                  <a:gd name="T10" fmla="*/ 317 w 327"/>
                  <a:gd name="T11" fmla="*/ 19 h 19"/>
                  <a:gd name="T12" fmla="*/ 10 w 327"/>
                  <a:gd name="T13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19">
                    <a:moveTo>
                      <a:pt x="10" y="19"/>
                    </a:moveTo>
                    <a:cubicBezTo>
                      <a:pt x="5" y="19"/>
                      <a:pt x="0" y="15"/>
                      <a:pt x="0" y="9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317" y="0"/>
                      <a:pt x="317" y="0"/>
                      <a:pt x="317" y="0"/>
                    </a:cubicBezTo>
                    <a:cubicBezTo>
                      <a:pt x="322" y="0"/>
                      <a:pt x="327" y="4"/>
                      <a:pt x="327" y="9"/>
                    </a:cubicBezTo>
                    <a:cubicBezTo>
                      <a:pt x="327" y="15"/>
                      <a:pt x="322" y="19"/>
                      <a:pt x="317" y="19"/>
                    </a:cubicBezTo>
                    <a:lnTo>
                      <a:pt x="10" y="19"/>
                    </a:lnTo>
                    <a:close/>
                  </a:path>
                </a:pathLst>
              </a:custGeom>
              <a:solidFill>
                <a:srgbClr val="275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7" name="iśľiḋê"/>
            <p:cNvSpPr txBox="1"/>
            <p:nvPr/>
          </p:nvSpPr>
          <p:spPr>
            <a:xfrm>
              <a:off x="5271240" y="1128869"/>
              <a:ext cx="5200032" cy="1224136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 fontScale="85000" lnSpcReduction="100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altLang="zh-CN" sz="1600" b="1" dirty="0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5296430" y="2437686"/>
              <a:ext cx="6224058" cy="0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íṣľíḑe"/>
            <p:cNvGrpSpPr/>
            <p:nvPr/>
          </p:nvGrpSpPr>
          <p:grpSpPr>
            <a:xfrm>
              <a:off x="5293593" y="2899929"/>
              <a:ext cx="2771719" cy="1495789"/>
              <a:chOff x="681600" y="2809400"/>
              <a:chExt cx="2887375" cy="1495789"/>
            </a:xfrm>
          </p:grpSpPr>
          <p:sp>
            <p:nvSpPr>
              <p:cNvPr id="29" name="ï$ḷîḓê"/>
              <p:cNvSpPr txBox="1"/>
              <p:nvPr/>
            </p:nvSpPr>
            <p:spPr>
              <a:xfrm>
                <a:off x="1788357" y="2896664"/>
                <a:ext cx="1780618" cy="532336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 algn="r"/>
                <a:r>
                  <a:rPr lang="en-US" altLang="zh-CN" sz="2400" b="1" dirty="0">
                    <a:solidFill>
                      <a:schemeClr val="accent1"/>
                    </a:solidFill>
                  </a:rPr>
                  <a:t>Text here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0" name="i$ḻîḑe"/>
              <p:cNvSpPr txBox="1"/>
              <p:nvPr/>
            </p:nvSpPr>
            <p:spPr>
              <a:xfrm>
                <a:off x="681600" y="2809400"/>
                <a:ext cx="914400" cy="61960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sz="3200" dirty="0">
                    <a:solidFill>
                      <a:schemeClr val="accent1"/>
                    </a:solidFill>
                    <a:latin typeface="Impact" panose="020B0806030902050204" pitchFamily="34" charset="0"/>
                  </a:rPr>
                  <a:t>60</a:t>
                </a:r>
                <a:r>
                  <a:rPr lang="en-US" altLang="zh-CN" sz="2000" dirty="0">
                    <a:solidFill>
                      <a:schemeClr val="accent1"/>
                    </a:solidFill>
                    <a:latin typeface="Impact" panose="020B0806030902050204" pitchFamily="34" charset="0"/>
                  </a:rPr>
                  <a:t>%</a:t>
                </a:r>
                <a:endParaRPr lang="zh-CN" altLang="en-US" sz="3200" dirty="0">
                  <a:solidFill>
                    <a:schemeClr val="accen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31" name="î$ḷîḑê"/>
              <p:cNvSpPr txBox="1"/>
              <p:nvPr/>
            </p:nvSpPr>
            <p:spPr>
              <a:xfrm>
                <a:off x="681600" y="3429000"/>
                <a:ext cx="2887375" cy="876189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US" altLang="zh-CN" sz="900" dirty="0"/>
                  <a:t>You can use the icon library in </a:t>
                </a:r>
                <a:r>
                  <a:rPr lang="en-US" altLang="zh-CN" sz="900" dirty="0" err="1"/>
                  <a:t>iSlide</a:t>
                </a:r>
                <a:r>
                  <a:rPr lang="en-US" altLang="zh-CN" sz="900" dirty="0"/>
                  <a:t>  (www.islide.cc) to filter and replace existing icon elements with one click.</a:t>
                </a:r>
                <a:endParaRPr lang="en-US" altLang="zh-CN" sz="900" dirty="0"/>
              </a:p>
            </p:txBody>
          </p:sp>
          <p:cxnSp>
            <p:nvCxnSpPr>
              <p:cNvPr id="32" name="直接连接符 31"/>
              <p:cNvCxnSpPr/>
              <p:nvPr/>
            </p:nvCxnSpPr>
            <p:spPr>
              <a:xfrm>
                <a:off x="786000" y="3419273"/>
                <a:ext cx="2700000" cy="0"/>
              </a:xfrm>
              <a:prstGeom prst="line">
                <a:avLst/>
              </a:prstGeom>
              <a:ln w="3175" cap="rnd">
                <a:solidFill>
                  <a:schemeClr val="bg1">
                    <a:lumMod val="8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iŝḻïde"/>
            <p:cNvGrpSpPr/>
            <p:nvPr/>
          </p:nvGrpSpPr>
          <p:grpSpPr>
            <a:xfrm>
              <a:off x="5293593" y="4672149"/>
              <a:ext cx="2771719" cy="1495789"/>
              <a:chOff x="681600" y="2809400"/>
              <a:chExt cx="2887375" cy="1495789"/>
            </a:xfrm>
          </p:grpSpPr>
          <p:sp>
            <p:nvSpPr>
              <p:cNvPr id="25" name="ïṧ1íḋê"/>
              <p:cNvSpPr txBox="1"/>
              <p:nvPr/>
            </p:nvSpPr>
            <p:spPr>
              <a:xfrm>
                <a:off x="1788357" y="2896664"/>
                <a:ext cx="1780618" cy="532336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 algn="r"/>
                <a:r>
                  <a:rPr lang="en-US" altLang="zh-CN" sz="2400" b="1" dirty="0"/>
                  <a:t>Text here</a:t>
                </a:r>
                <a:endParaRPr lang="zh-CN" altLang="en-US" sz="2400" b="1" dirty="0"/>
              </a:p>
            </p:txBody>
          </p:sp>
          <p:sp>
            <p:nvSpPr>
              <p:cNvPr id="26" name="íṧlîďè"/>
              <p:cNvSpPr txBox="1"/>
              <p:nvPr/>
            </p:nvSpPr>
            <p:spPr>
              <a:xfrm>
                <a:off x="681600" y="2809400"/>
                <a:ext cx="914400" cy="61960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sz="3200" dirty="0">
                    <a:solidFill>
                      <a:schemeClr val="tx2"/>
                    </a:solidFill>
                    <a:latin typeface="Impact" panose="020B0806030902050204" pitchFamily="34" charset="0"/>
                  </a:rPr>
                  <a:t>30</a:t>
                </a:r>
                <a:r>
                  <a:rPr lang="en-US" altLang="zh-CN" sz="2000" dirty="0">
                    <a:solidFill>
                      <a:schemeClr val="tx2"/>
                    </a:solidFill>
                    <a:latin typeface="Impact" panose="020B0806030902050204" pitchFamily="34" charset="0"/>
                  </a:rPr>
                  <a:t>%</a:t>
                </a:r>
                <a:endParaRPr lang="zh-CN" altLang="en-US" sz="3200" dirty="0">
                  <a:solidFill>
                    <a:schemeClr val="tx2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27" name="ïšľiḑé"/>
              <p:cNvSpPr txBox="1"/>
              <p:nvPr/>
            </p:nvSpPr>
            <p:spPr>
              <a:xfrm>
                <a:off x="681600" y="3429000"/>
                <a:ext cx="2887375" cy="876189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US" altLang="zh-CN" sz="900" dirty="0"/>
                  <a:t>You can use the icon library in </a:t>
                </a:r>
                <a:r>
                  <a:rPr lang="en-US" altLang="zh-CN" sz="900" dirty="0" err="1"/>
                  <a:t>iSlide</a:t>
                </a:r>
                <a:r>
                  <a:rPr lang="en-US" altLang="zh-CN" sz="900" dirty="0"/>
                  <a:t>  (www.islide.cc) to filter and replace existing icon elements with one click.</a:t>
                </a:r>
                <a:endParaRPr lang="en-US" altLang="zh-CN" sz="900" dirty="0"/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>
                <a:off x="786000" y="3419273"/>
                <a:ext cx="2700000" cy="0"/>
              </a:xfrm>
              <a:prstGeom prst="line">
                <a:avLst/>
              </a:prstGeom>
              <a:ln w="3175" cap="rnd">
                <a:solidFill>
                  <a:schemeClr val="bg1">
                    <a:lumMod val="8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iṩ1ïďè"/>
            <p:cNvGrpSpPr/>
            <p:nvPr/>
          </p:nvGrpSpPr>
          <p:grpSpPr>
            <a:xfrm>
              <a:off x="8659239" y="2899929"/>
              <a:ext cx="2771719" cy="1495789"/>
              <a:chOff x="681600" y="2809400"/>
              <a:chExt cx="2887375" cy="1495789"/>
            </a:xfrm>
          </p:grpSpPr>
          <p:sp>
            <p:nvSpPr>
              <p:cNvPr id="21" name="ïšļîḍé"/>
              <p:cNvSpPr txBox="1"/>
              <p:nvPr/>
            </p:nvSpPr>
            <p:spPr>
              <a:xfrm>
                <a:off x="1788357" y="2896664"/>
                <a:ext cx="1780618" cy="532336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 algn="r"/>
                <a:r>
                  <a:rPr lang="en-US" altLang="zh-CN" sz="2400" b="1" dirty="0">
                    <a:solidFill>
                      <a:schemeClr val="accent3"/>
                    </a:solidFill>
                  </a:rPr>
                  <a:t>Text here</a:t>
                </a:r>
                <a:endParaRPr lang="zh-CN" altLang="en-US" sz="2400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2" name="i$1íḓé"/>
              <p:cNvSpPr txBox="1"/>
              <p:nvPr/>
            </p:nvSpPr>
            <p:spPr>
              <a:xfrm>
                <a:off x="681600" y="2809400"/>
                <a:ext cx="914400" cy="61960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sz="3200" dirty="0">
                    <a:solidFill>
                      <a:schemeClr val="accent3"/>
                    </a:solidFill>
                    <a:latin typeface="Impact" panose="020B0806030902050204" pitchFamily="34" charset="0"/>
                  </a:rPr>
                  <a:t>40</a:t>
                </a:r>
                <a:r>
                  <a:rPr lang="en-US" altLang="zh-CN" sz="2000" dirty="0">
                    <a:solidFill>
                      <a:schemeClr val="accent3"/>
                    </a:solidFill>
                    <a:latin typeface="Impact" panose="020B0806030902050204" pitchFamily="34" charset="0"/>
                  </a:rPr>
                  <a:t>%</a:t>
                </a:r>
                <a:endParaRPr lang="zh-CN" altLang="en-US" sz="3200" dirty="0">
                  <a:solidFill>
                    <a:schemeClr val="accent3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23" name="ïṣļíḋé"/>
              <p:cNvSpPr txBox="1"/>
              <p:nvPr/>
            </p:nvSpPr>
            <p:spPr>
              <a:xfrm>
                <a:off x="681600" y="3429000"/>
                <a:ext cx="2887375" cy="876189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US" altLang="zh-CN" sz="900" dirty="0"/>
                  <a:t>You can use the icon library in </a:t>
                </a:r>
                <a:r>
                  <a:rPr lang="en-US" altLang="zh-CN" sz="900" dirty="0" err="1"/>
                  <a:t>iSlide</a:t>
                </a:r>
                <a:r>
                  <a:rPr lang="en-US" altLang="zh-CN" sz="900" dirty="0"/>
                  <a:t>  (www.islide.cc) to filter and replace existing icon elements with one click.</a:t>
                </a:r>
                <a:endParaRPr lang="en-US" altLang="zh-CN" sz="900" dirty="0"/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786000" y="3419273"/>
                <a:ext cx="2700000" cy="0"/>
              </a:xfrm>
              <a:prstGeom prst="line">
                <a:avLst/>
              </a:prstGeom>
              <a:ln w="3175" cap="rnd">
                <a:solidFill>
                  <a:schemeClr val="bg1">
                    <a:lumMod val="8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ïsḻiḓè"/>
            <p:cNvGrpSpPr/>
            <p:nvPr/>
          </p:nvGrpSpPr>
          <p:grpSpPr>
            <a:xfrm>
              <a:off x="8659239" y="4672149"/>
              <a:ext cx="2771719" cy="1495789"/>
              <a:chOff x="681600" y="2809400"/>
              <a:chExt cx="2887375" cy="1495789"/>
            </a:xfrm>
          </p:grpSpPr>
          <p:sp>
            <p:nvSpPr>
              <p:cNvPr id="17" name="ïṡḻïḍe"/>
              <p:cNvSpPr txBox="1"/>
              <p:nvPr/>
            </p:nvSpPr>
            <p:spPr>
              <a:xfrm>
                <a:off x="1788357" y="2896664"/>
                <a:ext cx="1780618" cy="532336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pPr algn="r"/>
                <a:r>
                  <a:rPr lang="en-US" altLang="zh-CN" sz="2400" b="1" dirty="0"/>
                  <a:t>Text here</a:t>
                </a:r>
                <a:endParaRPr lang="zh-CN" altLang="en-US" sz="2400" b="1" dirty="0"/>
              </a:p>
            </p:txBody>
          </p:sp>
          <p:sp>
            <p:nvSpPr>
              <p:cNvPr id="18" name="îṣlîḓê"/>
              <p:cNvSpPr txBox="1"/>
              <p:nvPr/>
            </p:nvSpPr>
            <p:spPr>
              <a:xfrm>
                <a:off x="681600" y="2809400"/>
                <a:ext cx="914400" cy="619600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sz="3200" dirty="0">
                    <a:solidFill>
                      <a:schemeClr val="tx2"/>
                    </a:solidFill>
                    <a:latin typeface="Impact" panose="020B0806030902050204" pitchFamily="34" charset="0"/>
                  </a:rPr>
                  <a:t>52</a:t>
                </a:r>
                <a:r>
                  <a:rPr lang="en-US" altLang="zh-CN" sz="2000" dirty="0">
                    <a:solidFill>
                      <a:schemeClr val="tx2"/>
                    </a:solidFill>
                    <a:latin typeface="Impact" panose="020B0806030902050204" pitchFamily="34" charset="0"/>
                  </a:rPr>
                  <a:t>%</a:t>
                </a:r>
                <a:endParaRPr lang="zh-CN" altLang="en-US" sz="3200" dirty="0">
                  <a:solidFill>
                    <a:schemeClr val="tx2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9" name="ïṥļiḑé"/>
              <p:cNvSpPr txBox="1"/>
              <p:nvPr/>
            </p:nvSpPr>
            <p:spPr>
              <a:xfrm>
                <a:off x="681600" y="3429000"/>
                <a:ext cx="2887375" cy="876189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US" altLang="zh-CN" sz="900" dirty="0"/>
                  <a:t>You can use the icon library in </a:t>
                </a:r>
                <a:r>
                  <a:rPr lang="en-US" altLang="zh-CN" sz="900" dirty="0" err="1"/>
                  <a:t>iSlide</a:t>
                </a:r>
                <a:r>
                  <a:rPr lang="en-US" altLang="zh-CN" sz="900" dirty="0"/>
                  <a:t>  (www.islide.cc) to filter and replace existing icon elements with one click.</a:t>
                </a:r>
                <a:endParaRPr lang="en-US" altLang="zh-CN" sz="900" dirty="0"/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786000" y="3419273"/>
                <a:ext cx="2700000" cy="0"/>
              </a:xfrm>
              <a:prstGeom prst="line">
                <a:avLst/>
              </a:prstGeom>
              <a:ln w="3175" cap="rnd">
                <a:solidFill>
                  <a:schemeClr val="bg1">
                    <a:lumMod val="8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iş1íḍé"/>
            <p:cNvGrpSpPr/>
            <p:nvPr/>
          </p:nvGrpSpPr>
          <p:grpSpPr>
            <a:xfrm>
              <a:off x="2249065" y="4391636"/>
              <a:ext cx="805420" cy="445477"/>
              <a:chOff x="1525662" y="5370761"/>
              <a:chExt cx="964663" cy="533554"/>
            </a:xfrm>
          </p:grpSpPr>
          <p:sp>
            <p:nvSpPr>
              <p:cNvPr id="14" name="íslíḋe"/>
              <p:cNvSpPr txBox="1"/>
              <p:nvPr/>
            </p:nvSpPr>
            <p:spPr>
              <a:xfrm>
                <a:off x="1866438" y="5373433"/>
                <a:ext cx="623887" cy="165329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PROJECT</a:t>
                </a:r>
                <a:endParaRPr lang="zh-CN" altLang="en-US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5" name="ïş1îḓe"/>
              <p:cNvSpPr txBox="1"/>
              <p:nvPr/>
            </p:nvSpPr>
            <p:spPr>
              <a:xfrm>
                <a:off x="1525693" y="5557299"/>
                <a:ext cx="930260" cy="34701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</a:rPr>
                  <a:t>PLAN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îṡļïḍe"/>
              <p:cNvSpPr txBox="1"/>
              <p:nvPr/>
            </p:nvSpPr>
            <p:spPr>
              <a:xfrm>
                <a:off x="1525662" y="5370761"/>
                <a:ext cx="321742" cy="164811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2018</a:t>
                </a:r>
                <a:endParaRPr lang="zh-CN" altLang="en-US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</p:grpSp>
      </p:grpSp>
      <p:pic>
        <p:nvPicPr>
          <p:cNvPr id="206" name="图片 205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83bc5b74-fc86-4cf9-a3c9-e029cc83dea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30300"/>
            <a:ext cx="10850335" cy="4983752"/>
            <a:chOff x="669925" y="1130300"/>
            <a:chExt cx="10850335" cy="4983752"/>
          </a:xfrm>
        </p:grpSpPr>
        <p:sp>
          <p:nvSpPr>
            <p:cNvPr id="6" name="íṡľídê"/>
            <p:cNvSpPr/>
            <p:nvPr/>
          </p:nvSpPr>
          <p:spPr>
            <a:xfrm>
              <a:off x="3740347" y="3512946"/>
              <a:ext cx="2042755" cy="2601105"/>
            </a:xfrm>
            <a:prstGeom prst="upArrow">
              <a:avLst>
                <a:gd name="adj1" fmla="val 50000"/>
                <a:gd name="adj2" fmla="val 56152"/>
              </a:avLst>
            </a:prstGeom>
            <a:blipFill>
              <a:blip r:embed="rId2"/>
              <a:stretch>
                <a:fillRect l="-46160" r="-4558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sp>
          <p:nvSpPr>
            <p:cNvPr id="7" name="íŝlîḑe"/>
            <p:cNvSpPr/>
            <p:nvPr/>
          </p:nvSpPr>
          <p:spPr>
            <a:xfrm>
              <a:off x="6408899" y="3512946"/>
              <a:ext cx="2042755" cy="2601105"/>
            </a:xfrm>
            <a:prstGeom prst="upArrow">
              <a:avLst>
                <a:gd name="adj1" fmla="val 50000"/>
                <a:gd name="adj2" fmla="val 56152"/>
              </a:avLst>
            </a:prstGeom>
            <a:blipFill>
              <a:blip r:embed="rId2"/>
              <a:srcRect/>
              <a:stretch>
                <a:fillRect l="-104569" t="-6882" r="-1435" b="-552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8" name="îšľiďé"/>
            <p:cNvSpPr/>
            <p:nvPr/>
          </p:nvSpPr>
          <p:spPr>
            <a:xfrm>
              <a:off x="4761724" y="2451100"/>
              <a:ext cx="2668554" cy="3662952"/>
            </a:xfrm>
            <a:prstGeom prst="upArrow">
              <a:avLst>
                <a:gd name="adj1" fmla="val 50000"/>
                <a:gd name="adj2" fmla="val 5615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9" name="iṩliḑè"/>
            <p:cNvSpPr/>
            <p:nvPr/>
          </p:nvSpPr>
          <p:spPr bwMode="auto">
            <a:xfrm>
              <a:off x="4238183" y="1572104"/>
              <a:ext cx="3715634" cy="6994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0" name="ïṧ1îdé"/>
            <p:cNvSpPr txBox="1"/>
            <p:nvPr/>
          </p:nvSpPr>
          <p:spPr bwMode="auto">
            <a:xfrm>
              <a:off x="4238182" y="1130300"/>
              <a:ext cx="371563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grpSp>
          <p:nvGrpSpPr>
            <p:cNvPr id="11" name="ïśḷïḓé"/>
            <p:cNvGrpSpPr/>
            <p:nvPr/>
          </p:nvGrpSpPr>
          <p:grpSpPr>
            <a:xfrm>
              <a:off x="669925" y="2689534"/>
              <a:ext cx="3715636" cy="1141295"/>
              <a:chOff x="669925" y="2592553"/>
              <a:chExt cx="3715636" cy="1141295"/>
            </a:xfrm>
          </p:grpSpPr>
          <p:sp>
            <p:nvSpPr>
              <p:cNvPr id="18" name="ïṧlidé"/>
              <p:cNvSpPr/>
              <p:nvPr/>
            </p:nvSpPr>
            <p:spPr bwMode="auto">
              <a:xfrm>
                <a:off x="669927" y="3034357"/>
                <a:ext cx="3715634" cy="699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9" name="íṩľïḓe"/>
              <p:cNvSpPr txBox="1"/>
              <p:nvPr/>
            </p:nvSpPr>
            <p:spPr bwMode="auto">
              <a:xfrm>
                <a:off x="669925" y="2592553"/>
                <a:ext cx="3715636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2" name="iśļiḑè"/>
            <p:cNvGrpSpPr/>
            <p:nvPr/>
          </p:nvGrpSpPr>
          <p:grpSpPr>
            <a:xfrm>
              <a:off x="7804624" y="2689534"/>
              <a:ext cx="3715636" cy="1141295"/>
              <a:chOff x="7804624" y="2689534"/>
              <a:chExt cx="3715636" cy="1141295"/>
            </a:xfrm>
          </p:grpSpPr>
          <p:sp>
            <p:nvSpPr>
              <p:cNvPr id="16" name="îśḷíḍe"/>
              <p:cNvSpPr/>
              <p:nvPr/>
            </p:nvSpPr>
            <p:spPr bwMode="auto">
              <a:xfrm>
                <a:off x="7804626" y="3131338"/>
                <a:ext cx="3715634" cy="699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7" name="îṣlïḓê"/>
              <p:cNvSpPr txBox="1"/>
              <p:nvPr/>
            </p:nvSpPr>
            <p:spPr bwMode="auto">
              <a:xfrm>
                <a:off x="7804624" y="2689534"/>
                <a:ext cx="3715636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3" name="îṥlïḋè"/>
            <p:cNvGrpSpPr/>
            <p:nvPr/>
          </p:nvGrpSpPr>
          <p:grpSpPr>
            <a:xfrm>
              <a:off x="5613887" y="2235987"/>
              <a:ext cx="971552" cy="971552"/>
              <a:chOff x="5595704" y="2411685"/>
              <a:chExt cx="971552" cy="971552"/>
            </a:xfrm>
          </p:grpSpPr>
          <p:sp>
            <p:nvSpPr>
              <p:cNvPr id="14" name="i$ḷiḍè"/>
              <p:cNvSpPr/>
              <p:nvPr/>
            </p:nvSpPr>
            <p:spPr bwMode="auto">
              <a:xfrm>
                <a:off x="5595704" y="2411685"/>
                <a:ext cx="971552" cy="971552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2"/>
                </a:solidFill>
              </a:ln>
              <a:effectLst/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3200"/>
              </a:p>
            </p:txBody>
          </p:sp>
          <p:sp>
            <p:nvSpPr>
              <p:cNvPr id="15" name="ïŝļîḑê"/>
              <p:cNvSpPr/>
              <p:nvPr/>
            </p:nvSpPr>
            <p:spPr bwMode="auto">
              <a:xfrm>
                <a:off x="5909241" y="2717602"/>
                <a:ext cx="373523" cy="359717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 lnSpcReduction="10000"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7ce716e8-99ff-47e2-9d28-3a2198457e0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700809"/>
            <a:ext cx="10861722" cy="4055852"/>
            <a:chOff x="669925" y="1700809"/>
            <a:chExt cx="10861722" cy="4055852"/>
          </a:xfrm>
        </p:grpSpPr>
        <p:sp>
          <p:nvSpPr>
            <p:cNvPr id="6" name="ïŝľíde"/>
            <p:cNvSpPr/>
            <p:nvPr/>
          </p:nvSpPr>
          <p:spPr>
            <a:xfrm>
              <a:off x="5207840" y="2957750"/>
              <a:ext cx="1541973" cy="15419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7" name="işļíḑé"/>
            <p:cNvSpPr/>
            <p:nvPr/>
          </p:nvSpPr>
          <p:spPr>
            <a:xfrm>
              <a:off x="6958646" y="1700809"/>
              <a:ext cx="1169263" cy="11692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8" name="í$lîḍè"/>
            <p:cNvSpPr/>
            <p:nvPr/>
          </p:nvSpPr>
          <p:spPr>
            <a:xfrm>
              <a:off x="7583575" y="3144105"/>
              <a:ext cx="1169263" cy="11692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9" name="îs1îḑê"/>
            <p:cNvSpPr/>
            <p:nvPr/>
          </p:nvSpPr>
          <p:spPr>
            <a:xfrm>
              <a:off x="6958646" y="4587398"/>
              <a:ext cx="1169263" cy="11692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0" name="î$liḍè"/>
            <p:cNvSpPr/>
            <p:nvPr/>
          </p:nvSpPr>
          <p:spPr bwMode="auto">
            <a:xfrm>
              <a:off x="5674753" y="3245208"/>
              <a:ext cx="608151" cy="967051"/>
            </a:xfrm>
            <a:custGeom>
              <a:avLst/>
              <a:gdLst/>
              <a:ahLst/>
              <a:cxnLst>
                <a:cxn ang="0">
                  <a:pos x="42" y="115"/>
                </a:cxn>
                <a:cxn ang="0">
                  <a:pos x="30" y="115"/>
                </a:cxn>
                <a:cxn ang="0">
                  <a:pos x="30" y="102"/>
                </a:cxn>
                <a:cxn ang="0">
                  <a:pos x="10" y="94"/>
                </a:cxn>
                <a:cxn ang="0">
                  <a:pos x="0" y="77"/>
                </a:cxn>
                <a:cxn ang="0">
                  <a:pos x="19" y="73"/>
                </a:cxn>
                <a:cxn ang="0">
                  <a:pos x="37" y="85"/>
                </a:cxn>
                <a:cxn ang="0">
                  <a:pos x="47" y="83"/>
                </a:cxn>
                <a:cxn ang="0">
                  <a:pos x="51" y="76"/>
                </a:cxn>
                <a:cxn ang="0">
                  <a:pos x="47" y="70"/>
                </a:cxn>
                <a:cxn ang="0">
                  <a:pos x="36" y="66"/>
                </a:cxn>
                <a:cxn ang="0">
                  <a:pos x="20" y="62"/>
                </a:cxn>
                <a:cxn ang="0">
                  <a:pos x="9" y="53"/>
                </a:cxn>
                <a:cxn ang="0">
                  <a:pos x="4" y="39"/>
                </a:cxn>
                <a:cxn ang="0">
                  <a:pos x="12" y="21"/>
                </a:cxn>
                <a:cxn ang="0">
                  <a:pos x="30" y="11"/>
                </a:cxn>
                <a:cxn ang="0">
                  <a:pos x="30" y="0"/>
                </a:cxn>
                <a:cxn ang="0">
                  <a:pos x="42" y="0"/>
                </a:cxn>
                <a:cxn ang="0">
                  <a:pos x="42" y="11"/>
                </a:cxn>
                <a:cxn ang="0">
                  <a:pos x="51" y="13"/>
                </a:cxn>
                <a:cxn ang="0">
                  <a:pos x="59" y="17"/>
                </a:cxn>
                <a:cxn ang="0">
                  <a:pos x="70" y="32"/>
                </a:cxn>
                <a:cxn ang="0">
                  <a:pos x="52" y="38"/>
                </a:cxn>
                <a:cxn ang="0">
                  <a:pos x="37" y="27"/>
                </a:cxn>
                <a:cxn ang="0">
                  <a:pos x="25" y="35"/>
                </a:cxn>
                <a:cxn ang="0">
                  <a:pos x="28" y="41"/>
                </a:cxn>
                <a:cxn ang="0">
                  <a:pos x="37" y="44"/>
                </a:cxn>
                <a:cxn ang="0">
                  <a:pos x="60" y="51"/>
                </a:cxn>
                <a:cxn ang="0">
                  <a:pos x="72" y="73"/>
                </a:cxn>
                <a:cxn ang="0">
                  <a:pos x="68" y="87"/>
                </a:cxn>
                <a:cxn ang="0">
                  <a:pos x="57" y="97"/>
                </a:cxn>
                <a:cxn ang="0">
                  <a:pos x="49" y="100"/>
                </a:cxn>
                <a:cxn ang="0">
                  <a:pos x="42" y="102"/>
                </a:cxn>
                <a:cxn ang="0">
                  <a:pos x="42" y="115"/>
                </a:cxn>
              </a:cxnLst>
              <a:rect l="0" t="0" r="r" b="b"/>
              <a:pathLst>
                <a:path w="72" h="115">
                  <a:moveTo>
                    <a:pt x="42" y="115"/>
                  </a:moveTo>
                  <a:cubicBezTo>
                    <a:pt x="30" y="115"/>
                    <a:pt x="30" y="115"/>
                    <a:pt x="30" y="115"/>
                  </a:cubicBezTo>
                  <a:cubicBezTo>
                    <a:pt x="30" y="102"/>
                    <a:pt x="30" y="102"/>
                    <a:pt x="30" y="102"/>
                  </a:cubicBezTo>
                  <a:cubicBezTo>
                    <a:pt x="22" y="101"/>
                    <a:pt x="16" y="98"/>
                    <a:pt x="10" y="94"/>
                  </a:cubicBezTo>
                  <a:cubicBezTo>
                    <a:pt x="5" y="90"/>
                    <a:pt x="2" y="85"/>
                    <a:pt x="0" y="77"/>
                  </a:cubicBezTo>
                  <a:cubicBezTo>
                    <a:pt x="19" y="73"/>
                    <a:pt x="19" y="73"/>
                    <a:pt x="19" y="73"/>
                  </a:cubicBezTo>
                  <a:cubicBezTo>
                    <a:pt x="21" y="81"/>
                    <a:pt x="27" y="85"/>
                    <a:pt x="37" y="85"/>
                  </a:cubicBezTo>
                  <a:cubicBezTo>
                    <a:pt x="41" y="85"/>
                    <a:pt x="44" y="85"/>
                    <a:pt x="47" y="83"/>
                  </a:cubicBezTo>
                  <a:cubicBezTo>
                    <a:pt x="50" y="82"/>
                    <a:pt x="51" y="79"/>
                    <a:pt x="51" y="76"/>
                  </a:cubicBezTo>
                  <a:cubicBezTo>
                    <a:pt x="51" y="73"/>
                    <a:pt x="50" y="71"/>
                    <a:pt x="47" y="70"/>
                  </a:cubicBezTo>
                  <a:cubicBezTo>
                    <a:pt x="44" y="68"/>
                    <a:pt x="41" y="67"/>
                    <a:pt x="36" y="66"/>
                  </a:cubicBezTo>
                  <a:cubicBezTo>
                    <a:pt x="29" y="65"/>
                    <a:pt x="24" y="63"/>
                    <a:pt x="20" y="62"/>
                  </a:cubicBezTo>
                  <a:cubicBezTo>
                    <a:pt x="15" y="60"/>
                    <a:pt x="12" y="57"/>
                    <a:pt x="9" y="53"/>
                  </a:cubicBezTo>
                  <a:cubicBezTo>
                    <a:pt x="6" y="50"/>
                    <a:pt x="4" y="45"/>
                    <a:pt x="4" y="39"/>
                  </a:cubicBezTo>
                  <a:cubicBezTo>
                    <a:pt x="4" y="32"/>
                    <a:pt x="7" y="26"/>
                    <a:pt x="12" y="21"/>
                  </a:cubicBezTo>
                  <a:cubicBezTo>
                    <a:pt x="17" y="15"/>
                    <a:pt x="23" y="12"/>
                    <a:pt x="30" y="1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5" y="11"/>
                    <a:pt x="48" y="12"/>
                    <a:pt x="51" y="13"/>
                  </a:cubicBezTo>
                  <a:cubicBezTo>
                    <a:pt x="54" y="14"/>
                    <a:pt x="56" y="15"/>
                    <a:pt x="59" y="17"/>
                  </a:cubicBezTo>
                  <a:cubicBezTo>
                    <a:pt x="64" y="20"/>
                    <a:pt x="67" y="25"/>
                    <a:pt x="70" y="32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0" y="31"/>
                    <a:pt x="45" y="27"/>
                    <a:pt x="37" y="27"/>
                  </a:cubicBezTo>
                  <a:cubicBezTo>
                    <a:pt x="29" y="27"/>
                    <a:pt x="25" y="30"/>
                    <a:pt x="25" y="35"/>
                  </a:cubicBezTo>
                  <a:cubicBezTo>
                    <a:pt x="25" y="38"/>
                    <a:pt x="26" y="40"/>
                    <a:pt x="28" y="41"/>
                  </a:cubicBezTo>
                  <a:cubicBezTo>
                    <a:pt x="30" y="42"/>
                    <a:pt x="33" y="43"/>
                    <a:pt x="37" y="44"/>
                  </a:cubicBezTo>
                  <a:cubicBezTo>
                    <a:pt x="48" y="46"/>
                    <a:pt x="56" y="49"/>
                    <a:pt x="60" y="51"/>
                  </a:cubicBezTo>
                  <a:cubicBezTo>
                    <a:pt x="68" y="56"/>
                    <a:pt x="72" y="64"/>
                    <a:pt x="72" y="73"/>
                  </a:cubicBezTo>
                  <a:cubicBezTo>
                    <a:pt x="72" y="78"/>
                    <a:pt x="71" y="83"/>
                    <a:pt x="68" y="87"/>
                  </a:cubicBezTo>
                  <a:cubicBezTo>
                    <a:pt x="65" y="91"/>
                    <a:pt x="61" y="95"/>
                    <a:pt x="57" y="97"/>
                  </a:cubicBezTo>
                  <a:cubicBezTo>
                    <a:pt x="54" y="99"/>
                    <a:pt x="52" y="100"/>
                    <a:pt x="49" y="100"/>
                  </a:cubicBezTo>
                  <a:cubicBezTo>
                    <a:pt x="47" y="101"/>
                    <a:pt x="44" y="102"/>
                    <a:pt x="42" y="102"/>
                  </a:cubicBezTo>
                  <a:lnTo>
                    <a:pt x="42" y="1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grpSp>
          <p:nvGrpSpPr>
            <p:cNvPr id="11" name="îşļidé"/>
            <p:cNvGrpSpPr/>
            <p:nvPr/>
          </p:nvGrpSpPr>
          <p:grpSpPr>
            <a:xfrm>
              <a:off x="3333658" y="3144105"/>
              <a:ext cx="1169263" cy="1169263"/>
              <a:chOff x="3333658" y="3144103"/>
              <a:chExt cx="1169262" cy="1169262"/>
            </a:xfrm>
          </p:grpSpPr>
          <p:sp>
            <p:nvSpPr>
              <p:cNvPr id="34" name="ïṧlîḓé"/>
              <p:cNvSpPr/>
              <p:nvPr/>
            </p:nvSpPr>
            <p:spPr>
              <a:xfrm flipH="1">
                <a:off x="3333658" y="3144103"/>
                <a:ext cx="1169262" cy="116926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35" name="íṧľiḑe"/>
              <p:cNvSpPr/>
              <p:nvPr/>
            </p:nvSpPr>
            <p:spPr bwMode="auto">
              <a:xfrm>
                <a:off x="3620021" y="3398423"/>
                <a:ext cx="596536" cy="660623"/>
              </a:xfrm>
              <a:custGeom>
                <a:avLst/>
                <a:gdLst/>
                <a:ahLst/>
                <a:cxnLst>
                  <a:cxn ang="0">
                    <a:pos x="46" y="62"/>
                  </a:cxn>
                  <a:cxn ang="0">
                    <a:pos x="10" y="62"/>
                  </a:cxn>
                  <a:cxn ang="0">
                    <a:pos x="0" y="52"/>
                  </a:cxn>
                  <a:cxn ang="0">
                    <a:pos x="14" y="29"/>
                  </a:cxn>
                  <a:cxn ang="0">
                    <a:pos x="28" y="34"/>
                  </a:cxn>
                  <a:cxn ang="0">
                    <a:pos x="42" y="29"/>
                  </a:cxn>
                  <a:cxn ang="0">
                    <a:pos x="56" y="52"/>
                  </a:cxn>
                  <a:cxn ang="0">
                    <a:pos x="46" y="62"/>
                  </a:cxn>
                  <a:cxn ang="0">
                    <a:pos x="28" y="31"/>
                  </a:cxn>
                  <a:cxn ang="0">
                    <a:pos x="13" y="16"/>
                  </a:cxn>
                  <a:cxn ang="0">
                    <a:pos x="28" y="0"/>
                  </a:cxn>
                  <a:cxn ang="0">
                    <a:pos x="43" y="16"/>
                  </a:cxn>
                  <a:cxn ang="0">
                    <a:pos x="28" y="31"/>
                  </a:cxn>
                </a:cxnLst>
                <a:rect l="0" t="0" r="r" b="b"/>
                <a:pathLst>
                  <a:path w="56" h="62">
                    <a:moveTo>
                      <a:pt x="46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4" y="62"/>
                      <a:pt x="0" y="58"/>
                      <a:pt x="0" y="52"/>
                    </a:cubicBezTo>
                    <a:cubicBezTo>
                      <a:pt x="0" y="43"/>
                      <a:pt x="2" y="29"/>
                      <a:pt x="14" y="29"/>
                    </a:cubicBezTo>
                    <a:cubicBezTo>
                      <a:pt x="15" y="29"/>
                      <a:pt x="20" y="34"/>
                      <a:pt x="28" y="34"/>
                    </a:cubicBezTo>
                    <a:cubicBezTo>
                      <a:pt x="36" y="34"/>
                      <a:pt x="41" y="29"/>
                      <a:pt x="42" y="29"/>
                    </a:cubicBezTo>
                    <a:cubicBezTo>
                      <a:pt x="54" y="29"/>
                      <a:pt x="56" y="43"/>
                      <a:pt x="56" y="52"/>
                    </a:cubicBezTo>
                    <a:cubicBezTo>
                      <a:pt x="56" y="58"/>
                      <a:pt x="52" y="62"/>
                      <a:pt x="46" y="62"/>
                    </a:cubicBezTo>
                    <a:close/>
                    <a:moveTo>
                      <a:pt x="28" y="31"/>
                    </a:moveTo>
                    <a:cubicBezTo>
                      <a:pt x="20" y="31"/>
                      <a:pt x="13" y="24"/>
                      <a:pt x="13" y="16"/>
                    </a:cubicBezTo>
                    <a:cubicBezTo>
                      <a:pt x="13" y="7"/>
                      <a:pt x="20" y="0"/>
                      <a:pt x="28" y="0"/>
                    </a:cubicBezTo>
                    <a:cubicBezTo>
                      <a:pt x="37" y="0"/>
                      <a:pt x="43" y="7"/>
                      <a:pt x="43" y="16"/>
                    </a:cubicBezTo>
                    <a:cubicBezTo>
                      <a:pt x="43" y="24"/>
                      <a:pt x="37" y="31"/>
                      <a:pt x="28" y="3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</p:grpSp>
        <p:sp>
          <p:nvSpPr>
            <p:cNvPr id="12" name="ïsļîḑé"/>
            <p:cNvSpPr/>
            <p:nvPr/>
          </p:nvSpPr>
          <p:spPr bwMode="auto">
            <a:xfrm>
              <a:off x="7869157" y="3434015"/>
              <a:ext cx="598111" cy="589443"/>
            </a:xfrm>
            <a:custGeom>
              <a:avLst/>
              <a:gdLst/>
              <a:ahLst/>
              <a:cxnLst>
                <a:cxn ang="0">
                  <a:pos x="59" y="63"/>
                </a:cxn>
                <a:cxn ang="0">
                  <a:pos x="55" y="61"/>
                </a:cxn>
                <a:cxn ang="0">
                  <a:pos x="42" y="48"/>
                </a:cxn>
                <a:cxn ang="0">
                  <a:pos x="27" y="53"/>
                </a:cxn>
                <a:cxn ang="0">
                  <a:pos x="0" y="26"/>
                </a:cxn>
                <a:cxn ang="0">
                  <a:pos x="27" y="0"/>
                </a:cxn>
                <a:cxn ang="0">
                  <a:pos x="54" y="26"/>
                </a:cxn>
                <a:cxn ang="0">
                  <a:pos x="49" y="41"/>
                </a:cxn>
                <a:cxn ang="0">
                  <a:pos x="62" y="54"/>
                </a:cxn>
                <a:cxn ang="0">
                  <a:pos x="64" y="58"/>
                </a:cxn>
                <a:cxn ang="0">
                  <a:pos x="59" y="63"/>
                </a:cxn>
                <a:cxn ang="0">
                  <a:pos x="27" y="9"/>
                </a:cxn>
                <a:cxn ang="0">
                  <a:pos x="10" y="26"/>
                </a:cxn>
                <a:cxn ang="0">
                  <a:pos x="27" y="43"/>
                </a:cxn>
                <a:cxn ang="0">
                  <a:pos x="44" y="26"/>
                </a:cxn>
                <a:cxn ang="0">
                  <a:pos x="27" y="9"/>
                </a:cxn>
              </a:cxnLst>
              <a:rect l="0" t="0" r="r" b="b"/>
              <a:pathLst>
                <a:path w="64" h="63">
                  <a:moveTo>
                    <a:pt x="59" y="63"/>
                  </a:moveTo>
                  <a:cubicBezTo>
                    <a:pt x="57" y="63"/>
                    <a:pt x="56" y="62"/>
                    <a:pt x="55" y="61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38" y="51"/>
                    <a:pt x="33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32"/>
                    <a:pt x="52" y="37"/>
                    <a:pt x="49" y="41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3" y="55"/>
                    <a:pt x="64" y="57"/>
                    <a:pt x="64" y="58"/>
                  </a:cubicBezTo>
                  <a:cubicBezTo>
                    <a:pt x="64" y="61"/>
                    <a:pt x="61" y="63"/>
                    <a:pt x="59" y="63"/>
                  </a:cubicBezTo>
                  <a:close/>
                  <a:moveTo>
                    <a:pt x="27" y="9"/>
                  </a:moveTo>
                  <a:cubicBezTo>
                    <a:pt x="18" y="9"/>
                    <a:pt x="10" y="17"/>
                    <a:pt x="10" y="26"/>
                  </a:cubicBezTo>
                  <a:cubicBezTo>
                    <a:pt x="10" y="36"/>
                    <a:pt x="18" y="43"/>
                    <a:pt x="27" y="43"/>
                  </a:cubicBezTo>
                  <a:cubicBezTo>
                    <a:pt x="37" y="43"/>
                    <a:pt x="44" y="36"/>
                    <a:pt x="44" y="26"/>
                  </a:cubicBezTo>
                  <a:cubicBezTo>
                    <a:pt x="44" y="17"/>
                    <a:pt x="37" y="9"/>
                    <a:pt x="27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3" name="íṥlíḑe"/>
            <p:cNvSpPr/>
            <p:nvPr/>
          </p:nvSpPr>
          <p:spPr bwMode="auto">
            <a:xfrm>
              <a:off x="7222434" y="1964595"/>
              <a:ext cx="641695" cy="641695"/>
            </a:xfrm>
            <a:custGeom>
              <a:avLst/>
              <a:gdLst/>
              <a:ahLst/>
              <a:cxnLst>
                <a:cxn ang="0">
                  <a:pos x="81" y="37"/>
                </a:cxn>
                <a:cxn ang="0">
                  <a:pos x="38" y="80"/>
                </a:cxn>
                <a:cxn ang="0">
                  <a:pos x="21" y="77"/>
                </a:cxn>
                <a:cxn ang="0">
                  <a:pos x="0" y="124"/>
                </a:cxn>
                <a:cxn ang="0">
                  <a:pos x="38" y="167"/>
                </a:cxn>
                <a:cxn ang="0">
                  <a:pos x="1" y="210"/>
                </a:cxn>
                <a:cxn ang="0">
                  <a:pos x="21" y="257"/>
                </a:cxn>
                <a:cxn ang="0">
                  <a:pos x="38" y="253"/>
                </a:cxn>
                <a:cxn ang="0">
                  <a:pos x="81" y="297"/>
                </a:cxn>
                <a:cxn ang="0">
                  <a:pos x="78" y="314"/>
                </a:cxn>
                <a:cxn ang="0">
                  <a:pos x="125" y="334"/>
                </a:cxn>
                <a:cxn ang="0">
                  <a:pos x="168" y="297"/>
                </a:cxn>
                <a:cxn ang="0">
                  <a:pos x="210" y="334"/>
                </a:cxn>
                <a:cxn ang="0">
                  <a:pos x="258" y="314"/>
                </a:cxn>
                <a:cxn ang="0">
                  <a:pos x="254" y="297"/>
                </a:cxn>
                <a:cxn ang="0">
                  <a:pos x="297" y="253"/>
                </a:cxn>
                <a:cxn ang="0">
                  <a:pos x="315" y="257"/>
                </a:cxn>
                <a:cxn ang="0">
                  <a:pos x="335" y="210"/>
                </a:cxn>
                <a:cxn ang="0">
                  <a:pos x="297" y="167"/>
                </a:cxn>
                <a:cxn ang="0">
                  <a:pos x="335" y="124"/>
                </a:cxn>
                <a:cxn ang="0">
                  <a:pos x="315" y="77"/>
                </a:cxn>
                <a:cxn ang="0">
                  <a:pos x="297" y="80"/>
                </a:cxn>
                <a:cxn ang="0">
                  <a:pos x="254" y="37"/>
                </a:cxn>
                <a:cxn ang="0">
                  <a:pos x="258" y="20"/>
                </a:cxn>
                <a:cxn ang="0">
                  <a:pos x="210" y="0"/>
                </a:cxn>
                <a:cxn ang="0">
                  <a:pos x="168" y="37"/>
                </a:cxn>
                <a:cxn ang="0">
                  <a:pos x="125" y="0"/>
                </a:cxn>
                <a:cxn ang="0">
                  <a:pos x="78" y="20"/>
                </a:cxn>
                <a:cxn ang="0">
                  <a:pos x="81" y="37"/>
                </a:cxn>
                <a:cxn ang="0">
                  <a:pos x="168" y="60"/>
                </a:cxn>
                <a:cxn ang="0">
                  <a:pos x="274" y="167"/>
                </a:cxn>
                <a:cxn ang="0">
                  <a:pos x="168" y="274"/>
                </a:cxn>
                <a:cxn ang="0">
                  <a:pos x="61" y="167"/>
                </a:cxn>
                <a:cxn ang="0">
                  <a:pos x="168" y="60"/>
                </a:cxn>
              </a:cxnLst>
              <a:rect l="0" t="0" r="r" b="b"/>
              <a:pathLst>
                <a:path w="335" h="334">
                  <a:moveTo>
                    <a:pt x="81" y="37"/>
                  </a:moveTo>
                  <a:cubicBezTo>
                    <a:pt x="81" y="61"/>
                    <a:pt x="62" y="80"/>
                    <a:pt x="38" y="80"/>
                  </a:cubicBezTo>
                  <a:cubicBezTo>
                    <a:pt x="32" y="80"/>
                    <a:pt x="26" y="79"/>
                    <a:pt x="21" y="77"/>
                  </a:cubicBezTo>
                  <a:cubicBezTo>
                    <a:pt x="12" y="91"/>
                    <a:pt x="5" y="107"/>
                    <a:pt x="0" y="124"/>
                  </a:cubicBezTo>
                  <a:cubicBezTo>
                    <a:pt x="22" y="127"/>
                    <a:pt x="38" y="145"/>
                    <a:pt x="38" y="167"/>
                  </a:cubicBezTo>
                  <a:cubicBezTo>
                    <a:pt x="38" y="189"/>
                    <a:pt x="22" y="207"/>
                    <a:pt x="1" y="210"/>
                  </a:cubicBezTo>
                  <a:cubicBezTo>
                    <a:pt x="5" y="227"/>
                    <a:pt x="12" y="243"/>
                    <a:pt x="21" y="257"/>
                  </a:cubicBezTo>
                  <a:cubicBezTo>
                    <a:pt x="26" y="255"/>
                    <a:pt x="32" y="253"/>
                    <a:pt x="38" y="253"/>
                  </a:cubicBezTo>
                  <a:cubicBezTo>
                    <a:pt x="62" y="253"/>
                    <a:pt x="81" y="273"/>
                    <a:pt x="81" y="297"/>
                  </a:cubicBezTo>
                  <a:cubicBezTo>
                    <a:pt x="81" y="303"/>
                    <a:pt x="80" y="309"/>
                    <a:pt x="78" y="314"/>
                  </a:cubicBezTo>
                  <a:cubicBezTo>
                    <a:pt x="92" y="323"/>
                    <a:pt x="108" y="330"/>
                    <a:pt x="125" y="334"/>
                  </a:cubicBezTo>
                  <a:cubicBezTo>
                    <a:pt x="128" y="313"/>
                    <a:pt x="146" y="297"/>
                    <a:pt x="168" y="297"/>
                  </a:cubicBezTo>
                  <a:cubicBezTo>
                    <a:pt x="190" y="297"/>
                    <a:pt x="208" y="313"/>
                    <a:pt x="210" y="334"/>
                  </a:cubicBezTo>
                  <a:cubicBezTo>
                    <a:pt x="227" y="330"/>
                    <a:pt x="243" y="323"/>
                    <a:pt x="258" y="314"/>
                  </a:cubicBezTo>
                  <a:cubicBezTo>
                    <a:pt x="255" y="309"/>
                    <a:pt x="254" y="303"/>
                    <a:pt x="254" y="297"/>
                  </a:cubicBezTo>
                  <a:cubicBezTo>
                    <a:pt x="254" y="273"/>
                    <a:pt x="273" y="253"/>
                    <a:pt x="297" y="253"/>
                  </a:cubicBezTo>
                  <a:cubicBezTo>
                    <a:pt x="304" y="253"/>
                    <a:pt x="309" y="255"/>
                    <a:pt x="315" y="257"/>
                  </a:cubicBezTo>
                  <a:cubicBezTo>
                    <a:pt x="324" y="243"/>
                    <a:pt x="331" y="227"/>
                    <a:pt x="335" y="210"/>
                  </a:cubicBezTo>
                  <a:cubicBezTo>
                    <a:pt x="314" y="207"/>
                    <a:pt x="297" y="189"/>
                    <a:pt x="297" y="167"/>
                  </a:cubicBezTo>
                  <a:cubicBezTo>
                    <a:pt x="297" y="145"/>
                    <a:pt x="314" y="127"/>
                    <a:pt x="335" y="124"/>
                  </a:cubicBezTo>
                  <a:cubicBezTo>
                    <a:pt x="331" y="107"/>
                    <a:pt x="324" y="91"/>
                    <a:pt x="315" y="77"/>
                  </a:cubicBezTo>
                  <a:cubicBezTo>
                    <a:pt x="309" y="79"/>
                    <a:pt x="304" y="80"/>
                    <a:pt x="297" y="80"/>
                  </a:cubicBezTo>
                  <a:cubicBezTo>
                    <a:pt x="273" y="80"/>
                    <a:pt x="254" y="61"/>
                    <a:pt x="254" y="37"/>
                  </a:cubicBezTo>
                  <a:cubicBezTo>
                    <a:pt x="254" y="31"/>
                    <a:pt x="255" y="25"/>
                    <a:pt x="258" y="20"/>
                  </a:cubicBezTo>
                  <a:cubicBezTo>
                    <a:pt x="243" y="11"/>
                    <a:pt x="227" y="4"/>
                    <a:pt x="210" y="0"/>
                  </a:cubicBezTo>
                  <a:cubicBezTo>
                    <a:pt x="208" y="21"/>
                    <a:pt x="190" y="37"/>
                    <a:pt x="168" y="37"/>
                  </a:cubicBezTo>
                  <a:cubicBezTo>
                    <a:pt x="146" y="37"/>
                    <a:pt x="128" y="21"/>
                    <a:pt x="125" y="0"/>
                  </a:cubicBezTo>
                  <a:cubicBezTo>
                    <a:pt x="108" y="4"/>
                    <a:pt x="92" y="11"/>
                    <a:pt x="78" y="20"/>
                  </a:cubicBezTo>
                  <a:cubicBezTo>
                    <a:pt x="80" y="25"/>
                    <a:pt x="81" y="31"/>
                    <a:pt x="81" y="37"/>
                  </a:cubicBezTo>
                  <a:close/>
                  <a:moveTo>
                    <a:pt x="168" y="60"/>
                  </a:moveTo>
                  <a:cubicBezTo>
                    <a:pt x="227" y="60"/>
                    <a:pt x="274" y="108"/>
                    <a:pt x="274" y="167"/>
                  </a:cubicBezTo>
                  <a:cubicBezTo>
                    <a:pt x="274" y="226"/>
                    <a:pt x="227" y="274"/>
                    <a:pt x="168" y="274"/>
                  </a:cubicBezTo>
                  <a:cubicBezTo>
                    <a:pt x="109" y="274"/>
                    <a:pt x="61" y="226"/>
                    <a:pt x="61" y="167"/>
                  </a:cubicBezTo>
                  <a:cubicBezTo>
                    <a:pt x="61" y="108"/>
                    <a:pt x="109" y="60"/>
                    <a:pt x="168" y="6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grpSp>
          <p:nvGrpSpPr>
            <p:cNvPr id="14" name="íṥ1ïḋê"/>
            <p:cNvGrpSpPr/>
            <p:nvPr/>
          </p:nvGrpSpPr>
          <p:grpSpPr>
            <a:xfrm>
              <a:off x="7236053" y="4906344"/>
              <a:ext cx="614392" cy="531365"/>
              <a:chOff x="4343400" y="2343150"/>
              <a:chExt cx="444500" cy="384434"/>
            </a:xfrm>
            <a:solidFill>
              <a:schemeClr val="bg1"/>
            </a:solidFill>
          </p:grpSpPr>
          <p:sp>
            <p:nvSpPr>
              <p:cNvPr id="31" name="iṩ1íḑê"/>
              <p:cNvSpPr/>
              <p:nvPr/>
            </p:nvSpPr>
            <p:spPr bwMode="auto">
              <a:xfrm>
                <a:off x="4343400" y="2427245"/>
                <a:ext cx="55263" cy="300339"/>
              </a:xfrm>
              <a:custGeom>
                <a:avLst/>
                <a:gdLst/>
                <a:ahLst/>
                <a:cxnLst>
                  <a:cxn ang="0">
                    <a:pos x="0" y="14"/>
                  </a:cxn>
                  <a:cxn ang="0">
                    <a:pos x="0" y="65"/>
                  </a:cxn>
                  <a:cxn ang="0">
                    <a:pos x="14" y="79"/>
                  </a:cxn>
                  <a:cxn ang="0">
                    <a:pos x="14" y="0"/>
                  </a:cxn>
                  <a:cxn ang="0">
                    <a:pos x="0" y="14"/>
                  </a:cxn>
                </a:cxnLst>
                <a:rect l="0" t="0" r="r" b="b"/>
                <a:pathLst>
                  <a:path w="14" h="79">
                    <a:moveTo>
                      <a:pt x="0" y="14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0" y="73"/>
                      <a:pt x="6" y="79"/>
                      <a:pt x="14" y="7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32" name="ïşļiḍê"/>
              <p:cNvSpPr/>
              <p:nvPr/>
            </p:nvSpPr>
            <p:spPr bwMode="auto">
              <a:xfrm>
                <a:off x="4424975" y="2343150"/>
                <a:ext cx="276311" cy="384432"/>
              </a:xfrm>
              <a:custGeom>
                <a:avLst/>
                <a:gdLst/>
                <a:ahLst/>
                <a:cxnLst>
                  <a:cxn ang="0">
                    <a:pos x="58" y="7"/>
                  </a:cxn>
                  <a:cxn ang="0">
                    <a:pos x="50" y="0"/>
                  </a:cxn>
                  <a:cxn ang="0">
                    <a:pos x="21" y="0"/>
                  </a:cxn>
                  <a:cxn ang="0">
                    <a:pos x="14" y="7"/>
                  </a:cxn>
                  <a:cxn ang="0">
                    <a:pos x="14" y="22"/>
                  </a:cxn>
                  <a:cxn ang="0">
                    <a:pos x="0" y="22"/>
                  </a:cxn>
                  <a:cxn ang="0">
                    <a:pos x="0" y="101"/>
                  </a:cxn>
                  <a:cxn ang="0">
                    <a:pos x="72" y="101"/>
                  </a:cxn>
                  <a:cxn ang="0">
                    <a:pos x="72" y="22"/>
                  </a:cxn>
                  <a:cxn ang="0">
                    <a:pos x="58" y="22"/>
                  </a:cxn>
                  <a:cxn ang="0">
                    <a:pos x="58" y="7"/>
                  </a:cxn>
                  <a:cxn ang="0">
                    <a:pos x="50" y="22"/>
                  </a:cxn>
                  <a:cxn ang="0">
                    <a:pos x="21" y="22"/>
                  </a:cxn>
                  <a:cxn ang="0">
                    <a:pos x="21" y="7"/>
                  </a:cxn>
                  <a:cxn ang="0">
                    <a:pos x="50" y="7"/>
                  </a:cxn>
                  <a:cxn ang="0">
                    <a:pos x="50" y="22"/>
                  </a:cxn>
                </a:cxnLst>
                <a:rect l="0" t="0" r="r" b="b"/>
                <a:pathLst>
                  <a:path w="72" h="101">
                    <a:moveTo>
                      <a:pt x="58" y="7"/>
                    </a:moveTo>
                    <a:cubicBezTo>
                      <a:pt x="58" y="3"/>
                      <a:pt x="54" y="0"/>
                      <a:pt x="5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7" y="0"/>
                      <a:pt x="14" y="3"/>
                      <a:pt x="14" y="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72" y="101"/>
                      <a:pt x="72" y="101"/>
                      <a:pt x="72" y="101"/>
                    </a:cubicBezTo>
                    <a:cubicBezTo>
                      <a:pt x="72" y="22"/>
                      <a:pt x="72" y="22"/>
                      <a:pt x="72" y="22"/>
                    </a:cubicBezTo>
                    <a:cubicBezTo>
                      <a:pt x="58" y="22"/>
                      <a:pt x="58" y="22"/>
                      <a:pt x="58" y="22"/>
                    </a:cubicBezTo>
                    <a:lnTo>
                      <a:pt x="58" y="7"/>
                    </a:lnTo>
                    <a:close/>
                    <a:moveTo>
                      <a:pt x="50" y="22"/>
                    </a:move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50" y="7"/>
                      <a:pt x="50" y="7"/>
                      <a:pt x="50" y="7"/>
                    </a:cubicBezTo>
                    <a:lnTo>
                      <a:pt x="50" y="2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  <p:sp>
            <p:nvSpPr>
              <p:cNvPr id="33" name="íšļîḍé"/>
              <p:cNvSpPr/>
              <p:nvPr/>
            </p:nvSpPr>
            <p:spPr bwMode="auto">
              <a:xfrm>
                <a:off x="4730235" y="2427245"/>
                <a:ext cx="57665" cy="30033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9"/>
                  </a:cxn>
                  <a:cxn ang="0">
                    <a:pos x="15" y="65"/>
                  </a:cxn>
                  <a:cxn ang="0">
                    <a:pos x="15" y="14"/>
                  </a:cxn>
                  <a:cxn ang="0">
                    <a:pos x="0" y="0"/>
                  </a:cxn>
                </a:cxnLst>
                <a:rect l="0" t="0" r="r" b="b"/>
                <a:pathLst>
                  <a:path w="15" h="79">
                    <a:moveTo>
                      <a:pt x="0" y="0"/>
                    </a:moveTo>
                    <a:cubicBezTo>
                      <a:pt x="0" y="79"/>
                      <a:pt x="0" y="79"/>
                      <a:pt x="0" y="79"/>
                    </a:cubicBezTo>
                    <a:cubicBezTo>
                      <a:pt x="8" y="79"/>
                      <a:pt x="15" y="73"/>
                      <a:pt x="15" y="65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5" y="6"/>
                      <a:pt x="8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</a:p>
            </p:txBody>
          </p:sp>
        </p:grpSp>
        <p:grpSp>
          <p:nvGrpSpPr>
            <p:cNvPr id="15" name="ïṩḻiḑe"/>
            <p:cNvGrpSpPr/>
            <p:nvPr/>
          </p:nvGrpSpPr>
          <p:grpSpPr>
            <a:xfrm>
              <a:off x="8127909" y="1739138"/>
              <a:ext cx="3403738" cy="944997"/>
              <a:chOff x="8369298" y="1680562"/>
              <a:chExt cx="2327132" cy="944997"/>
            </a:xfrm>
          </p:grpSpPr>
          <p:sp>
            <p:nvSpPr>
              <p:cNvPr id="29" name="ïṡľïḑè"/>
              <p:cNvSpPr/>
              <p:nvPr/>
            </p:nvSpPr>
            <p:spPr bwMode="auto">
              <a:xfrm>
                <a:off x="8369298" y="2068160"/>
                <a:ext cx="2327132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text……</a:t>
                </a:r>
                <a:endParaRPr lang="en-US" altLang="zh-CN" sz="1100" dirty="0"/>
              </a:p>
            </p:txBody>
          </p:sp>
          <p:sp>
            <p:nvSpPr>
              <p:cNvPr id="30" name="ísḷîḓê"/>
              <p:cNvSpPr txBox="1"/>
              <p:nvPr/>
            </p:nvSpPr>
            <p:spPr bwMode="auto">
              <a:xfrm>
                <a:off x="8369298" y="1680562"/>
                <a:ext cx="2327132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6" name="îṣlïḓe"/>
            <p:cNvGrpSpPr/>
            <p:nvPr/>
          </p:nvGrpSpPr>
          <p:grpSpPr>
            <a:xfrm>
              <a:off x="8753951" y="3256234"/>
              <a:ext cx="2768123" cy="944997"/>
              <a:chOff x="8369298" y="1680562"/>
              <a:chExt cx="2327132" cy="944997"/>
            </a:xfrm>
          </p:grpSpPr>
          <p:sp>
            <p:nvSpPr>
              <p:cNvPr id="27" name="iṣ1íḋè"/>
              <p:cNvSpPr/>
              <p:nvPr/>
            </p:nvSpPr>
            <p:spPr bwMode="auto">
              <a:xfrm>
                <a:off x="8369298" y="2068160"/>
                <a:ext cx="2327132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text……</a:t>
                </a:r>
                <a:endParaRPr lang="en-US" altLang="zh-CN" sz="1100" dirty="0"/>
              </a:p>
            </p:txBody>
          </p:sp>
          <p:sp>
            <p:nvSpPr>
              <p:cNvPr id="28" name="îṧlíḍé"/>
              <p:cNvSpPr txBox="1"/>
              <p:nvPr/>
            </p:nvSpPr>
            <p:spPr bwMode="auto">
              <a:xfrm>
                <a:off x="8369298" y="1680562"/>
                <a:ext cx="2327132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7" name="íšļïde"/>
            <p:cNvGrpSpPr/>
            <p:nvPr/>
          </p:nvGrpSpPr>
          <p:grpSpPr>
            <a:xfrm>
              <a:off x="8116748" y="4699526"/>
              <a:ext cx="3403739" cy="944997"/>
              <a:chOff x="8369298" y="1680562"/>
              <a:chExt cx="2327132" cy="944997"/>
            </a:xfrm>
          </p:grpSpPr>
          <p:sp>
            <p:nvSpPr>
              <p:cNvPr id="25" name="îŝḷïḋé"/>
              <p:cNvSpPr/>
              <p:nvPr/>
            </p:nvSpPr>
            <p:spPr bwMode="auto">
              <a:xfrm>
                <a:off x="8369298" y="2068160"/>
                <a:ext cx="2327132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text……</a:t>
                </a:r>
                <a:endParaRPr lang="en-US" altLang="zh-CN" sz="1100" dirty="0"/>
              </a:p>
            </p:txBody>
          </p:sp>
          <p:sp>
            <p:nvSpPr>
              <p:cNvPr id="26" name="iŝlíḍè"/>
              <p:cNvSpPr txBox="1"/>
              <p:nvPr/>
            </p:nvSpPr>
            <p:spPr bwMode="auto">
              <a:xfrm>
                <a:off x="8369298" y="1680562"/>
                <a:ext cx="2327132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8" name="îšļïḋè"/>
            <p:cNvGrpSpPr/>
            <p:nvPr/>
          </p:nvGrpSpPr>
          <p:grpSpPr>
            <a:xfrm>
              <a:off x="669925" y="3256236"/>
              <a:ext cx="2663733" cy="1048222"/>
              <a:chOff x="8369298" y="1680562"/>
              <a:chExt cx="2327132" cy="1048222"/>
            </a:xfrm>
          </p:grpSpPr>
          <p:sp>
            <p:nvSpPr>
              <p:cNvPr id="23" name="îśḻîḋè"/>
              <p:cNvSpPr/>
              <p:nvPr/>
            </p:nvSpPr>
            <p:spPr bwMode="auto">
              <a:xfrm>
                <a:off x="8369298" y="2068160"/>
                <a:ext cx="2327132" cy="660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text…..</a:t>
                </a:r>
                <a:endParaRPr lang="en-US" altLang="zh-CN" sz="1100" dirty="0"/>
              </a:p>
            </p:txBody>
          </p:sp>
          <p:sp>
            <p:nvSpPr>
              <p:cNvPr id="24" name="íslïdê"/>
              <p:cNvSpPr txBox="1"/>
              <p:nvPr/>
            </p:nvSpPr>
            <p:spPr bwMode="auto">
              <a:xfrm>
                <a:off x="8369298" y="1680562"/>
                <a:ext cx="2327132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cxnSp>
          <p:nvCxnSpPr>
            <p:cNvPr id="19" name="直接连接符 18"/>
            <p:cNvCxnSpPr>
              <a:stCxn id="34" idx="2"/>
              <a:endCxn id="6" idx="2"/>
            </p:cNvCxnSpPr>
            <p:nvPr/>
          </p:nvCxnSpPr>
          <p:spPr>
            <a:xfrm flipV="1">
              <a:off x="4502921" y="3728736"/>
              <a:ext cx="704919" cy="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  <a:headEnd type="triangl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6" idx="6"/>
              <a:endCxn id="8" idx="2"/>
            </p:cNvCxnSpPr>
            <p:nvPr/>
          </p:nvCxnSpPr>
          <p:spPr>
            <a:xfrm>
              <a:off x="6749813" y="3728736"/>
              <a:ext cx="833762" cy="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  <a:headEnd type="oval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6" idx="7"/>
              <a:endCxn id="7" idx="3"/>
            </p:cNvCxnSpPr>
            <p:nvPr/>
          </p:nvCxnSpPr>
          <p:spPr>
            <a:xfrm flipV="1">
              <a:off x="6523996" y="2698837"/>
              <a:ext cx="605885" cy="48473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  <a:headEnd type="oval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6" idx="5"/>
              <a:endCxn id="9" idx="1"/>
            </p:cNvCxnSpPr>
            <p:nvPr/>
          </p:nvCxnSpPr>
          <p:spPr>
            <a:xfrm>
              <a:off x="6523996" y="4273905"/>
              <a:ext cx="605885" cy="484728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  <a:headEnd type="oval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图片 36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96972" y="524736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/05</a:t>
            </a:r>
            <a:endParaRPr lang="zh-CN" altLang="en-US" spc="100" dirty="0">
              <a:solidFill>
                <a:schemeClr val="bg1">
                  <a:lumMod val="85000"/>
                </a:schemeClr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C:\Users\xin\Desktop\中科大.png中科大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991533" y="149987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5614a77-0ddb-4449-a9ba-0f861133a66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099" y="1256408"/>
            <a:ext cx="10847389" cy="4751584"/>
            <a:chOff x="673099" y="1256408"/>
            <a:chExt cx="10847389" cy="4751584"/>
          </a:xfrm>
        </p:grpSpPr>
        <p:sp>
          <p:nvSpPr>
            <p:cNvPr id="6" name="îS1íḓè"/>
            <p:cNvSpPr/>
            <p:nvPr/>
          </p:nvSpPr>
          <p:spPr bwMode="auto">
            <a:xfrm>
              <a:off x="6892297" y="4688413"/>
              <a:ext cx="1322336" cy="1319579"/>
            </a:xfrm>
            <a:custGeom>
              <a:avLst/>
              <a:gdLst>
                <a:gd name="T0" fmla="*/ 259 w 453"/>
                <a:gd name="T1" fmla="*/ 452 h 452"/>
                <a:gd name="T2" fmla="*/ 269 w 453"/>
                <a:gd name="T3" fmla="*/ 393 h 452"/>
                <a:gd name="T4" fmla="*/ 314 w 453"/>
                <a:gd name="T5" fmla="*/ 374 h 452"/>
                <a:gd name="T6" fmla="*/ 363 w 453"/>
                <a:gd name="T7" fmla="*/ 409 h 452"/>
                <a:gd name="T8" fmla="*/ 409 w 453"/>
                <a:gd name="T9" fmla="*/ 363 h 452"/>
                <a:gd name="T10" fmla="*/ 375 w 453"/>
                <a:gd name="T11" fmla="*/ 313 h 452"/>
                <a:gd name="T12" fmla="*/ 393 w 453"/>
                <a:gd name="T13" fmla="*/ 269 h 452"/>
                <a:gd name="T14" fmla="*/ 453 w 453"/>
                <a:gd name="T15" fmla="*/ 258 h 452"/>
                <a:gd name="T16" fmla="*/ 452 w 453"/>
                <a:gd name="T17" fmla="*/ 193 h 452"/>
                <a:gd name="T18" fmla="*/ 393 w 453"/>
                <a:gd name="T19" fmla="*/ 183 h 452"/>
                <a:gd name="T20" fmla="*/ 391 w 453"/>
                <a:gd name="T21" fmla="*/ 178 h 452"/>
                <a:gd name="T22" fmla="*/ 391 w 453"/>
                <a:gd name="T23" fmla="*/ 178 h 452"/>
                <a:gd name="T24" fmla="*/ 384 w 453"/>
                <a:gd name="T25" fmla="*/ 161 h 452"/>
                <a:gd name="T26" fmla="*/ 381 w 453"/>
                <a:gd name="T27" fmla="*/ 152 h 452"/>
                <a:gd name="T28" fmla="*/ 381 w 453"/>
                <a:gd name="T29" fmla="*/ 152 h 452"/>
                <a:gd name="T30" fmla="*/ 375 w 453"/>
                <a:gd name="T31" fmla="*/ 139 h 452"/>
                <a:gd name="T32" fmla="*/ 409 w 453"/>
                <a:gd name="T33" fmla="*/ 89 h 452"/>
                <a:gd name="T34" fmla="*/ 363 w 453"/>
                <a:gd name="T35" fmla="*/ 43 h 452"/>
                <a:gd name="T36" fmla="*/ 314 w 453"/>
                <a:gd name="T37" fmla="*/ 78 h 452"/>
                <a:gd name="T38" fmla="*/ 269 w 453"/>
                <a:gd name="T39" fmla="*/ 59 h 452"/>
                <a:gd name="T40" fmla="*/ 259 w 453"/>
                <a:gd name="T41" fmla="*/ 0 h 452"/>
                <a:gd name="T42" fmla="*/ 194 w 453"/>
                <a:gd name="T43" fmla="*/ 0 h 452"/>
                <a:gd name="T44" fmla="*/ 183 w 453"/>
                <a:gd name="T45" fmla="*/ 59 h 452"/>
                <a:gd name="T46" fmla="*/ 139 w 453"/>
                <a:gd name="T47" fmla="*/ 78 h 452"/>
                <a:gd name="T48" fmla="*/ 90 w 453"/>
                <a:gd name="T49" fmla="*/ 43 h 452"/>
                <a:gd name="T50" fmla="*/ 43 w 453"/>
                <a:gd name="T51" fmla="*/ 89 h 452"/>
                <a:gd name="T52" fmla="*/ 78 w 453"/>
                <a:gd name="T53" fmla="*/ 139 h 452"/>
                <a:gd name="T54" fmla="*/ 59 w 453"/>
                <a:gd name="T55" fmla="*/ 183 h 452"/>
                <a:gd name="T56" fmla="*/ 0 w 453"/>
                <a:gd name="T57" fmla="*/ 193 h 452"/>
                <a:gd name="T58" fmla="*/ 0 w 453"/>
                <a:gd name="T59" fmla="*/ 259 h 452"/>
                <a:gd name="T60" fmla="*/ 60 w 453"/>
                <a:gd name="T61" fmla="*/ 269 h 452"/>
                <a:gd name="T62" fmla="*/ 78 w 453"/>
                <a:gd name="T63" fmla="*/ 314 h 452"/>
                <a:gd name="T64" fmla="*/ 44 w 453"/>
                <a:gd name="T65" fmla="*/ 363 h 452"/>
                <a:gd name="T66" fmla="*/ 90 w 453"/>
                <a:gd name="T67" fmla="*/ 409 h 452"/>
                <a:gd name="T68" fmla="*/ 139 w 453"/>
                <a:gd name="T69" fmla="*/ 374 h 452"/>
                <a:gd name="T70" fmla="*/ 184 w 453"/>
                <a:gd name="T71" fmla="*/ 393 h 452"/>
                <a:gd name="T72" fmla="*/ 194 w 453"/>
                <a:gd name="T73" fmla="*/ 452 h 452"/>
                <a:gd name="T74" fmla="*/ 259 w 453"/>
                <a:gd name="T75" fmla="*/ 452 h 452"/>
                <a:gd name="T76" fmla="*/ 346 w 453"/>
                <a:gd name="T77" fmla="*/ 210 h 452"/>
                <a:gd name="T78" fmla="*/ 243 w 453"/>
                <a:gd name="T79" fmla="*/ 346 h 452"/>
                <a:gd name="T80" fmla="*/ 106 w 453"/>
                <a:gd name="T81" fmla="*/ 242 h 452"/>
                <a:gd name="T82" fmla="*/ 210 w 453"/>
                <a:gd name="T83" fmla="*/ 106 h 452"/>
                <a:gd name="T84" fmla="*/ 266 w 453"/>
                <a:gd name="T85" fmla="*/ 111 h 452"/>
                <a:gd name="T86" fmla="*/ 266 w 453"/>
                <a:gd name="T87" fmla="*/ 111 h 452"/>
                <a:gd name="T88" fmla="*/ 312 w 453"/>
                <a:gd name="T89" fmla="*/ 140 h 452"/>
                <a:gd name="T90" fmla="*/ 331 w 453"/>
                <a:gd name="T91" fmla="*/ 165 h 452"/>
                <a:gd name="T92" fmla="*/ 346 w 453"/>
                <a:gd name="T93" fmla="*/ 21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53" h="452">
                  <a:moveTo>
                    <a:pt x="259" y="452"/>
                  </a:moveTo>
                  <a:cubicBezTo>
                    <a:pt x="269" y="393"/>
                    <a:pt x="269" y="393"/>
                    <a:pt x="269" y="393"/>
                  </a:cubicBezTo>
                  <a:cubicBezTo>
                    <a:pt x="314" y="374"/>
                    <a:pt x="314" y="374"/>
                    <a:pt x="314" y="374"/>
                  </a:cubicBezTo>
                  <a:cubicBezTo>
                    <a:pt x="363" y="409"/>
                    <a:pt x="363" y="409"/>
                    <a:pt x="363" y="409"/>
                  </a:cubicBezTo>
                  <a:cubicBezTo>
                    <a:pt x="409" y="363"/>
                    <a:pt x="409" y="363"/>
                    <a:pt x="409" y="363"/>
                  </a:cubicBezTo>
                  <a:cubicBezTo>
                    <a:pt x="375" y="313"/>
                    <a:pt x="375" y="313"/>
                    <a:pt x="375" y="313"/>
                  </a:cubicBezTo>
                  <a:cubicBezTo>
                    <a:pt x="393" y="269"/>
                    <a:pt x="393" y="269"/>
                    <a:pt x="393" y="269"/>
                  </a:cubicBezTo>
                  <a:cubicBezTo>
                    <a:pt x="453" y="258"/>
                    <a:pt x="453" y="258"/>
                    <a:pt x="453" y="258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393" y="183"/>
                    <a:pt x="393" y="183"/>
                    <a:pt x="393" y="183"/>
                  </a:cubicBezTo>
                  <a:cubicBezTo>
                    <a:pt x="391" y="178"/>
                    <a:pt x="391" y="178"/>
                    <a:pt x="391" y="178"/>
                  </a:cubicBezTo>
                  <a:cubicBezTo>
                    <a:pt x="391" y="178"/>
                    <a:pt x="391" y="178"/>
                    <a:pt x="391" y="178"/>
                  </a:cubicBezTo>
                  <a:cubicBezTo>
                    <a:pt x="384" y="161"/>
                    <a:pt x="384" y="161"/>
                    <a:pt x="384" y="161"/>
                  </a:cubicBezTo>
                  <a:cubicBezTo>
                    <a:pt x="381" y="152"/>
                    <a:pt x="381" y="152"/>
                    <a:pt x="381" y="152"/>
                  </a:cubicBezTo>
                  <a:cubicBezTo>
                    <a:pt x="381" y="152"/>
                    <a:pt x="381" y="152"/>
                    <a:pt x="381" y="152"/>
                  </a:cubicBezTo>
                  <a:cubicBezTo>
                    <a:pt x="375" y="139"/>
                    <a:pt x="375" y="139"/>
                    <a:pt x="375" y="139"/>
                  </a:cubicBezTo>
                  <a:cubicBezTo>
                    <a:pt x="409" y="89"/>
                    <a:pt x="409" y="89"/>
                    <a:pt x="409" y="89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14" y="78"/>
                    <a:pt x="314" y="78"/>
                    <a:pt x="314" y="78"/>
                  </a:cubicBezTo>
                  <a:cubicBezTo>
                    <a:pt x="269" y="59"/>
                    <a:pt x="269" y="59"/>
                    <a:pt x="269" y="59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39" y="78"/>
                    <a:pt x="139" y="78"/>
                    <a:pt x="139" y="78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59" y="183"/>
                    <a:pt x="59" y="183"/>
                    <a:pt x="59" y="18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78" y="314"/>
                    <a:pt x="78" y="314"/>
                    <a:pt x="78" y="314"/>
                  </a:cubicBezTo>
                  <a:cubicBezTo>
                    <a:pt x="44" y="363"/>
                    <a:pt x="44" y="363"/>
                    <a:pt x="44" y="363"/>
                  </a:cubicBezTo>
                  <a:cubicBezTo>
                    <a:pt x="90" y="409"/>
                    <a:pt x="90" y="409"/>
                    <a:pt x="90" y="409"/>
                  </a:cubicBezTo>
                  <a:cubicBezTo>
                    <a:pt x="139" y="374"/>
                    <a:pt x="139" y="374"/>
                    <a:pt x="139" y="374"/>
                  </a:cubicBezTo>
                  <a:cubicBezTo>
                    <a:pt x="184" y="393"/>
                    <a:pt x="184" y="393"/>
                    <a:pt x="184" y="393"/>
                  </a:cubicBezTo>
                  <a:cubicBezTo>
                    <a:pt x="194" y="452"/>
                    <a:pt x="194" y="452"/>
                    <a:pt x="194" y="452"/>
                  </a:cubicBezTo>
                  <a:cubicBezTo>
                    <a:pt x="259" y="452"/>
                    <a:pt x="259" y="452"/>
                    <a:pt x="259" y="452"/>
                  </a:cubicBezTo>
                  <a:close/>
                  <a:moveTo>
                    <a:pt x="346" y="210"/>
                  </a:moveTo>
                  <a:cubicBezTo>
                    <a:pt x="355" y="276"/>
                    <a:pt x="309" y="337"/>
                    <a:pt x="243" y="346"/>
                  </a:cubicBezTo>
                  <a:cubicBezTo>
                    <a:pt x="177" y="355"/>
                    <a:pt x="115" y="308"/>
                    <a:pt x="106" y="242"/>
                  </a:cubicBezTo>
                  <a:cubicBezTo>
                    <a:pt x="97" y="176"/>
                    <a:pt x="144" y="115"/>
                    <a:pt x="210" y="106"/>
                  </a:cubicBezTo>
                  <a:cubicBezTo>
                    <a:pt x="229" y="103"/>
                    <a:pt x="248" y="105"/>
                    <a:pt x="266" y="111"/>
                  </a:cubicBezTo>
                  <a:cubicBezTo>
                    <a:pt x="266" y="111"/>
                    <a:pt x="266" y="111"/>
                    <a:pt x="266" y="111"/>
                  </a:cubicBezTo>
                  <a:cubicBezTo>
                    <a:pt x="283" y="117"/>
                    <a:pt x="299" y="127"/>
                    <a:pt x="312" y="140"/>
                  </a:cubicBezTo>
                  <a:cubicBezTo>
                    <a:pt x="319" y="148"/>
                    <a:pt x="326" y="156"/>
                    <a:pt x="331" y="165"/>
                  </a:cubicBezTo>
                  <a:cubicBezTo>
                    <a:pt x="339" y="179"/>
                    <a:pt x="344" y="194"/>
                    <a:pt x="346" y="2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íṣlïḓè"/>
            <p:cNvSpPr/>
            <p:nvPr/>
          </p:nvSpPr>
          <p:spPr bwMode="auto">
            <a:xfrm>
              <a:off x="6886783" y="1697645"/>
              <a:ext cx="1318199" cy="1319579"/>
            </a:xfrm>
            <a:custGeom>
              <a:avLst/>
              <a:gdLst>
                <a:gd name="T0" fmla="*/ 259 w 452"/>
                <a:gd name="T1" fmla="*/ 452 h 452"/>
                <a:gd name="T2" fmla="*/ 269 w 452"/>
                <a:gd name="T3" fmla="*/ 393 h 452"/>
                <a:gd name="T4" fmla="*/ 314 w 452"/>
                <a:gd name="T5" fmla="*/ 374 h 452"/>
                <a:gd name="T6" fmla="*/ 363 w 452"/>
                <a:gd name="T7" fmla="*/ 409 h 452"/>
                <a:gd name="T8" fmla="*/ 409 w 452"/>
                <a:gd name="T9" fmla="*/ 363 h 452"/>
                <a:gd name="T10" fmla="*/ 375 w 452"/>
                <a:gd name="T11" fmla="*/ 313 h 452"/>
                <a:gd name="T12" fmla="*/ 393 w 452"/>
                <a:gd name="T13" fmla="*/ 269 h 452"/>
                <a:gd name="T14" fmla="*/ 452 w 452"/>
                <a:gd name="T15" fmla="*/ 259 h 452"/>
                <a:gd name="T16" fmla="*/ 452 w 452"/>
                <a:gd name="T17" fmla="*/ 193 h 452"/>
                <a:gd name="T18" fmla="*/ 393 w 452"/>
                <a:gd name="T19" fmla="*/ 183 h 452"/>
                <a:gd name="T20" fmla="*/ 391 w 452"/>
                <a:gd name="T21" fmla="*/ 178 h 452"/>
                <a:gd name="T22" fmla="*/ 391 w 452"/>
                <a:gd name="T23" fmla="*/ 178 h 452"/>
                <a:gd name="T24" fmla="*/ 384 w 452"/>
                <a:gd name="T25" fmla="*/ 161 h 452"/>
                <a:gd name="T26" fmla="*/ 380 w 452"/>
                <a:gd name="T27" fmla="*/ 152 h 452"/>
                <a:gd name="T28" fmla="*/ 380 w 452"/>
                <a:gd name="T29" fmla="*/ 152 h 452"/>
                <a:gd name="T30" fmla="*/ 375 w 452"/>
                <a:gd name="T31" fmla="*/ 139 h 452"/>
                <a:gd name="T32" fmla="*/ 409 w 452"/>
                <a:gd name="T33" fmla="*/ 89 h 452"/>
                <a:gd name="T34" fmla="*/ 363 w 452"/>
                <a:gd name="T35" fmla="*/ 43 h 452"/>
                <a:gd name="T36" fmla="*/ 314 w 452"/>
                <a:gd name="T37" fmla="*/ 78 h 452"/>
                <a:gd name="T38" fmla="*/ 269 w 452"/>
                <a:gd name="T39" fmla="*/ 59 h 452"/>
                <a:gd name="T40" fmla="*/ 259 w 452"/>
                <a:gd name="T41" fmla="*/ 0 h 452"/>
                <a:gd name="T42" fmla="*/ 193 w 452"/>
                <a:gd name="T43" fmla="*/ 0 h 452"/>
                <a:gd name="T44" fmla="*/ 183 w 452"/>
                <a:gd name="T45" fmla="*/ 59 h 452"/>
                <a:gd name="T46" fmla="*/ 138 w 452"/>
                <a:gd name="T47" fmla="*/ 78 h 452"/>
                <a:gd name="T48" fmla="*/ 89 w 452"/>
                <a:gd name="T49" fmla="*/ 43 h 452"/>
                <a:gd name="T50" fmla="*/ 43 w 452"/>
                <a:gd name="T51" fmla="*/ 89 h 452"/>
                <a:gd name="T52" fmla="*/ 78 w 452"/>
                <a:gd name="T53" fmla="*/ 139 h 452"/>
                <a:gd name="T54" fmla="*/ 59 w 452"/>
                <a:gd name="T55" fmla="*/ 183 h 452"/>
                <a:gd name="T56" fmla="*/ 0 w 452"/>
                <a:gd name="T57" fmla="*/ 193 h 452"/>
                <a:gd name="T58" fmla="*/ 0 w 452"/>
                <a:gd name="T59" fmla="*/ 259 h 452"/>
                <a:gd name="T60" fmla="*/ 60 w 452"/>
                <a:gd name="T61" fmla="*/ 269 h 452"/>
                <a:gd name="T62" fmla="*/ 78 w 452"/>
                <a:gd name="T63" fmla="*/ 314 h 452"/>
                <a:gd name="T64" fmla="*/ 43 w 452"/>
                <a:gd name="T65" fmla="*/ 363 h 452"/>
                <a:gd name="T66" fmla="*/ 90 w 452"/>
                <a:gd name="T67" fmla="*/ 409 h 452"/>
                <a:gd name="T68" fmla="*/ 139 w 452"/>
                <a:gd name="T69" fmla="*/ 374 h 452"/>
                <a:gd name="T70" fmla="*/ 183 w 452"/>
                <a:gd name="T71" fmla="*/ 393 h 452"/>
                <a:gd name="T72" fmla="*/ 194 w 452"/>
                <a:gd name="T73" fmla="*/ 452 h 452"/>
                <a:gd name="T74" fmla="*/ 259 w 452"/>
                <a:gd name="T75" fmla="*/ 452 h 452"/>
                <a:gd name="T76" fmla="*/ 346 w 452"/>
                <a:gd name="T77" fmla="*/ 210 h 452"/>
                <a:gd name="T78" fmla="*/ 243 w 452"/>
                <a:gd name="T79" fmla="*/ 346 h 452"/>
                <a:gd name="T80" fmla="*/ 106 w 452"/>
                <a:gd name="T81" fmla="*/ 242 h 452"/>
                <a:gd name="T82" fmla="*/ 210 w 452"/>
                <a:gd name="T83" fmla="*/ 106 h 452"/>
                <a:gd name="T84" fmla="*/ 266 w 452"/>
                <a:gd name="T85" fmla="*/ 111 h 452"/>
                <a:gd name="T86" fmla="*/ 266 w 452"/>
                <a:gd name="T87" fmla="*/ 111 h 452"/>
                <a:gd name="T88" fmla="*/ 312 w 452"/>
                <a:gd name="T89" fmla="*/ 140 h 452"/>
                <a:gd name="T90" fmla="*/ 331 w 452"/>
                <a:gd name="T91" fmla="*/ 165 h 452"/>
                <a:gd name="T92" fmla="*/ 346 w 452"/>
                <a:gd name="T93" fmla="*/ 21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52" h="452">
                  <a:moveTo>
                    <a:pt x="259" y="452"/>
                  </a:moveTo>
                  <a:cubicBezTo>
                    <a:pt x="269" y="393"/>
                    <a:pt x="269" y="393"/>
                    <a:pt x="269" y="393"/>
                  </a:cubicBezTo>
                  <a:cubicBezTo>
                    <a:pt x="314" y="374"/>
                    <a:pt x="314" y="374"/>
                    <a:pt x="314" y="374"/>
                  </a:cubicBezTo>
                  <a:cubicBezTo>
                    <a:pt x="363" y="409"/>
                    <a:pt x="363" y="409"/>
                    <a:pt x="363" y="409"/>
                  </a:cubicBezTo>
                  <a:cubicBezTo>
                    <a:pt x="409" y="363"/>
                    <a:pt x="409" y="363"/>
                    <a:pt x="409" y="363"/>
                  </a:cubicBezTo>
                  <a:cubicBezTo>
                    <a:pt x="375" y="313"/>
                    <a:pt x="375" y="313"/>
                    <a:pt x="375" y="313"/>
                  </a:cubicBezTo>
                  <a:cubicBezTo>
                    <a:pt x="393" y="269"/>
                    <a:pt x="393" y="269"/>
                    <a:pt x="393" y="269"/>
                  </a:cubicBezTo>
                  <a:cubicBezTo>
                    <a:pt x="452" y="259"/>
                    <a:pt x="452" y="259"/>
                    <a:pt x="452" y="259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393" y="183"/>
                    <a:pt x="393" y="183"/>
                    <a:pt x="393" y="183"/>
                  </a:cubicBezTo>
                  <a:cubicBezTo>
                    <a:pt x="391" y="178"/>
                    <a:pt x="391" y="178"/>
                    <a:pt x="391" y="178"/>
                  </a:cubicBezTo>
                  <a:cubicBezTo>
                    <a:pt x="391" y="178"/>
                    <a:pt x="391" y="178"/>
                    <a:pt x="391" y="178"/>
                  </a:cubicBezTo>
                  <a:cubicBezTo>
                    <a:pt x="384" y="161"/>
                    <a:pt x="384" y="161"/>
                    <a:pt x="384" y="161"/>
                  </a:cubicBezTo>
                  <a:cubicBezTo>
                    <a:pt x="380" y="152"/>
                    <a:pt x="380" y="152"/>
                    <a:pt x="380" y="152"/>
                  </a:cubicBezTo>
                  <a:cubicBezTo>
                    <a:pt x="380" y="152"/>
                    <a:pt x="380" y="152"/>
                    <a:pt x="380" y="152"/>
                  </a:cubicBezTo>
                  <a:cubicBezTo>
                    <a:pt x="375" y="139"/>
                    <a:pt x="375" y="139"/>
                    <a:pt x="375" y="139"/>
                  </a:cubicBezTo>
                  <a:cubicBezTo>
                    <a:pt x="409" y="89"/>
                    <a:pt x="409" y="89"/>
                    <a:pt x="409" y="89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14" y="78"/>
                    <a:pt x="314" y="78"/>
                    <a:pt x="314" y="78"/>
                  </a:cubicBezTo>
                  <a:cubicBezTo>
                    <a:pt x="269" y="59"/>
                    <a:pt x="269" y="59"/>
                    <a:pt x="269" y="59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89" y="43"/>
                    <a:pt x="89" y="43"/>
                    <a:pt x="89" y="43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59" y="183"/>
                    <a:pt x="59" y="183"/>
                    <a:pt x="59" y="18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78" y="314"/>
                    <a:pt x="78" y="314"/>
                    <a:pt x="78" y="314"/>
                  </a:cubicBezTo>
                  <a:cubicBezTo>
                    <a:pt x="43" y="363"/>
                    <a:pt x="43" y="363"/>
                    <a:pt x="43" y="363"/>
                  </a:cubicBezTo>
                  <a:cubicBezTo>
                    <a:pt x="90" y="409"/>
                    <a:pt x="90" y="409"/>
                    <a:pt x="90" y="409"/>
                  </a:cubicBezTo>
                  <a:cubicBezTo>
                    <a:pt x="139" y="374"/>
                    <a:pt x="139" y="374"/>
                    <a:pt x="139" y="374"/>
                  </a:cubicBezTo>
                  <a:cubicBezTo>
                    <a:pt x="183" y="393"/>
                    <a:pt x="183" y="393"/>
                    <a:pt x="183" y="393"/>
                  </a:cubicBezTo>
                  <a:cubicBezTo>
                    <a:pt x="194" y="452"/>
                    <a:pt x="194" y="452"/>
                    <a:pt x="194" y="452"/>
                  </a:cubicBezTo>
                  <a:cubicBezTo>
                    <a:pt x="259" y="452"/>
                    <a:pt x="259" y="452"/>
                    <a:pt x="259" y="452"/>
                  </a:cubicBezTo>
                  <a:close/>
                  <a:moveTo>
                    <a:pt x="346" y="210"/>
                  </a:moveTo>
                  <a:cubicBezTo>
                    <a:pt x="355" y="276"/>
                    <a:pt x="309" y="337"/>
                    <a:pt x="243" y="346"/>
                  </a:cubicBezTo>
                  <a:cubicBezTo>
                    <a:pt x="176" y="355"/>
                    <a:pt x="115" y="308"/>
                    <a:pt x="106" y="242"/>
                  </a:cubicBezTo>
                  <a:cubicBezTo>
                    <a:pt x="97" y="176"/>
                    <a:pt x="144" y="115"/>
                    <a:pt x="210" y="106"/>
                  </a:cubicBezTo>
                  <a:cubicBezTo>
                    <a:pt x="229" y="103"/>
                    <a:pt x="248" y="105"/>
                    <a:pt x="266" y="111"/>
                  </a:cubicBezTo>
                  <a:cubicBezTo>
                    <a:pt x="266" y="111"/>
                    <a:pt x="266" y="111"/>
                    <a:pt x="266" y="111"/>
                  </a:cubicBezTo>
                  <a:cubicBezTo>
                    <a:pt x="283" y="117"/>
                    <a:pt x="299" y="127"/>
                    <a:pt x="312" y="140"/>
                  </a:cubicBezTo>
                  <a:cubicBezTo>
                    <a:pt x="319" y="148"/>
                    <a:pt x="326" y="156"/>
                    <a:pt x="331" y="165"/>
                  </a:cubicBezTo>
                  <a:cubicBezTo>
                    <a:pt x="339" y="179"/>
                    <a:pt x="344" y="194"/>
                    <a:pt x="346" y="2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ïśḻíḓê"/>
            <p:cNvSpPr/>
            <p:nvPr/>
          </p:nvSpPr>
          <p:spPr bwMode="auto">
            <a:xfrm>
              <a:off x="5491368" y="2763512"/>
              <a:ext cx="2177235" cy="2178615"/>
            </a:xfrm>
            <a:custGeom>
              <a:avLst/>
              <a:gdLst>
                <a:gd name="T0" fmla="*/ 427 w 746"/>
                <a:gd name="T1" fmla="*/ 746 h 746"/>
                <a:gd name="T2" fmla="*/ 444 w 746"/>
                <a:gd name="T3" fmla="*/ 648 h 746"/>
                <a:gd name="T4" fmla="*/ 518 w 746"/>
                <a:gd name="T5" fmla="*/ 618 h 746"/>
                <a:gd name="T6" fmla="*/ 599 w 746"/>
                <a:gd name="T7" fmla="*/ 675 h 746"/>
                <a:gd name="T8" fmla="*/ 675 w 746"/>
                <a:gd name="T9" fmla="*/ 598 h 746"/>
                <a:gd name="T10" fmla="*/ 618 w 746"/>
                <a:gd name="T11" fmla="*/ 517 h 746"/>
                <a:gd name="T12" fmla="*/ 649 w 746"/>
                <a:gd name="T13" fmla="*/ 444 h 746"/>
                <a:gd name="T14" fmla="*/ 746 w 746"/>
                <a:gd name="T15" fmla="*/ 427 h 746"/>
                <a:gd name="T16" fmla="*/ 746 w 746"/>
                <a:gd name="T17" fmla="*/ 319 h 746"/>
                <a:gd name="T18" fmla="*/ 648 w 746"/>
                <a:gd name="T19" fmla="*/ 302 h 746"/>
                <a:gd name="T20" fmla="*/ 645 w 746"/>
                <a:gd name="T21" fmla="*/ 294 h 746"/>
                <a:gd name="T22" fmla="*/ 645 w 746"/>
                <a:gd name="T23" fmla="*/ 294 h 746"/>
                <a:gd name="T24" fmla="*/ 633 w 746"/>
                <a:gd name="T25" fmla="*/ 266 h 746"/>
                <a:gd name="T26" fmla="*/ 628 w 746"/>
                <a:gd name="T27" fmla="*/ 252 h 746"/>
                <a:gd name="T28" fmla="*/ 628 w 746"/>
                <a:gd name="T29" fmla="*/ 252 h 746"/>
                <a:gd name="T30" fmla="*/ 618 w 746"/>
                <a:gd name="T31" fmla="*/ 229 h 746"/>
                <a:gd name="T32" fmla="*/ 675 w 746"/>
                <a:gd name="T33" fmla="*/ 147 h 746"/>
                <a:gd name="T34" fmla="*/ 599 w 746"/>
                <a:gd name="T35" fmla="*/ 71 h 746"/>
                <a:gd name="T36" fmla="*/ 518 w 746"/>
                <a:gd name="T37" fmla="*/ 128 h 746"/>
                <a:gd name="T38" fmla="*/ 444 w 746"/>
                <a:gd name="T39" fmla="*/ 97 h 746"/>
                <a:gd name="T40" fmla="*/ 427 w 746"/>
                <a:gd name="T41" fmla="*/ 0 h 746"/>
                <a:gd name="T42" fmla="*/ 319 w 746"/>
                <a:gd name="T43" fmla="*/ 0 h 746"/>
                <a:gd name="T44" fmla="*/ 302 w 746"/>
                <a:gd name="T45" fmla="*/ 98 h 746"/>
                <a:gd name="T46" fmla="*/ 229 w 746"/>
                <a:gd name="T47" fmla="*/ 128 h 746"/>
                <a:gd name="T48" fmla="*/ 148 w 746"/>
                <a:gd name="T49" fmla="*/ 71 h 746"/>
                <a:gd name="T50" fmla="*/ 71 w 746"/>
                <a:gd name="T51" fmla="*/ 147 h 746"/>
                <a:gd name="T52" fmla="*/ 129 w 746"/>
                <a:gd name="T53" fmla="*/ 229 h 746"/>
                <a:gd name="T54" fmla="*/ 98 w 746"/>
                <a:gd name="T55" fmla="*/ 302 h 746"/>
                <a:gd name="T56" fmla="*/ 0 w 746"/>
                <a:gd name="T57" fmla="*/ 319 h 746"/>
                <a:gd name="T58" fmla="*/ 0 w 746"/>
                <a:gd name="T59" fmla="*/ 427 h 746"/>
                <a:gd name="T60" fmla="*/ 98 w 746"/>
                <a:gd name="T61" fmla="*/ 444 h 746"/>
                <a:gd name="T62" fmla="*/ 129 w 746"/>
                <a:gd name="T63" fmla="*/ 518 h 746"/>
                <a:gd name="T64" fmla="*/ 72 w 746"/>
                <a:gd name="T65" fmla="*/ 599 h 746"/>
                <a:gd name="T66" fmla="*/ 148 w 746"/>
                <a:gd name="T67" fmla="*/ 675 h 746"/>
                <a:gd name="T68" fmla="*/ 229 w 746"/>
                <a:gd name="T69" fmla="*/ 618 h 746"/>
                <a:gd name="T70" fmla="*/ 303 w 746"/>
                <a:gd name="T71" fmla="*/ 648 h 746"/>
                <a:gd name="T72" fmla="*/ 320 w 746"/>
                <a:gd name="T73" fmla="*/ 746 h 746"/>
                <a:gd name="T74" fmla="*/ 427 w 746"/>
                <a:gd name="T75" fmla="*/ 746 h 746"/>
                <a:gd name="T76" fmla="*/ 571 w 746"/>
                <a:gd name="T77" fmla="*/ 346 h 746"/>
                <a:gd name="T78" fmla="*/ 400 w 746"/>
                <a:gd name="T79" fmla="*/ 571 h 746"/>
                <a:gd name="T80" fmla="*/ 175 w 746"/>
                <a:gd name="T81" fmla="*/ 400 h 746"/>
                <a:gd name="T82" fmla="*/ 346 w 746"/>
                <a:gd name="T83" fmla="*/ 175 h 746"/>
                <a:gd name="T84" fmla="*/ 438 w 746"/>
                <a:gd name="T85" fmla="*/ 184 h 746"/>
                <a:gd name="T86" fmla="*/ 438 w 746"/>
                <a:gd name="T87" fmla="*/ 184 h 746"/>
                <a:gd name="T88" fmla="*/ 514 w 746"/>
                <a:gd name="T89" fmla="*/ 232 h 746"/>
                <a:gd name="T90" fmla="*/ 546 w 746"/>
                <a:gd name="T91" fmla="*/ 273 h 746"/>
                <a:gd name="T92" fmla="*/ 571 w 746"/>
                <a:gd name="T93" fmla="*/ 346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46" h="746">
                  <a:moveTo>
                    <a:pt x="427" y="746"/>
                  </a:moveTo>
                  <a:cubicBezTo>
                    <a:pt x="444" y="648"/>
                    <a:pt x="444" y="648"/>
                    <a:pt x="444" y="648"/>
                  </a:cubicBezTo>
                  <a:cubicBezTo>
                    <a:pt x="518" y="618"/>
                    <a:pt x="518" y="618"/>
                    <a:pt x="518" y="618"/>
                  </a:cubicBezTo>
                  <a:cubicBezTo>
                    <a:pt x="599" y="675"/>
                    <a:pt x="599" y="675"/>
                    <a:pt x="599" y="675"/>
                  </a:cubicBezTo>
                  <a:cubicBezTo>
                    <a:pt x="675" y="598"/>
                    <a:pt x="675" y="598"/>
                    <a:pt x="675" y="598"/>
                  </a:cubicBezTo>
                  <a:cubicBezTo>
                    <a:pt x="618" y="517"/>
                    <a:pt x="618" y="517"/>
                    <a:pt x="618" y="517"/>
                  </a:cubicBezTo>
                  <a:cubicBezTo>
                    <a:pt x="649" y="444"/>
                    <a:pt x="649" y="444"/>
                    <a:pt x="649" y="444"/>
                  </a:cubicBezTo>
                  <a:cubicBezTo>
                    <a:pt x="746" y="427"/>
                    <a:pt x="746" y="427"/>
                    <a:pt x="746" y="427"/>
                  </a:cubicBezTo>
                  <a:cubicBezTo>
                    <a:pt x="746" y="319"/>
                    <a:pt x="746" y="319"/>
                    <a:pt x="746" y="319"/>
                  </a:cubicBezTo>
                  <a:cubicBezTo>
                    <a:pt x="648" y="302"/>
                    <a:pt x="648" y="302"/>
                    <a:pt x="648" y="302"/>
                  </a:cubicBezTo>
                  <a:cubicBezTo>
                    <a:pt x="645" y="294"/>
                    <a:pt x="645" y="294"/>
                    <a:pt x="645" y="294"/>
                  </a:cubicBezTo>
                  <a:cubicBezTo>
                    <a:pt x="645" y="294"/>
                    <a:pt x="645" y="294"/>
                    <a:pt x="645" y="294"/>
                  </a:cubicBezTo>
                  <a:cubicBezTo>
                    <a:pt x="633" y="266"/>
                    <a:pt x="633" y="266"/>
                    <a:pt x="633" y="266"/>
                  </a:cubicBezTo>
                  <a:cubicBezTo>
                    <a:pt x="628" y="252"/>
                    <a:pt x="628" y="252"/>
                    <a:pt x="628" y="252"/>
                  </a:cubicBezTo>
                  <a:cubicBezTo>
                    <a:pt x="628" y="252"/>
                    <a:pt x="628" y="252"/>
                    <a:pt x="628" y="252"/>
                  </a:cubicBezTo>
                  <a:cubicBezTo>
                    <a:pt x="618" y="229"/>
                    <a:pt x="618" y="229"/>
                    <a:pt x="618" y="229"/>
                  </a:cubicBezTo>
                  <a:cubicBezTo>
                    <a:pt x="675" y="147"/>
                    <a:pt x="675" y="147"/>
                    <a:pt x="675" y="147"/>
                  </a:cubicBezTo>
                  <a:cubicBezTo>
                    <a:pt x="599" y="71"/>
                    <a:pt x="599" y="71"/>
                    <a:pt x="599" y="71"/>
                  </a:cubicBezTo>
                  <a:cubicBezTo>
                    <a:pt x="518" y="128"/>
                    <a:pt x="518" y="128"/>
                    <a:pt x="518" y="128"/>
                  </a:cubicBezTo>
                  <a:cubicBezTo>
                    <a:pt x="444" y="97"/>
                    <a:pt x="444" y="97"/>
                    <a:pt x="444" y="97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02" y="98"/>
                    <a:pt x="302" y="98"/>
                    <a:pt x="302" y="98"/>
                  </a:cubicBezTo>
                  <a:cubicBezTo>
                    <a:pt x="229" y="128"/>
                    <a:pt x="229" y="128"/>
                    <a:pt x="229" y="128"/>
                  </a:cubicBezTo>
                  <a:cubicBezTo>
                    <a:pt x="148" y="71"/>
                    <a:pt x="148" y="71"/>
                    <a:pt x="148" y="71"/>
                  </a:cubicBezTo>
                  <a:cubicBezTo>
                    <a:pt x="71" y="147"/>
                    <a:pt x="71" y="147"/>
                    <a:pt x="71" y="147"/>
                  </a:cubicBezTo>
                  <a:cubicBezTo>
                    <a:pt x="129" y="229"/>
                    <a:pt x="129" y="229"/>
                    <a:pt x="129" y="229"/>
                  </a:cubicBezTo>
                  <a:cubicBezTo>
                    <a:pt x="98" y="302"/>
                    <a:pt x="98" y="302"/>
                    <a:pt x="98" y="302"/>
                  </a:cubicBezTo>
                  <a:cubicBezTo>
                    <a:pt x="0" y="319"/>
                    <a:pt x="0" y="319"/>
                    <a:pt x="0" y="319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98" y="444"/>
                    <a:pt x="98" y="444"/>
                    <a:pt x="98" y="444"/>
                  </a:cubicBezTo>
                  <a:cubicBezTo>
                    <a:pt x="129" y="518"/>
                    <a:pt x="129" y="518"/>
                    <a:pt x="129" y="518"/>
                  </a:cubicBezTo>
                  <a:cubicBezTo>
                    <a:pt x="72" y="599"/>
                    <a:pt x="72" y="599"/>
                    <a:pt x="72" y="599"/>
                  </a:cubicBezTo>
                  <a:cubicBezTo>
                    <a:pt x="148" y="675"/>
                    <a:pt x="148" y="675"/>
                    <a:pt x="148" y="675"/>
                  </a:cubicBezTo>
                  <a:cubicBezTo>
                    <a:pt x="229" y="618"/>
                    <a:pt x="229" y="618"/>
                    <a:pt x="229" y="618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20" y="746"/>
                    <a:pt x="320" y="746"/>
                    <a:pt x="320" y="746"/>
                  </a:cubicBezTo>
                  <a:cubicBezTo>
                    <a:pt x="427" y="746"/>
                    <a:pt x="427" y="746"/>
                    <a:pt x="427" y="746"/>
                  </a:cubicBezTo>
                  <a:close/>
                  <a:moveTo>
                    <a:pt x="571" y="346"/>
                  </a:moveTo>
                  <a:cubicBezTo>
                    <a:pt x="586" y="455"/>
                    <a:pt x="509" y="556"/>
                    <a:pt x="400" y="571"/>
                  </a:cubicBezTo>
                  <a:cubicBezTo>
                    <a:pt x="291" y="586"/>
                    <a:pt x="190" y="509"/>
                    <a:pt x="175" y="400"/>
                  </a:cubicBezTo>
                  <a:cubicBezTo>
                    <a:pt x="160" y="291"/>
                    <a:pt x="237" y="190"/>
                    <a:pt x="346" y="175"/>
                  </a:cubicBezTo>
                  <a:cubicBezTo>
                    <a:pt x="378" y="171"/>
                    <a:pt x="410" y="174"/>
                    <a:pt x="438" y="184"/>
                  </a:cubicBezTo>
                  <a:cubicBezTo>
                    <a:pt x="438" y="184"/>
                    <a:pt x="438" y="184"/>
                    <a:pt x="438" y="184"/>
                  </a:cubicBezTo>
                  <a:cubicBezTo>
                    <a:pt x="467" y="194"/>
                    <a:pt x="493" y="210"/>
                    <a:pt x="514" y="232"/>
                  </a:cubicBezTo>
                  <a:cubicBezTo>
                    <a:pt x="527" y="244"/>
                    <a:pt x="537" y="258"/>
                    <a:pt x="546" y="273"/>
                  </a:cubicBezTo>
                  <a:cubicBezTo>
                    <a:pt x="559" y="295"/>
                    <a:pt x="568" y="320"/>
                    <a:pt x="571" y="34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8100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ïşļïďè"/>
            <p:cNvSpPr/>
            <p:nvPr/>
          </p:nvSpPr>
          <p:spPr bwMode="auto">
            <a:xfrm>
              <a:off x="6230442" y="3417096"/>
              <a:ext cx="703223" cy="809397"/>
            </a:xfrm>
            <a:custGeom>
              <a:avLst/>
              <a:gdLst>
                <a:gd name="T0" fmla="*/ 120 w 241"/>
                <a:gd name="T1" fmla="*/ 0 h 277"/>
                <a:gd name="T2" fmla="*/ 187 w 241"/>
                <a:gd name="T3" fmla="*/ 66 h 277"/>
                <a:gd name="T4" fmla="*/ 120 w 241"/>
                <a:gd name="T5" fmla="*/ 132 h 277"/>
                <a:gd name="T6" fmla="*/ 54 w 241"/>
                <a:gd name="T7" fmla="*/ 66 h 277"/>
                <a:gd name="T8" fmla="*/ 120 w 241"/>
                <a:gd name="T9" fmla="*/ 0 h 277"/>
                <a:gd name="T10" fmla="*/ 49 w 241"/>
                <a:gd name="T11" fmla="*/ 148 h 277"/>
                <a:gd name="T12" fmla="*/ 79 w 241"/>
                <a:gd name="T13" fmla="*/ 148 h 277"/>
                <a:gd name="T14" fmla="*/ 106 w 241"/>
                <a:gd name="T15" fmla="*/ 193 h 277"/>
                <a:gd name="T16" fmla="*/ 134 w 241"/>
                <a:gd name="T17" fmla="*/ 193 h 277"/>
                <a:gd name="T18" fmla="*/ 161 w 241"/>
                <a:gd name="T19" fmla="*/ 148 h 277"/>
                <a:gd name="T20" fmla="*/ 192 w 241"/>
                <a:gd name="T21" fmla="*/ 148 h 277"/>
                <a:gd name="T22" fmla="*/ 241 w 241"/>
                <a:gd name="T23" fmla="*/ 197 h 277"/>
                <a:gd name="T24" fmla="*/ 241 w 241"/>
                <a:gd name="T25" fmla="*/ 277 h 277"/>
                <a:gd name="T26" fmla="*/ 0 w 241"/>
                <a:gd name="T27" fmla="*/ 277 h 277"/>
                <a:gd name="T28" fmla="*/ 0 w 241"/>
                <a:gd name="T29" fmla="*/ 197 h 277"/>
                <a:gd name="T30" fmla="*/ 49 w 241"/>
                <a:gd name="T31" fmla="*/ 148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277">
                  <a:moveTo>
                    <a:pt x="120" y="0"/>
                  </a:moveTo>
                  <a:cubicBezTo>
                    <a:pt x="157" y="0"/>
                    <a:pt x="187" y="29"/>
                    <a:pt x="187" y="66"/>
                  </a:cubicBezTo>
                  <a:cubicBezTo>
                    <a:pt x="187" y="102"/>
                    <a:pt x="157" y="132"/>
                    <a:pt x="120" y="132"/>
                  </a:cubicBezTo>
                  <a:cubicBezTo>
                    <a:pt x="84" y="132"/>
                    <a:pt x="54" y="102"/>
                    <a:pt x="54" y="66"/>
                  </a:cubicBezTo>
                  <a:cubicBezTo>
                    <a:pt x="54" y="29"/>
                    <a:pt x="84" y="0"/>
                    <a:pt x="120" y="0"/>
                  </a:cubicBezTo>
                  <a:close/>
                  <a:moveTo>
                    <a:pt x="49" y="148"/>
                  </a:moveTo>
                  <a:cubicBezTo>
                    <a:pt x="79" y="148"/>
                    <a:pt x="79" y="148"/>
                    <a:pt x="79" y="148"/>
                  </a:cubicBezTo>
                  <a:cubicBezTo>
                    <a:pt x="106" y="193"/>
                    <a:pt x="106" y="193"/>
                    <a:pt x="106" y="193"/>
                  </a:cubicBezTo>
                  <a:cubicBezTo>
                    <a:pt x="114" y="206"/>
                    <a:pt x="127" y="206"/>
                    <a:pt x="134" y="193"/>
                  </a:cubicBezTo>
                  <a:cubicBezTo>
                    <a:pt x="161" y="148"/>
                    <a:pt x="161" y="148"/>
                    <a:pt x="161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219" y="148"/>
                    <a:pt x="241" y="171"/>
                    <a:pt x="241" y="197"/>
                  </a:cubicBezTo>
                  <a:cubicBezTo>
                    <a:pt x="241" y="277"/>
                    <a:pt x="241" y="277"/>
                    <a:pt x="241" y="277"/>
                  </a:cubicBezTo>
                  <a:cubicBezTo>
                    <a:pt x="202" y="277"/>
                    <a:pt x="39" y="277"/>
                    <a:pt x="0" y="27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171"/>
                    <a:pt x="22" y="148"/>
                    <a:pt x="49" y="14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îŝ1iḑè"/>
            <p:cNvSpPr/>
            <p:nvPr/>
          </p:nvSpPr>
          <p:spPr bwMode="auto">
            <a:xfrm>
              <a:off x="3977368" y="1256408"/>
              <a:ext cx="2261347" cy="2254452"/>
            </a:xfrm>
            <a:custGeom>
              <a:avLst/>
              <a:gdLst>
                <a:gd name="T0" fmla="*/ 630 w 775"/>
                <a:gd name="T1" fmla="*/ 746 h 772"/>
                <a:gd name="T2" fmla="*/ 628 w 775"/>
                <a:gd name="T3" fmla="*/ 747 h 772"/>
                <a:gd name="T4" fmla="*/ 533 w 775"/>
                <a:gd name="T5" fmla="*/ 772 h 772"/>
                <a:gd name="T6" fmla="*/ 385 w 775"/>
                <a:gd name="T7" fmla="*/ 641 h 772"/>
                <a:gd name="T8" fmla="*/ 418 w 775"/>
                <a:gd name="T9" fmla="*/ 537 h 772"/>
                <a:gd name="T10" fmla="*/ 421 w 775"/>
                <a:gd name="T11" fmla="*/ 529 h 772"/>
                <a:gd name="T12" fmla="*/ 34 w 775"/>
                <a:gd name="T13" fmla="*/ 159 h 772"/>
                <a:gd name="T14" fmla="*/ 37 w 775"/>
                <a:gd name="T15" fmla="*/ 37 h 772"/>
                <a:gd name="T16" fmla="*/ 37 w 775"/>
                <a:gd name="T17" fmla="*/ 37 h 772"/>
                <a:gd name="T18" fmla="*/ 159 w 775"/>
                <a:gd name="T19" fmla="*/ 34 h 772"/>
                <a:gd name="T20" fmla="*/ 527 w 775"/>
                <a:gd name="T21" fmla="*/ 419 h 772"/>
                <a:gd name="T22" fmla="*/ 540 w 775"/>
                <a:gd name="T23" fmla="*/ 416 h 772"/>
                <a:gd name="T24" fmla="*/ 643 w 775"/>
                <a:gd name="T25" fmla="*/ 382 h 772"/>
                <a:gd name="T26" fmla="*/ 775 w 775"/>
                <a:gd name="T27" fmla="*/ 530 h 772"/>
                <a:gd name="T28" fmla="*/ 749 w 775"/>
                <a:gd name="T29" fmla="*/ 625 h 772"/>
                <a:gd name="T30" fmla="*/ 749 w 775"/>
                <a:gd name="T31" fmla="*/ 627 h 772"/>
                <a:gd name="T32" fmla="*/ 745 w 775"/>
                <a:gd name="T33" fmla="*/ 623 h 772"/>
                <a:gd name="T34" fmla="*/ 646 w 775"/>
                <a:gd name="T35" fmla="*/ 524 h 772"/>
                <a:gd name="T36" fmla="*/ 567 w 775"/>
                <a:gd name="T37" fmla="*/ 564 h 772"/>
                <a:gd name="T38" fmla="*/ 527 w 775"/>
                <a:gd name="T39" fmla="*/ 644 h 772"/>
                <a:gd name="T40" fmla="*/ 625 w 775"/>
                <a:gd name="T41" fmla="*/ 742 h 772"/>
                <a:gd name="T42" fmla="*/ 630 w 775"/>
                <a:gd name="T43" fmla="*/ 746 h 772"/>
                <a:gd name="T44" fmla="*/ 129 w 775"/>
                <a:gd name="T45" fmla="*/ 129 h 772"/>
                <a:gd name="T46" fmla="*/ 71 w 775"/>
                <a:gd name="T47" fmla="*/ 129 h 772"/>
                <a:gd name="T48" fmla="*/ 71 w 775"/>
                <a:gd name="T49" fmla="*/ 70 h 772"/>
                <a:gd name="T50" fmla="*/ 129 w 775"/>
                <a:gd name="T51" fmla="*/ 70 h 772"/>
                <a:gd name="T52" fmla="*/ 129 w 775"/>
                <a:gd name="T53" fmla="*/ 129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75" h="772">
                  <a:moveTo>
                    <a:pt x="630" y="746"/>
                  </a:moveTo>
                  <a:cubicBezTo>
                    <a:pt x="628" y="747"/>
                    <a:pt x="628" y="747"/>
                    <a:pt x="628" y="747"/>
                  </a:cubicBezTo>
                  <a:cubicBezTo>
                    <a:pt x="533" y="772"/>
                    <a:pt x="533" y="772"/>
                    <a:pt x="533" y="772"/>
                  </a:cubicBezTo>
                  <a:cubicBezTo>
                    <a:pt x="385" y="641"/>
                    <a:pt x="385" y="641"/>
                    <a:pt x="385" y="641"/>
                  </a:cubicBezTo>
                  <a:cubicBezTo>
                    <a:pt x="418" y="537"/>
                    <a:pt x="418" y="537"/>
                    <a:pt x="418" y="537"/>
                  </a:cubicBezTo>
                  <a:cubicBezTo>
                    <a:pt x="421" y="529"/>
                    <a:pt x="421" y="529"/>
                    <a:pt x="421" y="529"/>
                  </a:cubicBezTo>
                  <a:cubicBezTo>
                    <a:pt x="34" y="159"/>
                    <a:pt x="34" y="159"/>
                    <a:pt x="34" y="159"/>
                  </a:cubicBezTo>
                  <a:cubicBezTo>
                    <a:pt x="0" y="127"/>
                    <a:pt x="4" y="70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70" y="4"/>
                    <a:pt x="127" y="0"/>
                    <a:pt x="159" y="34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40" y="416"/>
                    <a:pt x="540" y="416"/>
                    <a:pt x="540" y="416"/>
                  </a:cubicBezTo>
                  <a:cubicBezTo>
                    <a:pt x="643" y="382"/>
                    <a:pt x="643" y="382"/>
                    <a:pt x="643" y="382"/>
                  </a:cubicBezTo>
                  <a:cubicBezTo>
                    <a:pt x="775" y="530"/>
                    <a:pt x="775" y="530"/>
                    <a:pt x="775" y="530"/>
                  </a:cubicBezTo>
                  <a:cubicBezTo>
                    <a:pt x="749" y="625"/>
                    <a:pt x="749" y="625"/>
                    <a:pt x="749" y="625"/>
                  </a:cubicBezTo>
                  <a:cubicBezTo>
                    <a:pt x="749" y="627"/>
                    <a:pt x="749" y="627"/>
                    <a:pt x="749" y="627"/>
                  </a:cubicBezTo>
                  <a:cubicBezTo>
                    <a:pt x="745" y="623"/>
                    <a:pt x="745" y="623"/>
                    <a:pt x="745" y="623"/>
                  </a:cubicBezTo>
                  <a:cubicBezTo>
                    <a:pt x="646" y="524"/>
                    <a:pt x="646" y="524"/>
                    <a:pt x="646" y="524"/>
                  </a:cubicBezTo>
                  <a:cubicBezTo>
                    <a:pt x="567" y="564"/>
                    <a:pt x="567" y="564"/>
                    <a:pt x="567" y="564"/>
                  </a:cubicBezTo>
                  <a:cubicBezTo>
                    <a:pt x="527" y="644"/>
                    <a:pt x="527" y="644"/>
                    <a:pt x="527" y="644"/>
                  </a:cubicBezTo>
                  <a:cubicBezTo>
                    <a:pt x="625" y="742"/>
                    <a:pt x="625" y="742"/>
                    <a:pt x="625" y="742"/>
                  </a:cubicBezTo>
                  <a:cubicBezTo>
                    <a:pt x="630" y="746"/>
                    <a:pt x="630" y="746"/>
                    <a:pt x="630" y="746"/>
                  </a:cubicBezTo>
                  <a:close/>
                  <a:moveTo>
                    <a:pt x="129" y="129"/>
                  </a:moveTo>
                  <a:cubicBezTo>
                    <a:pt x="113" y="145"/>
                    <a:pt x="87" y="145"/>
                    <a:pt x="71" y="129"/>
                  </a:cubicBezTo>
                  <a:cubicBezTo>
                    <a:pt x="55" y="113"/>
                    <a:pt x="55" y="86"/>
                    <a:pt x="71" y="70"/>
                  </a:cubicBezTo>
                  <a:cubicBezTo>
                    <a:pt x="87" y="54"/>
                    <a:pt x="113" y="54"/>
                    <a:pt x="129" y="70"/>
                  </a:cubicBezTo>
                  <a:cubicBezTo>
                    <a:pt x="145" y="86"/>
                    <a:pt x="145" y="113"/>
                    <a:pt x="129" y="1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iṥļïḋé"/>
            <p:cNvSpPr/>
            <p:nvPr/>
          </p:nvSpPr>
          <p:spPr bwMode="auto">
            <a:xfrm>
              <a:off x="7403877" y="2087251"/>
              <a:ext cx="299176" cy="563737"/>
            </a:xfrm>
            <a:custGeom>
              <a:avLst/>
              <a:gdLst>
                <a:gd name="T0" fmla="*/ 21 w 51"/>
                <a:gd name="T1" fmla="*/ 72 h 94"/>
                <a:gd name="T2" fmla="*/ 22 w 51"/>
                <a:gd name="T3" fmla="*/ 50 h 94"/>
                <a:gd name="T4" fmla="*/ 7 w 51"/>
                <a:gd name="T5" fmla="*/ 40 h 94"/>
                <a:gd name="T6" fmla="*/ 3 w 51"/>
                <a:gd name="T7" fmla="*/ 26 h 94"/>
                <a:gd name="T8" fmla="*/ 9 w 51"/>
                <a:gd name="T9" fmla="*/ 11 h 94"/>
                <a:gd name="T10" fmla="*/ 23 w 51"/>
                <a:gd name="T11" fmla="*/ 5 h 94"/>
                <a:gd name="T12" fmla="*/ 23 w 51"/>
                <a:gd name="T13" fmla="*/ 0 h 94"/>
                <a:gd name="T14" fmla="*/ 31 w 51"/>
                <a:gd name="T15" fmla="*/ 0 h 94"/>
                <a:gd name="T16" fmla="*/ 31 w 51"/>
                <a:gd name="T17" fmla="*/ 5 h 94"/>
                <a:gd name="T18" fmla="*/ 44 w 51"/>
                <a:gd name="T19" fmla="*/ 11 h 94"/>
                <a:gd name="T20" fmla="*/ 50 w 51"/>
                <a:gd name="T21" fmla="*/ 24 h 94"/>
                <a:gd name="T22" fmla="*/ 37 w 51"/>
                <a:gd name="T23" fmla="*/ 25 h 94"/>
                <a:gd name="T24" fmla="*/ 30 w 51"/>
                <a:gd name="T25" fmla="*/ 17 h 94"/>
                <a:gd name="T26" fmla="*/ 30 w 51"/>
                <a:gd name="T27" fmla="*/ 37 h 94"/>
                <a:gd name="T28" fmla="*/ 47 w 51"/>
                <a:gd name="T29" fmla="*/ 47 h 94"/>
                <a:gd name="T30" fmla="*/ 51 w 51"/>
                <a:gd name="T31" fmla="*/ 61 h 94"/>
                <a:gd name="T32" fmla="*/ 45 w 51"/>
                <a:gd name="T33" fmla="*/ 76 h 94"/>
                <a:gd name="T34" fmla="*/ 29 w 51"/>
                <a:gd name="T35" fmla="*/ 84 h 94"/>
                <a:gd name="T36" fmla="*/ 28 w 51"/>
                <a:gd name="T37" fmla="*/ 94 h 94"/>
                <a:gd name="T38" fmla="*/ 21 w 51"/>
                <a:gd name="T39" fmla="*/ 94 h 94"/>
                <a:gd name="T40" fmla="*/ 21 w 51"/>
                <a:gd name="T41" fmla="*/ 84 h 94"/>
                <a:gd name="T42" fmla="*/ 6 w 51"/>
                <a:gd name="T43" fmla="*/ 77 h 94"/>
                <a:gd name="T44" fmla="*/ 0 w 51"/>
                <a:gd name="T45" fmla="*/ 61 h 94"/>
                <a:gd name="T46" fmla="*/ 14 w 51"/>
                <a:gd name="T47" fmla="*/ 60 h 94"/>
                <a:gd name="T48" fmla="*/ 16 w 51"/>
                <a:gd name="T49" fmla="*/ 67 h 94"/>
                <a:gd name="T50" fmla="*/ 21 w 51"/>
                <a:gd name="T51" fmla="*/ 72 h 94"/>
                <a:gd name="T52" fmla="*/ 23 w 51"/>
                <a:gd name="T53" fmla="*/ 17 h 94"/>
                <a:gd name="T54" fmla="*/ 18 w 51"/>
                <a:gd name="T55" fmla="*/ 20 h 94"/>
                <a:gd name="T56" fmla="*/ 16 w 51"/>
                <a:gd name="T57" fmla="*/ 25 h 94"/>
                <a:gd name="T58" fmla="*/ 17 w 51"/>
                <a:gd name="T59" fmla="*/ 31 h 94"/>
                <a:gd name="T60" fmla="*/ 22 w 51"/>
                <a:gd name="T61" fmla="*/ 35 h 94"/>
                <a:gd name="T62" fmla="*/ 23 w 51"/>
                <a:gd name="T63" fmla="*/ 17 h 94"/>
                <a:gd name="T64" fmla="*/ 29 w 51"/>
                <a:gd name="T65" fmla="*/ 72 h 94"/>
                <a:gd name="T66" fmla="*/ 35 w 51"/>
                <a:gd name="T67" fmla="*/ 69 h 94"/>
                <a:gd name="T68" fmla="*/ 38 w 51"/>
                <a:gd name="T69" fmla="*/ 62 h 94"/>
                <a:gd name="T70" fmla="*/ 36 w 51"/>
                <a:gd name="T71" fmla="*/ 56 h 94"/>
                <a:gd name="T72" fmla="*/ 29 w 51"/>
                <a:gd name="T73" fmla="*/ 52 h 94"/>
                <a:gd name="T74" fmla="*/ 29 w 51"/>
                <a:gd name="T75" fmla="*/ 7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94">
                  <a:moveTo>
                    <a:pt x="21" y="72"/>
                  </a:moveTo>
                  <a:cubicBezTo>
                    <a:pt x="22" y="50"/>
                    <a:pt x="22" y="50"/>
                    <a:pt x="22" y="50"/>
                  </a:cubicBezTo>
                  <a:cubicBezTo>
                    <a:pt x="15" y="47"/>
                    <a:pt x="10" y="44"/>
                    <a:pt x="7" y="40"/>
                  </a:cubicBezTo>
                  <a:cubicBezTo>
                    <a:pt x="4" y="36"/>
                    <a:pt x="3" y="31"/>
                    <a:pt x="3" y="26"/>
                  </a:cubicBezTo>
                  <a:cubicBezTo>
                    <a:pt x="3" y="20"/>
                    <a:pt x="5" y="15"/>
                    <a:pt x="9" y="11"/>
                  </a:cubicBezTo>
                  <a:cubicBezTo>
                    <a:pt x="12" y="8"/>
                    <a:pt x="17" y="6"/>
                    <a:pt x="23" y="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6" y="6"/>
                    <a:pt x="41" y="8"/>
                    <a:pt x="44" y="11"/>
                  </a:cubicBezTo>
                  <a:cubicBezTo>
                    <a:pt x="47" y="15"/>
                    <a:pt x="49" y="19"/>
                    <a:pt x="50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1"/>
                    <a:pt x="34" y="18"/>
                    <a:pt x="30" y="1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8" y="40"/>
                    <a:pt x="44" y="43"/>
                    <a:pt x="47" y="47"/>
                  </a:cubicBezTo>
                  <a:cubicBezTo>
                    <a:pt x="50" y="50"/>
                    <a:pt x="51" y="55"/>
                    <a:pt x="51" y="61"/>
                  </a:cubicBezTo>
                  <a:cubicBezTo>
                    <a:pt x="51" y="67"/>
                    <a:pt x="49" y="72"/>
                    <a:pt x="45" y="76"/>
                  </a:cubicBezTo>
                  <a:cubicBezTo>
                    <a:pt x="41" y="81"/>
                    <a:pt x="36" y="83"/>
                    <a:pt x="29" y="84"/>
                  </a:cubicBezTo>
                  <a:cubicBezTo>
                    <a:pt x="28" y="94"/>
                    <a:pt x="28" y="94"/>
                    <a:pt x="28" y="94"/>
                  </a:cubicBezTo>
                  <a:cubicBezTo>
                    <a:pt x="21" y="94"/>
                    <a:pt x="21" y="94"/>
                    <a:pt x="21" y="94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15" y="83"/>
                    <a:pt x="10" y="81"/>
                    <a:pt x="6" y="77"/>
                  </a:cubicBezTo>
                  <a:cubicBezTo>
                    <a:pt x="3" y="73"/>
                    <a:pt x="1" y="68"/>
                    <a:pt x="0" y="61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4" y="62"/>
                    <a:pt x="15" y="65"/>
                    <a:pt x="16" y="67"/>
                  </a:cubicBezTo>
                  <a:cubicBezTo>
                    <a:pt x="18" y="69"/>
                    <a:pt x="19" y="71"/>
                    <a:pt x="21" y="72"/>
                  </a:cubicBezTo>
                  <a:close/>
                  <a:moveTo>
                    <a:pt x="23" y="17"/>
                  </a:moveTo>
                  <a:cubicBezTo>
                    <a:pt x="21" y="17"/>
                    <a:pt x="19" y="18"/>
                    <a:pt x="18" y="20"/>
                  </a:cubicBezTo>
                  <a:cubicBezTo>
                    <a:pt x="16" y="22"/>
                    <a:pt x="16" y="23"/>
                    <a:pt x="16" y="25"/>
                  </a:cubicBezTo>
                  <a:cubicBezTo>
                    <a:pt x="16" y="27"/>
                    <a:pt x="16" y="29"/>
                    <a:pt x="17" y="31"/>
                  </a:cubicBezTo>
                  <a:cubicBezTo>
                    <a:pt x="18" y="32"/>
                    <a:pt x="20" y="34"/>
                    <a:pt x="22" y="35"/>
                  </a:cubicBezTo>
                  <a:lnTo>
                    <a:pt x="23" y="17"/>
                  </a:lnTo>
                  <a:close/>
                  <a:moveTo>
                    <a:pt x="29" y="72"/>
                  </a:moveTo>
                  <a:cubicBezTo>
                    <a:pt x="32" y="72"/>
                    <a:pt x="34" y="71"/>
                    <a:pt x="35" y="69"/>
                  </a:cubicBezTo>
                  <a:cubicBezTo>
                    <a:pt x="37" y="67"/>
                    <a:pt x="38" y="65"/>
                    <a:pt x="38" y="62"/>
                  </a:cubicBezTo>
                  <a:cubicBezTo>
                    <a:pt x="38" y="60"/>
                    <a:pt x="38" y="58"/>
                    <a:pt x="36" y="56"/>
                  </a:cubicBezTo>
                  <a:cubicBezTo>
                    <a:pt x="35" y="54"/>
                    <a:pt x="33" y="53"/>
                    <a:pt x="29" y="52"/>
                  </a:cubicBezTo>
                  <a:lnTo>
                    <a:pt x="29" y="72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isḻiďê"/>
            <p:cNvSpPr/>
            <p:nvPr/>
          </p:nvSpPr>
          <p:spPr bwMode="auto">
            <a:xfrm>
              <a:off x="7348855" y="5100861"/>
              <a:ext cx="409223" cy="494684"/>
            </a:xfrm>
            <a:custGeom>
              <a:avLst/>
              <a:gdLst>
                <a:gd name="T0" fmla="*/ 186 w 498"/>
                <a:gd name="T1" fmla="*/ 490 h 602"/>
                <a:gd name="T2" fmla="*/ 412 w 498"/>
                <a:gd name="T3" fmla="*/ 138 h 602"/>
                <a:gd name="T4" fmla="*/ 422 w 498"/>
                <a:gd name="T5" fmla="*/ 150 h 602"/>
                <a:gd name="T6" fmla="*/ 440 w 498"/>
                <a:gd name="T7" fmla="*/ 180 h 602"/>
                <a:gd name="T8" fmla="*/ 192 w 498"/>
                <a:gd name="T9" fmla="*/ 516 h 602"/>
                <a:gd name="T10" fmla="*/ 102 w 498"/>
                <a:gd name="T11" fmla="*/ 550 h 602"/>
                <a:gd name="T12" fmla="*/ 62 w 498"/>
                <a:gd name="T13" fmla="*/ 568 h 602"/>
                <a:gd name="T14" fmla="*/ 42 w 498"/>
                <a:gd name="T15" fmla="*/ 572 h 602"/>
                <a:gd name="T16" fmla="*/ 38 w 498"/>
                <a:gd name="T17" fmla="*/ 570 h 602"/>
                <a:gd name="T18" fmla="*/ 32 w 498"/>
                <a:gd name="T19" fmla="*/ 560 h 602"/>
                <a:gd name="T20" fmla="*/ 30 w 498"/>
                <a:gd name="T21" fmla="*/ 536 h 602"/>
                <a:gd name="T22" fmla="*/ 32 w 498"/>
                <a:gd name="T23" fmla="*/ 502 h 602"/>
                <a:gd name="T24" fmla="*/ 34 w 498"/>
                <a:gd name="T25" fmla="*/ 502 h 602"/>
                <a:gd name="T26" fmla="*/ 34 w 498"/>
                <a:gd name="T27" fmla="*/ 500 h 602"/>
                <a:gd name="T28" fmla="*/ 48 w 498"/>
                <a:gd name="T29" fmla="*/ 500 h 602"/>
                <a:gd name="T30" fmla="*/ 56 w 498"/>
                <a:gd name="T31" fmla="*/ 504 h 602"/>
                <a:gd name="T32" fmla="*/ 76 w 498"/>
                <a:gd name="T33" fmla="*/ 516 h 602"/>
                <a:gd name="T34" fmla="*/ 90 w 498"/>
                <a:gd name="T35" fmla="*/ 530 h 602"/>
                <a:gd name="T36" fmla="*/ 100 w 498"/>
                <a:gd name="T37" fmla="*/ 540 h 602"/>
                <a:gd name="T38" fmla="*/ 102 w 498"/>
                <a:gd name="T39" fmla="*/ 550 h 602"/>
                <a:gd name="T40" fmla="*/ 288 w 498"/>
                <a:gd name="T41" fmla="*/ 72 h 602"/>
                <a:gd name="T42" fmla="*/ 308 w 498"/>
                <a:gd name="T43" fmla="*/ 76 h 602"/>
                <a:gd name="T44" fmla="*/ 334 w 498"/>
                <a:gd name="T45" fmla="*/ 86 h 602"/>
                <a:gd name="T46" fmla="*/ 70 w 498"/>
                <a:gd name="T47" fmla="*/ 396 h 602"/>
                <a:gd name="T48" fmla="*/ 288 w 498"/>
                <a:gd name="T49" fmla="*/ 72 h 602"/>
                <a:gd name="T50" fmla="*/ 130 w 498"/>
                <a:gd name="T51" fmla="*/ 480 h 602"/>
                <a:gd name="T52" fmla="*/ 130 w 498"/>
                <a:gd name="T53" fmla="*/ 444 h 602"/>
                <a:gd name="T54" fmla="*/ 130 w 498"/>
                <a:gd name="T55" fmla="*/ 442 h 602"/>
                <a:gd name="T56" fmla="*/ 118 w 498"/>
                <a:gd name="T57" fmla="*/ 442 h 602"/>
                <a:gd name="T58" fmla="*/ 356 w 498"/>
                <a:gd name="T59" fmla="*/ 96 h 602"/>
                <a:gd name="T60" fmla="*/ 378 w 498"/>
                <a:gd name="T61" fmla="*/ 108 h 602"/>
                <a:gd name="T62" fmla="*/ 396 w 498"/>
                <a:gd name="T63" fmla="*/ 122 h 602"/>
                <a:gd name="T64" fmla="*/ 130 w 498"/>
                <a:gd name="T65" fmla="*/ 480 h 602"/>
                <a:gd name="T66" fmla="*/ 432 w 498"/>
                <a:gd name="T67" fmla="*/ 38 h 602"/>
                <a:gd name="T68" fmla="*/ 388 w 498"/>
                <a:gd name="T69" fmla="*/ 14 h 602"/>
                <a:gd name="T70" fmla="*/ 350 w 498"/>
                <a:gd name="T71" fmla="*/ 2 h 602"/>
                <a:gd name="T72" fmla="*/ 322 w 498"/>
                <a:gd name="T73" fmla="*/ 0 h 602"/>
                <a:gd name="T74" fmla="*/ 308 w 498"/>
                <a:gd name="T75" fmla="*/ 4 h 602"/>
                <a:gd name="T76" fmla="*/ 260 w 498"/>
                <a:gd name="T77" fmla="*/ 70 h 602"/>
                <a:gd name="T78" fmla="*/ 8 w 498"/>
                <a:gd name="T79" fmla="*/ 408 h 602"/>
                <a:gd name="T80" fmla="*/ 2 w 498"/>
                <a:gd name="T81" fmla="*/ 450 h 602"/>
                <a:gd name="T82" fmla="*/ 0 w 498"/>
                <a:gd name="T83" fmla="*/ 516 h 602"/>
                <a:gd name="T84" fmla="*/ 0 w 498"/>
                <a:gd name="T85" fmla="*/ 538 h 602"/>
                <a:gd name="T86" fmla="*/ 6 w 498"/>
                <a:gd name="T87" fmla="*/ 578 h 602"/>
                <a:gd name="T88" fmla="*/ 12 w 498"/>
                <a:gd name="T89" fmla="*/ 598 h 602"/>
                <a:gd name="T90" fmla="*/ 14 w 498"/>
                <a:gd name="T91" fmla="*/ 602 h 602"/>
                <a:gd name="T92" fmla="*/ 24 w 498"/>
                <a:gd name="T93" fmla="*/ 602 h 602"/>
                <a:gd name="T94" fmla="*/ 62 w 498"/>
                <a:gd name="T95" fmla="*/ 596 h 602"/>
                <a:gd name="T96" fmla="*/ 448 w 498"/>
                <a:gd name="T97" fmla="*/ 210 h 602"/>
                <a:gd name="T98" fmla="*/ 478 w 498"/>
                <a:gd name="T99" fmla="*/ 168 h 602"/>
                <a:gd name="T100" fmla="*/ 496 w 498"/>
                <a:gd name="T101" fmla="*/ 144 h 602"/>
                <a:gd name="T102" fmla="*/ 498 w 498"/>
                <a:gd name="T103" fmla="*/ 128 h 602"/>
                <a:gd name="T104" fmla="*/ 488 w 498"/>
                <a:gd name="T105" fmla="*/ 100 h 602"/>
                <a:gd name="T106" fmla="*/ 466 w 498"/>
                <a:gd name="T107" fmla="*/ 68 h 602"/>
                <a:gd name="T108" fmla="*/ 432 w 498"/>
                <a:gd name="T109" fmla="*/ 38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98" h="602">
                  <a:moveTo>
                    <a:pt x="192" y="516"/>
                  </a:moveTo>
                  <a:lnTo>
                    <a:pt x="186" y="490"/>
                  </a:lnTo>
                  <a:lnTo>
                    <a:pt x="144" y="500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22" y="150"/>
                  </a:lnTo>
                  <a:lnTo>
                    <a:pt x="428" y="160"/>
                  </a:lnTo>
                  <a:lnTo>
                    <a:pt x="440" y="180"/>
                  </a:lnTo>
                  <a:lnTo>
                    <a:pt x="192" y="516"/>
                  </a:lnTo>
                  <a:lnTo>
                    <a:pt x="192" y="516"/>
                  </a:lnTo>
                  <a:close/>
                  <a:moveTo>
                    <a:pt x="102" y="550"/>
                  </a:moveTo>
                  <a:lnTo>
                    <a:pt x="102" y="550"/>
                  </a:lnTo>
                  <a:lnTo>
                    <a:pt x="80" y="560"/>
                  </a:lnTo>
                  <a:lnTo>
                    <a:pt x="62" y="568"/>
                  </a:lnTo>
                  <a:lnTo>
                    <a:pt x="52" y="570"/>
                  </a:lnTo>
                  <a:lnTo>
                    <a:pt x="42" y="572"/>
                  </a:lnTo>
                  <a:lnTo>
                    <a:pt x="42" y="572"/>
                  </a:lnTo>
                  <a:lnTo>
                    <a:pt x="38" y="570"/>
                  </a:lnTo>
                  <a:lnTo>
                    <a:pt x="36" y="568"/>
                  </a:lnTo>
                  <a:lnTo>
                    <a:pt x="32" y="560"/>
                  </a:lnTo>
                  <a:lnTo>
                    <a:pt x="32" y="550"/>
                  </a:lnTo>
                  <a:lnTo>
                    <a:pt x="30" y="536"/>
                  </a:lnTo>
                  <a:lnTo>
                    <a:pt x="32" y="512"/>
                  </a:lnTo>
                  <a:lnTo>
                    <a:pt x="32" y="502"/>
                  </a:lnTo>
                  <a:lnTo>
                    <a:pt x="34" y="502"/>
                  </a:lnTo>
                  <a:lnTo>
                    <a:pt x="34" y="502"/>
                  </a:lnTo>
                  <a:lnTo>
                    <a:pt x="34" y="500"/>
                  </a:lnTo>
                  <a:lnTo>
                    <a:pt x="34" y="500"/>
                  </a:lnTo>
                  <a:lnTo>
                    <a:pt x="40" y="500"/>
                  </a:lnTo>
                  <a:lnTo>
                    <a:pt x="48" y="500"/>
                  </a:lnTo>
                  <a:lnTo>
                    <a:pt x="56" y="504"/>
                  </a:lnTo>
                  <a:lnTo>
                    <a:pt x="56" y="504"/>
                  </a:lnTo>
                  <a:lnTo>
                    <a:pt x="66" y="508"/>
                  </a:lnTo>
                  <a:lnTo>
                    <a:pt x="76" y="516"/>
                  </a:lnTo>
                  <a:lnTo>
                    <a:pt x="76" y="516"/>
                  </a:lnTo>
                  <a:lnTo>
                    <a:pt x="90" y="530"/>
                  </a:lnTo>
                  <a:lnTo>
                    <a:pt x="100" y="540"/>
                  </a:lnTo>
                  <a:lnTo>
                    <a:pt x="100" y="540"/>
                  </a:lnTo>
                  <a:lnTo>
                    <a:pt x="102" y="546"/>
                  </a:lnTo>
                  <a:lnTo>
                    <a:pt x="102" y="550"/>
                  </a:lnTo>
                  <a:lnTo>
                    <a:pt x="102" y="550"/>
                  </a:lnTo>
                  <a:close/>
                  <a:moveTo>
                    <a:pt x="288" y="72"/>
                  </a:moveTo>
                  <a:lnTo>
                    <a:pt x="288" y="72"/>
                  </a:lnTo>
                  <a:lnTo>
                    <a:pt x="308" y="76"/>
                  </a:lnTo>
                  <a:lnTo>
                    <a:pt x="334" y="84"/>
                  </a:lnTo>
                  <a:lnTo>
                    <a:pt x="334" y="86"/>
                  </a:lnTo>
                  <a:lnTo>
                    <a:pt x="70" y="444"/>
                  </a:lnTo>
                  <a:lnTo>
                    <a:pt x="70" y="396"/>
                  </a:lnTo>
                  <a:lnTo>
                    <a:pt x="46" y="398"/>
                  </a:lnTo>
                  <a:lnTo>
                    <a:pt x="288" y="72"/>
                  </a:lnTo>
                  <a:lnTo>
                    <a:pt x="288" y="72"/>
                  </a:lnTo>
                  <a:close/>
                  <a:moveTo>
                    <a:pt x="130" y="480"/>
                  </a:moveTo>
                  <a:lnTo>
                    <a:pt x="130" y="480"/>
                  </a:lnTo>
                  <a:lnTo>
                    <a:pt x="130" y="444"/>
                  </a:lnTo>
                  <a:lnTo>
                    <a:pt x="130" y="444"/>
                  </a:lnTo>
                  <a:lnTo>
                    <a:pt x="130" y="442"/>
                  </a:lnTo>
                  <a:lnTo>
                    <a:pt x="126" y="442"/>
                  </a:lnTo>
                  <a:lnTo>
                    <a:pt x="118" y="442"/>
                  </a:lnTo>
                  <a:lnTo>
                    <a:pt x="92" y="452"/>
                  </a:lnTo>
                  <a:lnTo>
                    <a:pt x="356" y="96"/>
                  </a:lnTo>
                  <a:lnTo>
                    <a:pt x="356" y="96"/>
                  </a:lnTo>
                  <a:lnTo>
                    <a:pt x="378" y="108"/>
                  </a:lnTo>
                  <a:lnTo>
                    <a:pt x="378" y="108"/>
                  </a:lnTo>
                  <a:lnTo>
                    <a:pt x="396" y="122"/>
                  </a:lnTo>
                  <a:lnTo>
                    <a:pt x="130" y="480"/>
                  </a:lnTo>
                  <a:lnTo>
                    <a:pt x="130" y="480"/>
                  </a:lnTo>
                  <a:close/>
                  <a:moveTo>
                    <a:pt x="432" y="38"/>
                  </a:moveTo>
                  <a:lnTo>
                    <a:pt x="432" y="38"/>
                  </a:lnTo>
                  <a:lnTo>
                    <a:pt x="410" y="24"/>
                  </a:lnTo>
                  <a:lnTo>
                    <a:pt x="388" y="14"/>
                  </a:lnTo>
                  <a:lnTo>
                    <a:pt x="368" y="6"/>
                  </a:lnTo>
                  <a:lnTo>
                    <a:pt x="350" y="2"/>
                  </a:lnTo>
                  <a:lnTo>
                    <a:pt x="334" y="0"/>
                  </a:lnTo>
                  <a:lnTo>
                    <a:pt x="322" y="0"/>
                  </a:lnTo>
                  <a:lnTo>
                    <a:pt x="314" y="0"/>
                  </a:lnTo>
                  <a:lnTo>
                    <a:pt x="308" y="4"/>
                  </a:lnTo>
                  <a:lnTo>
                    <a:pt x="290" y="28"/>
                  </a:lnTo>
                  <a:lnTo>
                    <a:pt x="260" y="70"/>
                  </a:lnTo>
                  <a:lnTo>
                    <a:pt x="16" y="398"/>
                  </a:lnTo>
                  <a:lnTo>
                    <a:pt x="8" y="408"/>
                  </a:lnTo>
                  <a:lnTo>
                    <a:pt x="8" y="408"/>
                  </a:lnTo>
                  <a:lnTo>
                    <a:pt x="2" y="450"/>
                  </a:lnTo>
                  <a:lnTo>
                    <a:pt x="0" y="492"/>
                  </a:lnTo>
                  <a:lnTo>
                    <a:pt x="0" y="516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2" y="560"/>
                  </a:lnTo>
                  <a:lnTo>
                    <a:pt x="6" y="578"/>
                  </a:lnTo>
                  <a:lnTo>
                    <a:pt x="10" y="594"/>
                  </a:lnTo>
                  <a:lnTo>
                    <a:pt x="12" y="598"/>
                  </a:lnTo>
                  <a:lnTo>
                    <a:pt x="14" y="602"/>
                  </a:lnTo>
                  <a:lnTo>
                    <a:pt x="14" y="602"/>
                  </a:lnTo>
                  <a:lnTo>
                    <a:pt x="18" y="602"/>
                  </a:lnTo>
                  <a:lnTo>
                    <a:pt x="24" y="602"/>
                  </a:lnTo>
                  <a:lnTo>
                    <a:pt x="40" y="600"/>
                  </a:lnTo>
                  <a:lnTo>
                    <a:pt x="62" y="596"/>
                  </a:lnTo>
                  <a:lnTo>
                    <a:pt x="196" y="548"/>
                  </a:lnTo>
                  <a:lnTo>
                    <a:pt x="448" y="210"/>
                  </a:lnTo>
                  <a:lnTo>
                    <a:pt x="452" y="204"/>
                  </a:lnTo>
                  <a:lnTo>
                    <a:pt x="478" y="168"/>
                  </a:lnTo>
                  <a:lnTo>
                    <a:pt x="496" y="144"/>
                  </a:lnTo>
                  <a:lnTo>
                    <a:pt x="496" y="144"/>
                  </a:lnTo>
                  <a:lnTo>
                    <a:pt x="498" y="138"/>
                  </a:lnTo>
                  <a:lnTo>
                    <a:pt x="498" y="128"/>
                  </a:lnTo>
                  <a:lnTo>
                    <a:pt x="494" y="114"/>
                  </a:lnTo>
                  <a:lnTo>
                    <a:pt x="488" y="100"/>
                  </a:lnTo>
                  <a:lnTo>
                    <a:pt x="478" y="84"/>
                  </a:lnTo>
                  <a:lnTo>
                    <a:pt x="466" y="68"/>
                  </a:lnTo>
                  <a:lnTo>
                    <a:pt x="450" y="52"/>
                  </a:lnTo>
                  <a:lnTo>
                    <a:pt x="432" y="38"/>
                  </a:lnTo>
                  <a:lnTo>
                    <a:pt x="432" y="3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íṣḷíḋe"/>
            <p:cNvSpPr txBox="1"/>
            <p:nvPr/>
          </p:nvSpPr>
          <p:spPr bwMode="auto">
            <a:xfrm>
              <a:off x="673099" y="2087251"/>
              <a:ext cx="358933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 lnSpcReduction="1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îS1iḋé"/>
            <p:cNvSpPr/>
            <p:nvPr/>
          </p:nvSpPr>
          <p:spPr bwMode="auto">
            <a:xfrm>
              <a:off x="673099" y="2529057"/>
              <a:ext cx="3589337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Copy paste fonts. Choose the only option to retain text.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işlïḓe"/>
            <p:cNvSpPr txBox="1"/>
            <p:nvPr/>
          </p:nvSpPr>
          <p:spPr bwMode="auto">
            <a:xfrm>
              <a:off x="8524875" y="1372997"/>
              <a:ext cx="29940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í$ḻïḑe"/>
            <p:cNvSpPr/>
            <p:nvPr/>
          </p:nvSpPr>
          <p:spPr bwMode="auto">
            <a:xfrm>
              <a:off x="8524875" y="1814803"/>
              <a:ext cx="2994026" cy="69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îs1íḍé"/>
            <p:cNvSpPr txBox="1"/>
            <p:nvPr/>
          </p:nvSpPr>
          <p:spPr bwMode="auto">
            <a:xfrm>
              <a:off x="7886700" y="3082689"/>
              <a:ext cx="29940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ïṣ1îḋe"/>
            <p:cNvSpPr/>
            <p:nvPr/>
          </p:nvSpPr>
          <p:spPr bwMode="auto">
            <a:xfrm>
              <a:off x="7886700" y="3524495"/>
              <a:ext cx="2994026" cy="69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îśļïḑé"/>
            <p:cNvSpPr txBox="1"/>
            <p:nvPr/>
          </p:nvSpPr>
          <p:spPr bwMode="auto">
            <a:xfrm>
              <a:off x="8524875" y="4688413"/>
              <a:ext cx="29940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íşlïḑè"/>
            <p:cNvSpPr/>
            <p:nvPr/>
          </p:nvSpPr>
          <p:spPr bwMode="auto">
            <a:xfrm>
              <a:off x="8524875" y="5130219"/>
              <a:ext cx="2994026" cy="69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8353425" y="2763512"/>
              <a:ext cx="3167063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7886700" y="4506587"/>
              <a:ext cx="363378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c172dbe-d2fb-4e5a-b197-54ea251e188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288" y="1302434"/>
            <a:ext cx="10849612" cy="4739116"/>
            <a:chOff x="669288" y="1302435"/>
            <a:chExt cx="10849610" cy="4739115"/>
          </a:xfrm>
        </p:grpSpPr>
        <p:sp>
          <p:nvSpPr>
            <p:cNvPr id="6" name="îṧḻiḑê"/>
            <p:cNvSpPr txBox="1"/>
            <p:nvPr/>
          </p:nvSpPr>
          <p:spPr>
            <a:xfrm>
              <a:off x="759930" y="3024000"/>
              <a:ext cx="5305863" cy="86409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txBody>
            <a:bodyPr wrap="square" lIns="90000" tIns="46800" rIns="90000" bIns="4680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Supporting text here</a:t>
              </a:r>
              <a:endParaRPr lang="en-US" altLang="zh-CN" dirty="0">
                <a:solidFill>
                  <a:schemeClr val="bg1"/>
                </a:solidFill>
              </a:endParaRPr>
            </a:p>
          </p:txBody>
        </p:sp>
        <p:sp>
          <p:nvSpPr>
            <p:cNvPr id="7" name="îşlîḓê"/>
            <p:cNvSpPr txBox="1"/>
            <p:nvPr/>
          </p:nvSpPr>
          <p:spPr>
            <a:xfrm>
              <a:off x="759930" y="4100728"/>
              <a:ext cx="5305863" cy="86409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txBody>
            <a:bodyPr wrap="square" lIns="90000" tIns="46800" rIns="90000" bIns="4680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dirty="0"/>
                <a:t>Supporting text here</a:t>
              </a:r>
              <a:endParaRPr lang="en-US" altLang="zh-CN" dirty="0"/>
            </a:p>
          </p:txBody>
        </p:sp>
        <p:sp>
          <p:nvSpPr>
            <p:cNvPr id="8" name="îṩlíḋè"/>
            <p:cNvSpPr txBox="1"/>
            <p:nvPr/>
          </p:nvSpPr>
          <p:spPr>
            <a:xfrm>
              <a:off x="759930" y="5177455"/>
              <a:ext cx="5305863" cy="86409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txBody>
            <a:bodyPr wrap="square" lIns="90000" tIns="46800" rIns="90000" bIns="4680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4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80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6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2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800" algn="l" defTabSz="609600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dirty="0"/>
                <a:t>Supporting text here</a:t>
              </a:r>
              <a:endParaRPr lang="en-US" altLang="zh-CN" dirty="0"/>
            </a:p>
          </p:txBody>
        </p:sp>
        <p:grpSp>
          <p:nvGrpSpPr>
            <p:cNvPr id="9" name="ïSḻîḑê"/>
            <p:cNvGrpSpPr/>
            <p:nvPr/>
          </p:nvGrpSpPr>
          <p:grpSpPr>
            <a:xfrm>
              <a:off x="6084540" y="1539001"/>
              <a:ext cx="5434358" cy="4424627"/>
              <a:chOff x="5897711" y="1622165"/>
              <a:chExt cx="5553302" cy="4521471"/>
            </a:xfrm>
          </p:grpSpPr>
          <p:grpSp>
            <p:nvGrpSpPr>
              <p:cNvPr id="12" name="îṡḻiḋê"/>
              <p:cNvGrpSpPr/>
              <p:nvPr/>
            </p:nvGrpSpPr>
            <p:grpSpPr>
              <a:xfrm>
                <a:off x="5897711" y="1622165"/>
                <a:ext cx="5553302" cy="4521471"/>
                <a:chOff x="4965701" y="995362"/>
                <a:chExt cx="6442074" cy="5245101"/>
              </a:xfrm>
            </p:grpSpPr>
            <p:sp>
              <p:nvSpPr>
                <p:cNvPr id="17" name="íṩļîḓê"/>
                <p:cNvSpPr/>
                <p:nvPr/>
              </p:nvSpPr>
              <p:spPr bwMode="auto">
                <a:xfrm>
                  <a:off x="8939213" y="1071563"/>
                  <a:ext cx="293687" cy="187325"/>
                </a:xfrm>
                <a:custGeom>
                  <a:avLst/>
                  <a:gdLst>
                    <a:gd name="T0" fmla="*/ 0 w 97"/>
                    <a:gd name="T1" fmla="*/ 42 h 62"/>
                    <a:gd name="T2" fmla="*/ 30 w 97"/>
                    <a:gd name="T3" fmla="*/ 2 h 62"/>
                    <a:gd name="T4" fmla="*/ 28 w 97"/>
                    <a:gd name="T5" fmla="*/ 24 h 62"/>
                    <a:gd name="T6" fmla="*/ 95 w 97"/>
                    <a:gd name="T7" fmla="*/ 46 h 62"/>
                    <a:gd name="T8" fmla="*/ 13 w 97"/>
                    <a:gd name="T9" fmla="*/ 62 h 62"/>
                    <a:gd name="T10" fmla="*/ 0 w 97"/>
                    <a:gd name="T11" fmla="*/ 42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7" h="62">
                      <a:moveTo>
                        <a:pt x="0" y="42"/>
                      </a:moveTo>
                      <a:cubicBezTo>
                        <a:pt x="0" y="42"/>
                        <a:pt x="23" y="0"/>
                        <a:pt x="30" y="2"/>
                      </a:cubicBezTo>
                      <a:cubicBezTo>
                        <a:pt x="37" y="4"/>
                        <a:pt x="28" y="24"/>
                        <a:pt x="28" y="24"/>
                      </a:cubicBezTo>
                      <a:cubicBezTo>
                        <a:pt x="28" y="24"/>
                        <a:pt x="94" y="39"/>
                        <a:pt x="95" y="46"/>
                      </a:cubicBezTo>
                      <a:cubicBezTo>
                        <a:pt x="97" y="52"/>
                        <a:pt x="13" y="62"/>
                        <a:pt x="13" y="62"/>
                      </a:cubicBez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íṣ1ïḍe"/>
                <p:cNvSpPr/>
                <p:nvPr/>
              </p:nvSpPr>
              <p:spPr bwMode="auto">
                <a:xfrm>
                  <a:off x="8397875" y="1185863"/>
                  <a:ext cx="608012" cy="571500"/>
                </a:xfrm>
                <a:custGeom>
                  <a:avLst/>
                  <a:gdLst>
                    <a:gd name="T0" fmla="*/ 0 w 201"/>
                    <a:gd name="T1" fmla="*/ 114 h 189"/>
                    <a:gd name="T2" fmla="*/ 178 w 201"/>
                    <a:gd name="T3" fmla="*/ 0 h 189"/>
                    <a:gd name="T4" fmla="*/ 201 w 201"/>
                    <a:gd name="T5" fmla="*/ 18 h 189"/>
                    <a:gd name="T6" fmla="*/ 13 w 201"/>
                    <a:gd name="T7" fmla="*/ 178 h 189"/>
                    <a:gd name="T8" fmla="*/ 13 w 201"/>
                    <a:gd name="T9" fmla="*/ 185 h 189"/>
                    <a:gd name="T10" fmla="*/ 0 w 201"/>
                    <a:gd name="T11" fmla="*/ 114 h 1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1" h="189">
                      <a:moveTo>
                        <a:pt x="0" y="114"/>
                      </a:moveTo>
                      <a:cubicBezTo>
                        <a:pt x="0" y="114"/>
                        <a:pt x="130" y="155"/>
                        <a:pt x="178" y="0"/>
                      </a:cubicBezTo>
                      <a:cubicBezTo>
                        <a:pt x="201" y="18"/>
                        <a:pt x="201" y="18"/>
                        <a:pt x="201" y="18"/>
                      </a:cubicBezTo>
                      <a:cubicBezTo>
                        <a:pt x="201" y="18"/>
                        <a:pt x="192" y="189"/>
                        <a:pt x="13" y="178"/>
                      </a:cubicBezTo>
                      <a:cubicBezTo>
                        <a:pt x="11" y="178"/>
                        <a:pt x="13" y="185"/>
                        <a:pt x="13" y="185"/>
                      </a:cubicBezTo>
                      <a:cubicBezTo>
                        <a:pt x="13" y="185"/>
                        <a:pt x="0" y="157"/>
                        <a:pt x="0" y="114"/>
                      </a:cubicBezTo>
                      <a:close/>
                    </a:path>
                  </a:pathLst>
                </a:custGeom>
                <a:solidFill>
                  <a:srgbClr val="31849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îśḷîḑè"/>
                <p:cNvSpPr/>
                <p:nvPr/>
              </p:nvSpPr>
              <p:spPr bwMode="auto">
                <a:xfrm>
                  <a:off x="8204200" y="2230438"/>
                  <a:ext cx="731837" cy="1260475"/>
                </a:xfrm>
                <a:custGeom>
                  <a:avLst/>
                  <a:gdLst>
                    <a:gd name="T0" fmla="*/ 97 w 242"/>
                    <a:gd name="T1" fmla="*/ 0 h 417"/>
                    <a:gd name="T2" fmla="*/ 199 w 242"/>
                    <a:gd name="T3" fmla="*/ 394 h 417"/>
                    <a:gd name="T4" fmla="*/ 240 w 242"/>
                    <a:gd name="T5" fmla="*/ 408 h 417"/>
                    <a:gd name="T6" fmla="*/ 166 w 242"/>
                    <a:gd name="T7" fmla="*/ 413 h 417"/>
                    <a:gd name="T8" fmla="*/ 0 w 242"/>
                    <a:gd name="T9" fmla="*/ 12 h 417"/>
                    <a:gd name="T10" fmla="*/ 97 w 242"/>
                    <a:gd name="T11" fmla="*/ 0 h 4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2" h="417">
                      <a:moveTo>
                        <a:pt x="97" y="0"/>
                      </a:moveTo>
                      <a:cubicBezTo>
                        <a:pt x="97" y="0"/>
                        <a:pt x="183" y="330"/>
                        <a:pt x="199" y="394"/>
                      </a:cubicBezTo>
                      <a:cubicBezTo>
                        <a:pt x="199" y="394"/>
                        <a:pt x="237" y="401"/>
                        <a:pt x="240" y="408"/>
                      </a:cubicBezTo>
                      <a:cubicBezTo>
                        <a:pt x="242" y="415"/>
                        <a:pt x="173" y="417"/>
                        <a:pt x="166" y="413"/>
                      </a:cubicBezTo>
                      <a:cubicBezTo>
                        <a:pt x="159" y="408"/>
                        <a:pt x="33" y="128"/>
                        <a:pt x="0" y="12"/>
                      </a:cubicBez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îSļîḍé"/>
                <p:cNvSpPr/>
                <p:nvPr/>
              </p:nvSpPr>
              <p:spPr bwMode="auto">
                <a:xfrm>
                  <a:off x="7551738" y="2230438"/>
                  <a:ext cx="731837" cy="1260475"/>
                </a:xfrm>
                <a:custGeom>
                  <a:avLst/>
                  <a:gdLst>
                    <a:gd name="T0" fmla="*/ 145 w 242"/>
                    <a:gd name="T1" fmla="*/ 0 h 417"/>
                    <a:gd name="T2" fmla="*/ 43 w 242"/>
                    <a:gd name="T3" fmla="*/ 394 h 417"/>
                    <a:gd name="T4" fmla="*/ 3 w 242"/>
                    <a:gd name="T5" fmla="*/ 408 h 417"/>
                    <a:gd name="T6" fmla="*/ 76 w 242"/>
                    <a:gd name="T7" fmla="*/ 413 h 417"/>
                    <a:gd name="T8" fmla="*/ 242 w 242"/>
                    <a:gd name="T9" fmla="*/ 12 h 417"/>
                    <a:gd name="T10" fmla="*/ 145 w 242"/>
                    <a:gd name="T11" fmla="*/ 0 h 4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2" h="417">
                      <a:moveTo>
                        <a:pt x="145" y="0"/>
                      </a:moveTo>
                      <a:cubicBezTo>
                        <a:pt x="145" y="0"/>
                        <a:pt x="60" y="330"/>
                        <a:pt x="43" y="394"/>
                      </a:cubicBezTo>
                      <a:cubicBezTo>
                        <a:pt x="43" y="394"/>
                        <a:pt x="5" y="401"/>
                        <a:pt x="3" y="408"/>
                      </a:cubicBezTo>
                      <a:cubicBezTo>
                        <a:pt x="0" y="415"/>
                        <a:pt x="69" y="417"/>
                        <a:pt x="76" y="413"/>
                      </a:cubicBezTo>
                      <a:cubicBezTo>
                        <a:pt x="83" y="408"/>
                        <a:pt x="209" y="128"/>
                        <a:pt x="242" y="12"/>
                      </a:cubicBez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" name="işļïḑè"/>
                <p:cNvSpPr/>
                <p:nvPr/>
              </p:nvSpPr>
              <p:spPr bwMode="auto">
                <a:xfrm>
                  <a:off x="7932738" y="1457325"/>
                  <a:ext cx="622300" cy="889000"/>
                </a:xfrm>
                <a:custGeom>
                  <a:avLst/>
                  <a:gdLst>
                    <a:gd name="T0" fmla="*/ 38 w 206"/>
                    <a:gd name="T1" fmla="*/ 22 h 294"/>
                    <a:gd name="T2" fmla="*/ 7 w 206"/>
                    <a:gd name="T3" fmla="*/ 268 h 294"/>
                    <a:gd name="T4" fmla="*/ 206 w 206"/>
                    <a:gd name="T5" fmla="*/ 263 h 294"/>
                    <a:gd name="T6" fmla="*/ 164 w 206"/>
                    <a:gd name="T7" fmla="*/ 26 h 294"/>
                    <a:gd name="T8" fmla="*/ 38 w 206"/>
                    <a:gd name="T9" fmla="*/ 22 h 2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6" h="294">
                      <a:moveTo>
                        <a:pt x="38" y="22"/>
                      </a:moveTo>
                      <a:cubicBezTo>
                        <a:pt x="38" y="22"/>
                        <a:pt x="0" y="209"/>
                        <a:pt x="7" y="268"/>
                      </a:cubicBezTo>
                      <a:cubicBezTo>
                        <a:pt x="7" y="268"/>
                        <a:pt x="138" y="294"/>
                        <a:pt x="206" y="263"/>
                      </a:cubicBezTo>
                      <a:cubicBezTo>
                        <a:pt x="206" y="263"/>
                        <a:pt x="194" y="95"/>
                        <a:pt x="164" y="26"/>
                      </a:cubicBezTo>
                      <a:cubicBezTo>
                        <a:pt x="164" y="26"/>
                        <a:pt x="142" y="0"/>
                        <a:pt x="38" y="22"/>
                      </a:cubicBezTo>
                      <a:close/>
                    </a:path>
                  </a:pathLst>
                </a:custGeom>
                <a:solidFill>
                  <a:srgbClr val="4DA9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îṣlîḍé"/>
                <p:cNvSpPr/>
                <p:nvPr/>
              </p:nvSpPr>
              <p:spPr bwMode="auto">
                <a:xfrm>
                  <a:off x="8169275" y="1400175"/>
                  <a:ext cx="171450" cy="196850"/>
                </a:xfrm>
                <a:custGeom>
                  <a:avLst/>
                  <a:gdLst>
                    <a:gd name="T0" fmla="*/ 3 w 57"/>
                    <a:gd name="T1" fmla="*/ 6 h 65"/>
                    <a:gd name="T2" fmla="*/ 0 w 57"/>
                    <a:gd name="T3" fmla="*/ 38 h 65"/>
                    <a:gd name="T4" fmla="*/ 57 w 57"/>
                    <a:gd name="T5" fmla="*/ 39 h 65"/>
                    <a:gd name="T6" fmla="*/ 48 w 57"/>
                    <a:gd name="T7" fmla="*/ 0 h 65"/>
                    <a:gd name="T8" fmla="*/ 3 w 57"/>
                    <a:gd name="T9" fmla="*/ 6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7" h="65">
                      <a:moveTo>
                        <a:pt x="3" y="6"/>
                      </a:move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38"/>
                        <a:pt x="57" y="65"/>
                        <a:pt x="57" y="39"/>
                      </a:cubicBezTo>
                      <a:cubicBezTo>
                        <a:pt x="57" y="34"/>
                        <a:pt x="48" y="0"/>
                        <a:pt x="48" y="0"/>
                      </a:cubicBezTo>
                      <a:lnTo>
                        <a:pt x="3" y="6"/>
                      </a:ln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íS1iḓê"/>
                <p:cNvSpPr/>
                <p:nvPr/>
              </p:nvSpPr>
              <p:spPr bwMode="auto">
                <a:xfrm>
                  <a:off x="8040688" y="1085850"/>
                  <a:ext cx="363537" cy="393700"/>
                </a:xfrm>
                <a:custGeom>
                  <a:avLst/>
                  <a:gdLst>
                    <a:gd name="T0" fmla="*/ 116 w 120"/>
                    <a:gd name="T1" fmla="*/ 65 h 130"/>
                    <a:gd name="T2" fmla="*/ 84 w 120"/>
                    <a:gd name="T3" fmla="*/ 130 h 130"/>
                    <a:gd name="T4" fmla="*/ 19 w 120"/>
                    <a:gd name="T5" fmla="*/ 65 h 130"/>
                    <a:gd name="T6" fmla="*/ 84 w 120"/>
                    <a:gd name="T7" fmla="*/ 0 h 130"/>
                    <a:gd name="T8" fmla="*/ 116 w 120"/>
                    <a:gd name="T9" fmla="*/ 65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0" h="130">
                      <a:moveTo>
                        <a:pt x="116" y="65"/>
                      </a:moveTo>
                      <a:cubicBezTo>
                        <a:pt x="116" y="101"/>
                        <a:pt x="120" y="130"/>
                        <a:pt x="84" y="130"/>
                      </a:cubicBezTo>
                      <a:cubicBezTo>
                        <a:pt x="48" y="130"/>
                        <a:pt x="19" y="101"/>
                        <a:pt x="19" y="65"/>
                      </a:cubicBezTo>
                      <a:cubicBezTo>
                        <a:pt x="19" y="29"/>
                        <a:pt x="0" y="0"/>
                        <a:pt x="84" y="0"/>
                      </a:cubicBezTo>
                      <a:cubicBezTo>
                        <a:pt x="120" y="0"/>
                        <a:pt x="116" y="29"/>
                        <a:pt x="116" y="65"/>
                      </a:cubicBez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ïṣļïďé"/>
                <p:cNvSpPr/>
                <p:nvPr/>
              </p:nvSpPr>
              <p:spPr bwMode="auto">
                <a:xfrm>
                  <a:off x="8029575" y="995362"/>
                  <a:ext cx="387350" cy="392113"/>
                </a:xfrm>
                <a:custGeom>
                  <a:avLst/>
                  <a:gdLst>
                    <a:gd name="T0" fmla="*/ 52 w 128"/>
                    <a:gd name="T1" fmla="*/ 53 h 130"/>
                    <a:gd name="T2" fmla="*/ 128 w 128"/>
                    <a:gd name="T3" fmla="*/ 44 h 130"/>
                    <a:gd name="T4" fmla="*/ 50 w 128"/>
                    <a:gd name="T5" fmla="*/ 19 h 130"/>
                    <a:gd name="T6" fmla="*/ 18 w 128"/>
                    <a:gd name="T7" fmla="*/ 57 h 130"/>
                    <a:gd name="T8" fmla="*/ 5 w 128"/>
                    <a:gd name="T9" fmla="*/ 89 h 130"/>
                    <a:gd name="T10" fmla="*/ 34 w 128"/>
                    <a:gd name="T11" fmla="*/ 130 h 130"/>
                    <a:gd name="T12" fmla="*/ 44 w 128"/>
                    <a:gd name="T13" fmla="*/ 62 h 130"/>
                    <a:gd name="T14" fmla="*/ 52 w 128"/>
                    <a:gd name="T15" fmla="*/ 53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8" h="130">
                      <a:moveTo>
                        <a:pt x="52" y="53"/>
                      </a:moveTo>
                      <a:cubicBezTo>
                        <a:pt x="52" y="53"/>
                        <a:pt x="103" y="82"/>
                        <a:pt x="128" y="44"/>
                      </a:cubicBezTo>
                      <a:cubicBezTo>
                        <a:pt x="128" y="44"/>
                        <a:pt x="96" y="0"/>
                        <a:pt x="50" y="19"/>
                      </a:cubicBezTo>
                      <a:cubicBezTo>
                        <a:pt x="4" y="39"/>
                        <a:pt x="18" y="57"/>
                        <a:pt x="18" y="57"/>
                      </a:cubicBezTo>
                      <a:cubicBezTo>
                        <a:pt x="18" y="57"/>
                        <a:pt x="0" y="66"/>
                        <a:pt x="5" y="89"/>
                      </a:cubicBezTo>
                      <a:cubicBezTo>
                        <a:pt x="11" y="112"/>
                        <a:pt x="34" y="130"/>
                        <a:pt x="34" y="130"/>
                      </a:cubicBezTo>
                      <a:cubicBezTo>
                        <a:pt x="34" y="130"/>
                        <a:pt x="73" y="94"/>
                        <a:pt x="44" y="62"/>
                      </a:cubicBezTo>
                      <a:lnTo>
                        <a:pt x="52" y="53"/>
                      </a:ln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i$ḻïďè"/>
                <p:cNvSpPr/>
                <p:nvPr/>
              </p:nvSpPr>
              <p:spPr bwMode="auto">
                <a:xfrm>
                  <a:off x="8343900" y="1262063"/>
                  <a:ext cx="79375" cy="101600"/>
                </a:xfrm>
                <a:custGeom>
                  <a:avLst/>
                  <a:gdLst>
                    <a:gd name="T0" fmla="*/ 6 w 26"/>
                    <a:gd name="T1" fmla="*/ 0 h 34"/>
                    <a:gd name="T2" fmla="*/ 25 w 26"/>
                    <a:gd name="T3" fmla="*/ 32 h 34"/>
                    <a:gd name="T4" fmla="*/ 7 w 26"/>
                    <a:gd name="T5" fmla="*/ 34 h 34"/>
                    <a:gd name="T6" fmla="*/ 6 w 26"/>
                    <a:gd name="T7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34">
                      <a:moveTo>
                        <a:pt x="6" y="0"/>
                      </a:moveTo>
                      <a:cubicBezTo>
                        <a:pt x="6" y="0"/>
                        <a:pt x="23" y="21"/>
                        <a:pt x="25" y="32"/>
                      </a:cubicBezTo>
                      <a:cubicBezTo>
                        <a:pt x="26" y="34"/>
                        <a:pt x="7" y="34"/>
                        <a:pt x="7" y="34"/>
                      </a:cubicBezTo>
                      <a:cubicBezTo>
                        <a:pt x="7" y="34"/>
                        <a:pt x="0" y="15"/>
                        <a:pt x="6" y="0"/>
                      </a:cubicBezTo>
                      <a:close/>
                    </a:path>
                  </a:pathLst>
                </a:custGeom>
                <a:solidFill>
                  <a:srgbClr val="E26D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îšḻïḍé"/>
                <p:cNvSpPr/>
                <p:nvPr/>
              </p:nvSpPr>
              <p:spPr bwMode="auto">
                <a:xfrm>
                  <a:off x="4992688" y="6086475"/>
                  <a:ext cx="1403350" cy="15398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íṩ1ïḋê"/>
                <p:cNvSpPr/>
                <p:nvPr/>
              </p:nvSpPr>
              <p:spPr bwMode="auto">
                <a:xfrm>
                  <a:off x="10004425" y="6086475"/>
                  <a:ext cx="1403350" cy="15398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işḻidè"/>
                <p:cNvSpPr/>
                <p:nvPr/>
              </p:nvSpPr>
              <p:spPr bwMode="auto">
                <a:xfrm>
                  <a:off x="6445250" y="6053138"/>
                  <a:ext cx="3546475" cy="1778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íṥlïḓê"/>
                <p:cNvSpPr/>
                <p:nvPr/>
              </p:nvSpPr>
              <p:spPr bwMode="auto">
                <a:xfrm>
                  <a:off x="8232775" y="3476625"/>
                  <a:ext cx="1692275" cy="2147888"/>
                </a:xfrm>
                <a:custGeom>
                  <a:avLst/>
                  <a:gdLst>
                    <a:gd name="T0" fmla="*/ 380 w 560"/>
                    <a:gd name="T1" fmla="*/ 628 h 711"/>
                    <a:gd name="T2" fmla="*/ 337 w 560"/>
                    <a:gd name="T3" fmla="*/ 560 h 711"/>
                    <a:gd name="T4" fmla="*/ 560 w 560"/>
                    <a:gd name="T5" fmla="*/ 560 h 711"/>
                    <a:gd name="T6" fmla="*/ 560 w 560"/>
                    <a:gd name="T7" fmla="*/ 330 h 711"/>
                    <a:gd name="T8" fmla="*/ 488 w 560"/>
                    <a:gd name="T9" fmla="*/ 380 h 711"/>
                    <a:gd name="T10" fmla="*/ 405 w 560"/>
                    <a:gd name="T11" fmla="*/ 280 h 711"/>
                    <a:gd name="T12" fmla="*/ 488 w 560"/>
                    <a:gd name="T13" fmla="*/ 179 h 711"/>
                    <a:gd name="T14" fmla="*/ 560 w 560"/>
                    <a:gd name="T15" fmla="*/ 229 h 711"/>
                    <a:gd name="T16" fmla="*/ 560 w 560"/>
                    <a:gd name="T17" fmla="*/ 0 h 711"/>
                    <a:gd name="T18" fmla="*/ 337 w 560"/>
                    <a:gd name="T19" fmla="*/ 0 h 711"/>
                    <a:gd name="T20" fmla="*/ 380 w 560"/>
                    <a:gd name="T21" fmla="*/ 68 h 711"/>
                    <a:gd name="T22" fmla="*/ 280 w 560"/>
                    <a:gd name="T23" fmla="*/ 151 h 711"/>
                    <a:gd name="T24" fmla="*/ 180 w 560"/>
                    <a:gd name="T25" fmla="*/ 68 h 711"/>
                    <a:gd name="T26" fmla="*/ 223 w 560"/>
                    <a:gd name="T27" fmla="*/ 0 h 711"/>
                    <a:gd name="T28" fmla="*/ 0 w 560"/>
                    <a:gd name="T29" fmla="*/ 0 h 711"/>
                    <a:gd name="T30" fmla="*/ 0 w 560"/>
                    <a:gd name="T31" fmla="*/ 560 h 711"/>
                    <a:gd name="T32" fmla="*/ 223 w 560"/>
                    <a:gd name="T33" fmla="*/ 560 h 711"/>
                    <a:gd name="T34" fmla="*/ 180 w 560"/>
                    <a:gd name="T35" fmla="*/ 628 h 711"/>
                    <a:gd name="T36" fmla="*/ 280 w 560"/>
                    <a:gd name="T37" fmla="*/ 711 h 711"/>
                    <a:gd name="T38" fmla="*/ 380 w 560"/>
                    <a:gd name="T39" fmla="*/ 628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560" h="711">
                      <a:moveTo>
                        <a:pt x="380" y="628"/>
                      </a:moveTo>
                      <a:cubicBezTo>
                        <a:pt x="380" y="600"/>
                        <a:pt x="363" y="575"/>
                        <a:pt x="337" y="560"/>
                      </a:cubicBezTo>
                      <a:cubicBezTo>
                        <a:pt x="560" y="560"/>
                        <a:pt x="560" y="560"/>
                        <a:pt x="560" y="560"/>
                      </a:cubicBezTo>
                      <a:cubicBezTo>
                        <a:pt x="560" y="330"/>
                        <a:pt x="560" y="330"/>
                        <a:pt x="560" y="330"/>
                      </a:cubicBezTo>
                      <a:cubicBezTo>
                        <a:pt x="545" y="360"/>
                        <a:pt x="519" y="380"/>
                        <a:pt x="488" y="380"/>
                      </a:cubicBezTo>
                      <a:cubicBezTo>
                        <a:pt x="442" y="380"/>
                        <a:pt x="405" y="335"/>
                        <a:pt x="405" y="280"/>
                      </a:cubicBezTo>
                      <a:cubicBezTo>
                        <a:pt x="405" y="224"/>
                        <a:pt x="442" y="179"/>
                        <a:pt x="488" y="179"/>
                      </a:cubicBezTo>
                      <a:cubicBezTo>
                        <a:pt x="519" y="179"/>
                        <a:pt x="545" y="199"/>
                        <a:pt x="560" y="229"/>
                      </a:cubicBezTo>
                      <a:cubicBezTo>
                        <a:pt x="560" y="0"/>
                        <a:pt x="560" y="0"/>
                        <a:pt x="560" y="0"/>
                      </a:cubicBezTo>
                      <a:cubicBezTo>
                        <a:pt x="337" y="0"/>
                        <a:pt x="337" y="0"/>
                        <a:pt x="337" y="0"/>
                      </a:cubicBezTo>
                      <a:cubicBezTo>
                        <a:pt x="363" y="15"/>
                        <a:pt x="380" y="40"/>
                        <a:pt x="380" y="68"/>
                      </a:cubicBezTo>
                      <a:cubicBezTo>
                        <a:pt x="380" y="114"/>
                        <a:pt x="335" y="151"/>
                        <a:pt x="280" y="151"/>
                      </a:cubicBezTo>
                      <a:cubicBezTo>
                        <a:pt x="225" y="151"/>
                        <a:pt x="180" y="114"/>
                        <a:pt x="180" y="68"/>
                      </a:cubicBezTo>
                      <a:cubicBezTo>
                        <a:pt x="180" y="40"/>
                        <a:pt x="197" y="15"/>
                        <a:pt x="22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60"/>
                        <a:pt x="0" y="560"/>
                        <a:pt x="0" y="560"/>
                      </a:cubicBezTo>
                      <a:cubicBezTo>
                        <a:pt x="223" y="560"/>
                        <a:pt x="223" y="560"/>
                        <a:pt x="223" y="560"/>
                      </a:cubicBezTo>
                      <a:cubicBezTo>
                        <a:pt x="197" y="575"/>
                        <a:pt x="180" y="600"/>
                        <a:pt x="180" y="628"/>
                      </a:cubicBezTo>
                      <a:cubicBezTo>
                        <a:pt x="180" y="674"/>
                        <a:pt x="225" y="711"/>
                        <a:pt x="280" y="711"/>
                      </a:cubicBezTo>
                      <a:cubicBezTo>
                        <a:pt x="335" y="711"/>
                        <a:pt x="380" y="674"/>
                        <a:pt x="380" y="628"/>
                      </a:cubicBez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chemeClr val="bg1"/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" name="ïs1iḑè"/>
                <p:cNvSpPr/>
                <p:nvPr/>
              </p:nvSpPr>
              <p:spPr bwMode="auto">
                <a:xfrm>
                  <a:off x="8264525" y="1025525"/>
                  <a:ext cx="2632075" cy="2274888"/>
                </a:xfrm>
                <a:custGeom>
                  <a:avLst/>
                  <a:gdLst>
                    <a:gd name="T0" fmla="*/ 482 w 870"/>
                    <a:gd name="T1" fmla="*/ 678 h 753"/>
                    <a:gd name="T2" fmla="*/ 449 w 870"/>
                    <a:gd name="T3" fmla="*/ 603 h 753"/>
                    <a:gd name="T4" fmla="*/ 670 w 870"/>
                    <a:gd name="T5" fmla="*/ 637 h 753"/>
                    <a:gd name="T6" fmla="*/ 703 w 870"/>
                    <a:gd name="T7" fmla="*/ 416 h 753"/>
                    <a:gd name="T8" fmla="*/ 765 w 870"/>
                    <a:gd name="T9" fmla="*/ 469 h 753"/>
                    <a:gd name="T10" fmla="*/ 862 w 870"/>
                    <a:gd name="T11" fmla="*/ 382 h 753"/>
                    <a:gd name="T12" fmla="*/ 794 w 870"/>
                    <a:gd name="T13" fmla="*/ 271 h 753"/>
                    <a:gd name="T14" fmla="*/ 720 w 870"/>
                    <a:gd name="T15" fmla="*/ 304 h 753"/>
                    <a:gd name="T16" fmla="*/ 753 w 870"/>
                    <a:gd name="T17" fmla="*/ 83 h 753"/>
                    <a:gd name="T18" fmla="*/ 200 w 870"/>
                    <a:gd name="T19" fmla="*/ 0 h 753"/>
                    <a:gd name="T20" fmla="*/ 166 w 870"/>
                    <a:gd name="T21" fmla="*/ 220 h 753"/>
                    <a:gd name="T22" fmla="*/ 105 w 870"/>
                    <a:gd name="T23" fmla="*/ 167 h 753"/>
                    <a:gd name="T24" fmla="*/ 8 w 870"/>
                    <a:gd name="T25" fmla="*/ 254 h 753"/>
                    <a:gd name="T26" fmla="*/ 75 w 870"/>
                    <a:gd name="T27" fmla="*/ 366 h 753"/>
                    <a:gd name="T28" fmla="*/ 150 w 870"/>
                    <a:gd name="T29" fmla="*/ 333 h 753"/>
                    <a:gd name="T30" fmla="*/ 116 w 870"/>
                    <a:gd name="T31" fmla="*/ 553 h 753"/>
                    <a:gd name="T32" fmla="*/ 337 w 870"/>
                    <a:gd name="T33" fmla="*/ 587 h 753"/>
                    <a:gd name="T34" fmla="*/ 284 w 870"/>
                    <a:gd name="T35" fmla="*/ 648 h 753"/>
                    <a:gd name="T36" fmla="*/ 371 w 870"/>
                    <a:gd name="T37" fmla="*/ 745 h 753"/>
                    <a:gd name="T38" fmla="*/ 482 w 870"/>
                    <a:gd name="T39" fmla="*/ 678 h 7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70" h="753">
                      <a:moveTo>
                        <a:pt x="482" y="678"/>
                      </a:moveTo>
                      <a:cubicBezTo>
                        <a:pt x="486" y="650"/>
                        <a:pt x="473" y="622"/>
                        <a:pt x="449" y="603"/>
                      </a:cubicBezTo>
                      <a:cubicBezTo>
                        <a:pt x="670" y="637"/>
                        <a:pt x="670" y="637"/>
                        <a:pt x="670" y="637"/>
                      </a:cubicBezTo>
                      <a:cubicBezTo>
                        <a:pt x="703" y="416"/>
                        <a:pt x="703" y="416"/>
                        <a:pt x="703" y="416"/>
                      </a:cubicBezTo>
                      <a:cubicBezTo>
                        <a:pt x="714" y="444"/>
                        <a:pt x="736" y="465"/>
                        <a:pt x="765" y="469"/>
                      </a:cubicBezTo>
                      <a:cubicBezTo>
                        <a:pt x="810" y="476"/>
                        <a:pt x="853" y="437"/>
                        <a:pt x="862" y="382"/>
                      </a:cubicBezTo>
                      <a:cubicBezTo>
                        <a:pt x="870" y="327"/>
                        <a:pt x="840" y="278"/>
                        <a:pt x="794" y="271"/>
                      </a:cubicBezTo>
                      <a:cubicBezTo>
                        <a:pt x="766" y="267"/>
                        <a:pt x="739" y="280"/>
                        <a:pt x="720" y="304"/>
                      </a:cubicBezTo>
                      <a:cubicBezTo>
                        <a:pt x="753" y="83"/>
                        <a:pt x="753" y="83"/>
                        <a:pt x="753" y="83"/>
                      </a:cubicBezTo>
                      <a:cubicBezTo>
                        <a:pt x="200" y="0"/>
                        <a:pt x="200" y="0"/>
                        <a:pt x="200" y="0"/>
                      </a:cubicBezTo>
                      <a:cubicBezTo>
                        <a:pt x="166" y="220"/>
                        <a:pt x="166" y="220"/>
                        <a:pt x="166" y="220"/>
                      </a:cubicBezTo>
                      <a:cubicBezTo>
                        <a:pt x="155" y="192"/>
                        <a:pt x="133" y="171"/>
                        <a:pt x="105" y="167"/>
                      </a:cubicBezTo>
                      <a:cubicBezTo>
                        <a:pt x="60" y="160"/>
                        <a:pt x="16" y="199"/>
                        <a:pt x="8" y="254"/>
                      </a:cubicBezTo>
                      <a:cubicBezTo>
                        <a:pt x="0" y="309"/>
                        <a:pt x="30" y="359"/>
                        <a:pt x="75" y="366"/>
                      </a:cubicBezTo>
                      <a:cubicBezTo>
                        <a:pt x="103" y="370"/>
                        <a:pt x="131" y="356"/>
                        <a:pt x="150" y="333"/>
                      </a:cubicBezTo>
                      <a:cubicBezTo>
                        <a:pt x="116" y="553"/>
                        <a:pt x="116" y="553"/>
                        <a:pt x="116" y="553"/>
                      </a:cubicBezTo>
                      <a:cubicBezTo>
                        <a:pt x="337" y="587"/>
                        <a:pt x="337" y="587"/>
                        <a:pt x="337" y="587"/>
                      </a:cubicBezTo>
                      <a:cubicBezTo>
                        <a:pt x="309" y="598"/>
                        <a:pt x="288" y="620"/>
                        <a:pt x="284" y="648"/>
                      </a:cubicBezTo>
                      <a:cubicBezTo>
                        <a:pt x="277" y="693"/>
                        <a:pt x="316" y="737"/>
                        <a:pt x="371" y="745"/>
                      </a:cubicBezTo>
                      <a:cubicBezTo>
                        <a:pt x="426" y="753"/>
                        <a:pt x="475" y="723"/>
                        <a:pt x="482" y="67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íŝḷïďé"/>
                <p:cNvSpPr/>
                <p:nvPr/>
              </p:nvSpPr>
              <p:spPr bwMode="auto">
                <a:xfrm>
                  <a:off x="6538913" y="1323975"/>
                  <a:ext cx="1693862" cy="2152650"/>
                </a:xfrm>
                <a:custGeom>
                  <a:avLst/>
                  <a:gdLst>
                    <a:gd name="T0" fmla="*/ 491 w 560"/>
                    <a:gd name="T1" fmla="*/ 532 h 712"/>
                    <a:gd name="T2" fmla="*/ 408 w 560"/>
                    <a:gd name="T3" fmla="*/ 432 h 712"/>
                    <a:gd name="T4" fmla="*/ 491 w 560"/>
                    <a:gd name="T5" fmla="*/ 331 h 712"/>
                    <a:gd name="T6" fmla="*/ 560 w 560"/>
                    <a:gd name="T7" fmla="*/ 375 h 712"/>
                    <a:gd name="T8" fmla="*/ 560 w 560"/>
                    <a:gd name="T9" fmla="*/ 152 h 712"/>
                    <a:gd name="T10" fmla="*/ 335 w 560"/>
                    <a:gd name="T11" fmla="*/ 152 h 712"/>
                    <a:gd name="T12" fmla="*/ 379 w 560"/>
                    <a:gd name="T13" fmla="*/ 83 h 712"/>
                    <a:gd name="T14" fmla="*/ 278 w 560"/>
                    <a:gd name="T15" fmla="*/ 0 h 712"/>
                    <a:gd name="T16" fmla="*/ 178 w 560"/>
                    <a:gd name="T17" fmla="*/ 83 h 712"/>
                    <a:gd name="T18" fmla="*/ 222 w 560"/>
                    <a:gd name="T19" fmla="*/ 152 h 712"/>
                    <a:gd name="T20" fmla="*/ 0 w 560"/>
                    <a:gd name="T21" fmla="*/ 152 h 712"/>
                    <a:gd name="T22" fmla="*/ 0 w 560"/>
                    <a:gd name="T23" fmla="*/ 381 h 712"/>
                    <a:gd name="T24" fmla="*/ 71 w 560"/>
                    <a:gd name="T25" fmla="*/ 331 h 712"/>
                    <a:gd name="T26" fmla="*/ 155 w 560"/>
                    <a:gd name="T27" fmla="*/ 432 h 712"/>
                    <a:gd name="T28" fmla="*/ 71 w 560"/>
                    <a:gd name="T29" fmla="*/ 532 h 712"/>
                    <a:gd name="T30" fmla="*/ 0 w 560"/>
                    <a:gd name="T31" fmla="*/ 483 h 712"/>
                    <a:gd name="T32" fmla="*/ 0 w 560"/>
                    <a:gd name="T33" fmla="*/ 712 h 712"/>
                    <a:gd name="T34" fmla="*/ 560 w 560"/>
                    <a:gd name="T35" fmla="*/ 712 h 712"/>
                    <a:gd name="T36" fmla="*/ 560 w 560"/>
                    <a:gd name="T37" fmla="*/ 489 h 712"/>
                    <a:gd name="T38" fmla="*/ 491 w 560"/>
                    <a:gd name="T39" fmla="*/ 532 h 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560" h="712">
                      <a:moveTo>
                        <a:pt x="491" y="532"/>
                      </a:moveTo>
                      <a:cubicBezTo>
                        <a:pt x="446" y="532"/>
                        <a:pt x="408" y="487"/>
                        <a:pt x="408" y="432"/>
                      </a:cubicBezTo>
                      <a:cubicBezTo>
                        <a:pt x="408" y="376"/>
                        <a:pt x="446" y="331"/>
                        <a:pt x="491" y="331"/>
                      </a:cubicBezTo>
                      <a:cubicBezTo>
                        <a:pt x="520" y="331"/>
                        <a:pt x="545" y="349"/>
                        <a:pt x="560" y="375"/>
                      </a:cubicBezTo>
                      <a:cubicBezTo>
                        <a:pt x="560" y="152"/>
                        <a:pt x="560" y="152"/>
                        <a:pt x="560" y="152"/>
                      </a:cubicBezTo>
                      <a:cubicBezTo>
                        <a:pt x="335" y="152"/>
                        <a:pt x="335" y="152"/>
                        <a:pt x="335" y="152"/>
                      </a:cubicBezTo>
                      <a:cubicBezTo>
                        <a:pt x="361" y="137"/>
                        <a:pt x="379" y="112"/>
                        <a:pt x="379" y="83"/>
                      </a:cubicBezTo>
                      <a:cubicBezTo>
                        <a:pt x="379" y="37"/>
                        <a:pt x="334" y="0"/>
                        <a:pt x="278" y="0"/>
                      </a:cubicBezTo>
                      <a:cubicBezTo>
                        <a:pt x="223" y="0"/>
                        <a:pt x="178" y="37"/>
                        <a:pt x="178" y="83"/>
                      </a:cubicBezTo>
                      <a:cubicBezTo>
                        <a:pt x="178" y="112"/>
                        <a:pt x="195" y="137"/>
                        <a:pt x="222" y="152"/>
                      </a:cubicBezTo>
                      <a:cubicBezTo>
                        <a:pt x="0" y="152"/>
                        <a:pt x="0" y="152"/>
                        <a:pt x="0" y="152"/>
                      </a:cubicBezTo>
                      <a:cubicBezTo>
                        <a:pt x="0" y="381"/>
                        <a:pt x="0" y="381"/>
                        <a:pt x="0" y="381"/>
                      </a:cubicBezTo>
                      <a:cubicBezTo>
                        <a:pt x="14" y="351"/>
                        <a:pt x="41" y="331"/>
                        <a:pt x="71" y="331"/>
                      </a:cubicBezTo>
                      <a:cubicBezTo>
                        <a:pt x="117" y="331"/>
                        <a:pt x="155" y="376"/>
                        <a:pt x="155" y="432"/>
                      </a:cubicBezTo>
                      <a:cubicBezTo>
                        <a:pt x="155" y="487"/>
                        <a:pt x="117" y="532"/>
                        <a:pt x="71" y="532"/>
                      </a:cubicBezTo>
                      <a:cubicBezTo>
                        <a:pt x="41" y="532"/>
                        <a:pt x="14" y="512"/>
                        <a:pt x="0" y="483"/>
                      </a:cubicBezTo>
                      <a:cubicBezTo>
                        <a:pt x="0" y="712"/>
                        <a:pt x="0" y="712"/>
                        <a:pt x="0" y="712"/>
                      </a:cubicBezTo>
                      <a:cubicBezTo>
                        <a:pt x="560" y="712"/>
                        <a:pt x="560" y="712"/>
                        <a:pt x="560" y="712"/>
                      </a:cubicBezTo>
                      <a:cubicBezTo>
                        <a:pt x="560" y="489"/>
                        <a:pt x="560" y="489"/>
                        <a:pt x="560" y="489"/>
                      </a:cubicBezTo>
                      <a:cubicBezTo>
                        <a:pt x="545" y="515"/>
                        <a:pt x="520" y="532"/>
                        <a:pt x="491" y="532"/>
                      </a:cubicBez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chemeClr val="bg1"/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2" name="îṡļíḓè"/>
                <p:cNvSpPr/>
                <p:nvPr/>
              </p:nvSpPr>
              <p:spPr bwMode="auto">
                <a:xfrm>
                  <a:off x="6065838" y="3016250"/>
                  <a:ext cx="2622550" cy="2151063"/>
                </a:xfrm>
                <a:custGeom>
                  <a:avLst/>
                  <a:gdLst>
                    <a:gd name="T0" fmla="*/ 536 w 867"/>
                    <a:gd name="T1" fmla="*/ 640 h 712"/>
                    <a:gd name="T2" fmla="*/ 487 w 867"/>
                    <a:gd name="T3" fmla="*/ 712 h 712"/>
                    <a:gd name="T4" fmla="*/ 716 w 867"/>
                    <a:gd name="T5" fmla="*/ 712 h 712"/>
                    <a:gd name="T6" fmla="*/ 716 w 867"/>
                    <a:gd name="T7" fmla="*/ 488 h 712"/>
                    <a:gd name="T8" fmla="*/ 784 w 867"/>
                    <a:gd name="T9" fmla="*/ 532 h 712"/>
                    <a:gd name="T10" fmla="*/ 867 w 867"/>
                    <a:gd name="T11" fmla="*/ 432 h 712"/>
                    <a:gd name="T12" fmla="*/ 784 w 867"/>
                    <a:gd name="T13" fmla="*/ 331 h 712"/>
                    <a:gd name="T14" fmla="*/ 716 w 867"/>
                    <a:gd name="T15" fmla="*/ 375 h 712"/>
                    <a:gd name="T16" fmla="*/ 716 w 867"/>
                    <a:gd name="T17" fmla="*/ 152 h 712"/>
                    <a:gd name="T18" fmla="*/ 493 w 867"/>
                    <a:gd name="T19" fmla="*/ 152 h 712"/>
                    <a:gd name="T20" fmla="*/ 536 w 867"/>
                    <a:gd name="T21" fmla="*/ 83 h 712"/>
                    <a:gd name="T22" fmla="*/ 436 w 867"/>
                    <a:gd name="T23" fmla="*/ 0 h 712"/>
                    <a:gd name="T24" fmla="*/ 336 w 867"/>
                    <a:gd name="T25" fmla="*/ 83 h 712"/>
                    <a:gd name="T26" fmla="*/ 379 w 867"/>
                    <a:gd name="T27" fmla="*/ 152 h 712"/>
                    <a:gd name="T28" fmla="*/ 156 w 867"/>
                    <a:gd name="T29" fmla="*/ 152 h 712"/>
                    <a:gd name="T30" fmla="*/ 156 w 867"/>
                    <a:gd name="T31" fmla="*/ 384 h 712"/>
                    <a:gd name="T32" fmla="*/ 83 w 867"/>
                    <a:gd name="T33" fmla="*/ 331 h 712"/>
                    <a:gd name="T34" fmla="*/ 0 w 867"/>
                    <a:gd name="T35" fmla="*/ 432 h 712"/>
                    <a:gd name="T36" fmla="*/ 83 w 867"/>
                    <a:gd name="T37" fmla="*/ 532 h 712"/>
                    <a:gd name="T38" fmla="*/ 156 w 867"/>
                    <a:gd name="T39" fmla="*/ 479 h 712"/>
                    <a:gd name="T40" fmla="*/ 156 w 867"/>
                    <a:gd name="T41" fmla="*/ 712 h 712"/>
                    <a:gd name="T42" fmla="*/ 385 w 867"/>
                    <a:gd name="T43" fmla="*/ 712 h 712"/>
                    <a:gd name="T44" fmla="*/ 336 w 867"/>
                    <a:gd name="T45" fmla="*/ 640 h 712"/>
                    <a:gd name="T46" fmla="*/ 436 w 867"/>
                    <a:gd name="T47" fmla="*/ 557 h 712"/>
                    <a:gd name="T48" fmla="*/ 536 w 867"/>
                    <a:gd name="T49" fmla="*/ 640 h 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867" h="712">
                      <a:moveTo>
                        <a:pt x="536" y="640"/>
                      </a:moveTo>
                      <a:cubicBezTo>
                        <a:pt x="536" y="671"/>
                        <a:pt x="516" y="697"/>
                        <a:pt x="487" y="712"/>
                      </a:cubicBezTo>
                      <a:cubicBezTo>
                        <a:pt x="716" y="712"/>
                        <a:pt x="716" y="712"/>
                        <a:pt x="716" y="712"/>
                      </a:cubicBezTo>
                      <a:cubicBezTo>
                        <a:pt x="716" y="488"/>
                        <a:pt x="716" y="488"/>
                        <a:pt x="716" y="488"/>
                      </a:cubicBezTo>
                      <a:cubicBezTo>
                        <a:pt x="731" y="515"/>
                        <a:pt x="756" y="532"/>
                        <a:pt x="784" y="532"/>
                      </a:cubicBezTo>
                      <a:cubicBezTo>
                        <a:pt x="830" y="532"/>
                        <a:pt x="867" y="487"/>
                        <a:pt x="867" y="432"/>
                      </a:cubicBezTo>
                      <a:cubicBezTo>
                        <a:pt x="867" y="376"/>
                        <a:pt x="830" y="331"/>
                        <a:pt x="784" y="331"/>
                      </a:cubicBezTo>
                      <a:cubicBezTo>
                        <a:pt x="756" y="331"/>
                        <a:pt x="731" y="349"/>
                        <a:pt x="716" y="375"/>
                      </a:cubicBezTo>
                      <a:cubicBezTo>
                        <a:pt x="716" y="152"/>
                        <a:pt x="716" y="152"/>
                        <a:pt x="716" y="152"/>
                      </a:cubicBezTo>
                      <a:cubicBezTo>
                        <a:pt x="493" y="152"/>
                        <a:pt x="493" y="152"/>
                        <a:pt x="493" y="152"/>
                      </a:cubicBezTo>
                      <a:cubicBezTo>
                        <a:pt x="519" y="137"/>
                        <a:pt x="536" y="112"/>
                        <a:pt x="536" y="83"/>
                      </a:cubicBezTo>
                      <a:cubicBezTo>
                        <a:pt x="536" y="37"/>
                        <a:pt x="491" y="0"/>
                        <a:pt x="436" y="0"/>
                      </a:cubicBezTo>
                      <a:cubicBezTo>
                        <a:pt x="381" y="0"/>
                        <a:pt x="336" y="37"/>
                        <a:pt x="336" y="83"/>
                      </a:cubicBezTo>
                      <a:cubicBezTo>
                        <a:pt x="336" y="112"/>
                        <a:pt x="353" y="137"/>
                        <a:pt x="379" y="152"/>
                      </a:cubicBezTo>
                      <a:cubicBezTo>
                        <a:pt x="156" y="152"/>
                        <a:pt x="156" y="152"/>
                        <a:pt x="156" y="152"/>
                      </a:cubicBezTo>
                      <a:cubicBezTo>
                        <a:pt x="156" y="384"/>
                        <a:pt x="156" y="384"/>
                        <a:pt x="156" y="384"/>
                      </a:cubicBezTo>
                      <a:cubicBezTo>
                        <a:pt x="142" y="353"/>
                        <a:pt x="114" y="331"/>
                        <a:pt x="83" y="331"/>
                      </a:cubicBezTo>
                      <a:cubicBezTo>
                        <a:pt x="37" y="331"/>
                        <a:pt x="0" y="376"/>
                        <a:pt x="0" y="432"/>
                      </a:cubicBezTo>
                      <a:cubicBezTo>
                        <a:pt x="0" y="487"/>
                        <a:pt x="37" y="532"/>
                        <a:pt x="83" y="532"/>
                      </a:cubicBezTo>
                      <a:cubicBezTo>
                        <a:pt x="114" y="532"/>
                        <a:pt x="142" y="511"/>
                        <a:pt x="156" y="479"/>
                      </a:cubicBezTo>
                      <a:cubicBezTo>
                        <a:pt x="156" y="712"/>
                        <a:pt x="156" y="712"/>
                        <a:pt x="156" y="712"/>
                      </a:cubicBezTo>
                      <a:cubicBezTo>
                        <a:pt x="385" y="712"/>
                        <a:pt x="385" y="712"/>
                        <a:pt x="385" y="712"/>
                      </a:cubicBezTo>
                      <a:cubicBezTo>
                        <a:pt x="355" y="697"/>
                        <a:pt x="336" y="671"/>
                        <a:pt x="336" y="640"/>
                      </a:cubicBezTo>
                      <a:cubicBezTo>
                        <a:pt x="336" y="594"/>
                        <a:pt x="381" y="557"/>
                        <a:pt x="436" y="557"/>
                      </a:cubicBezTo>
                      <a:cubicBezTo>
                        <a:pt x="491" y="557"/>
                        <a:pt x="536" y="594"/>
                        <a:pt x="536" y="640"/>
                      </a:cubicBez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chemeClr val="bg1"/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ïşľîďê"/>
                <p:cNvSpPr/>
                <p:nvPr/>
              </p:nvSpPr>
              <p:spPr bwMode="auto">
                <a:xfrm>
                  <a:off x="5607050" y="3883025"/>
                  <a:ext cx="361950" cy="390525"/>
                </a:xfrm>
                <a:custGeom>
                  <a:avLst/>
                  <a:gdLst>
                    <a:gd name="T0" fmla="*/ 116 w 120"/>
                    <a:gd name="T1" fmla="*/ 65 h 129"/>
                    <a:gd name="T2" fmla="*/ 84 w 120"/>
                    <a:gd name="T3" fmla="*/ 129 h 129"/>
                    <a:gd name="T4" fmla="*/ 19 w 120"/>
                    <a:gd name="T5" fmla="*/ 65 h 129"/>
                    <a:gd name="T6" fmla="*/ 84 w 120"/>
                    <a:gd name="T7" fmla="*/ 0 h 129"/>
                    <a:gd name="T8" fmla="*/ 116 w 120"/>
                    <a:gd name="T9" fmla="*/ 65 h 1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0" h="129">
                      <a:moveTo>
                        <a:pt x="116" y="65"/>
                      </a:moveTo>
                      <a:cubicBezTo>
                        <a:pt x="116" y="100"/>
                        <a:pt x="120" y="129"/>
                        <a:pt x="84" y="129"/>
                      </a:cubicBezTo>
                      <a:cubicBezTo>
                        <a:pt x="48" y="129"/>
                        <a:pt x="19" y="100"/>
                        <a:pt x="19" y="65"/>
                      </a:cubicBezTo>
                      <a:cubicBezTo>
                        <a:pt x="19" y="29"/>
                        <a:pt x="0" y="0"/>
                        <a:pt x="84" y="0"/>
                      </a:cubicBezTo>
                      <a:cubicBezTo>
                        <a:pt x="120" y="0"/>
                        <a:pt x="116" y="29"/>
                        <a:pt x="116" y="65"/>
                      </a:cubicBez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îS1íḓè"/>
                <p:cNvSpPr/>
                <p:nvPr/>
              </p:nvSpPr>
              <p:spPr bwMode="auto">
                <a:xfrm>
                  <a:off x="5651500" y="4183063"/>
                  <a:ext cx="200025" cy="157163"/>
                </a:xfrm>
                <a:custGeom>
                  <a:avLst/>
                  <a:gdLst>
                    <a:gd name="T0" fmla="*/ 25 w 66"/>
                    <a:gd name="T1" fmla="*/ 0 h 52"/>
                    <a:gd name="T2" fmla="*/ 0 w 66"/>
                    <a:gd name="T3" fmla="*/ 20 h 52"/>
                    <a:gd name="T4" fmla="*/ 46 w 66"/>
                    <a:gd name="T5" fmla="*/ 50 h 52"/>
                    <a:gd name="T6" fmla="*/ 66 w 66"/>
                    <a:gd name="T7" fmla="*/ 20 h 52"/>
                    <a:gd name="T8" fmla="*/ 25 w 66"/>
                    <a:gd name="T9" fmla="*/ 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52">
                      <a:moveTo>
                        <a:pt x="25" y="0"/>
                      </a:move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0"/>
                        <a:pt x="34" y="52"/>
                        <a:pt x="46" y="50"/>
                      </a:cubicBezTo>
                      <a:cubicBezTo>
                        <a:pt x="53" y="48"/>
                        <a:pt x="66" y="20"/>
                        <a:pt x="66" y="20"/>
                      </a:cubicBez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iš1iďè"/>
                <p:cNvSpPr/>
                <p:nvPr/>
              </p:nvSpPr>
              <p:spPr bwMode="auto">
                <a:xfrm>
                  <a:off x="6445250" y="4600575"/>
                  <a:ext cx="98425" cy="234950"/>
                </a:xfrm>
                <a:custGeom>
                  <a:avLst/>
                  <a:gdLst>
                    <a:gd name="T0" fmla="*/ 11 w 33"/>
                    <a:gd name="T1" fmla="*/ 64 h 78"/>
                    <a:gd name="T2" fmla="*/ 28 w 33"/>
                    <a:gd name="T3" fmla="*/ 70 h 78"/>
                    <a:gd name="T4" fmla="*/ 28 w 33"/>
                    <a:gd name="T5" fmla="*/ 0 h 78"/>
                    <a:gd name="T6" fmla="*/ 8 w 33"/>
                    <a:gd name="T7" fmla="*/ 46 h 78"/>
                    <a:gd name="T8" fmla="*/ 11 w 33"/>
                    <a:gd name="T9" fmla="*/ 64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" h="78">
                      <a:moveTo>
                        <a:pt x="11" y="64"/>
                      </a:moveTo>
                      <a:cubicBezTo>
                        <a:pt x="11" y="64"/>
                        <a:pt x="22" y="78"/>
                        <a:pt x="28" y="70"/>
                      </a:cubicBezTo>
                      <a:cubicBezTo>
                        <a:pt x="33" y="61"/>
                        <a:pt x="32" y="0"/>
                        <a:pt x="28" y="0"/>
                      </a:cubicBezTo>
                      <a:cubicBezTo>
                        <a:pt x="23" y="0"/>
                        <a:pt x="17" y="42"/>
                        <a:pt x="8" y="46"/>
                      </a:cubicBezTo>
                      <a:cubicBezTo>
                        <a:pt x="0" y="51"/>
                        <a:pt x="11" y="64"/>
                        <a:pt x="11" y="64"/>
                      </a:cubicBez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îśḻîḍé"/>
                <p:cNvSpPr/>
                <p:nvPr/>
              </p:nvSpPr>
              <p:spPr bwMode="auto">
                <a:xfrm>
                  <a:off x="5500688" y="4270375"/>
                  <a:ext cx="968375" cy="715963"/>
                </a:xfrm>
                <a:custGeom>
                  <a:avLst/>
                  <a:gdLst>
                    <a:gd name="T0" fmla="*/ 74 w 320"/>
                    <a:gd name="T1" fmla="*/ 38 h 237"/>
                    <a:gd name="T2" fmla="*/ 320 w 320"/>
                    <a:gd name="T3" fmla="*/ 149 h 237"/>
                    <a:gd name="T4" fmla="*/ 318 w 320"/>
                    <a:gd name="T5" fmla="*/ 175 h 237"/>
                    <a:gd name="T6" fmla="*/ 31 w 320"/>
                    <a:gd name="T7" fmla="*/ 99 h 237"/>
                    <a:gd name="T8" fmla="*/ 22 w 320"/>
                    <a:gd name="T9" fmla="*/ 35 h 237"/>
                    <a:gd name="T10" fmla="*/ 74 w 320"/>
                    <a:gd name="T11" fmla="*/ 38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0" h="237">
                      <a:moveTo>
                        <a:pt x="74" y="38"/>
                      </a:moveTo>
                      <a:cubicBezTo>
                        <a:pt x="74" y="38"/>
                        <a:pt x="162" y="170"/>
                        <a:pt x="320" y="149"/>
                      </a:cubicBezTo>
                      <a:cubicBezTo>
                        <a:pt x="318" y="175"/>
                        <a:pt x="318" y="175"/>
                        <a:pt x="318" y="175"/>
                      </a:cubicBezTo>
                      <a:cubicBezTo>
                        <a:pt x="318" y="175"/>
                        <a:pt x="159" y="237"/>
                        <a:pt x="31" y="99"/>
                      </a:cubicBezTo>
                      <a:cubicBezTo>
                        <a:pt x="31" y="99"/>
                        <a:pt x="0" y="71"/>
                        <a:pt x="22" y="35"/>
                      </a:cubicBezTo>
                      <a:cubicBezTo>
                        <a:pt x="43" y="0"/>
                        <a:pt x="74" y="38"/>
                        <a:pt x="74" y="38"/>
                      </a:cubicBezTo>
                      <a:close/>
                    </a:path>
                  </a:pathLst>
                </a:custGeom>
                <a:solidFill>
                  <a:srgbClr val="3175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iSḻíḑé"/>
                <p:cNvSpPr/>
                <p:nvPr/>
              </p:nvSpPr>
              <p:spPr bwMode="auto">
                <a:xfrm>
                  <a:off x="4965701" y="4645025"/>
                  <a:ext cx="588962" cy="1450975"/>
                </a:xfrm>
                <a:custGeom>
                  <a:avLst/>
                  <a:gdLst>
                    <a:gd name="T0" fmla="*/ 103 w 195"/>
                    <a:gd name="T1" fmla="*/ 0 h 480"/>
                    <a:gd name="T2" fmla="*/ 110 w 195"/>
                    <a:gd name="T3" fmla="*/ 270 h 480"/>
                    <a:gd name="T4" fmla="*/ 56 w 195"/>
                    <a:gd name="T5" fmla="*/ 480 h 480"/>
                    <a:gd name="T6" fmla="*/ 81 w 195"/>
                    <a:gd name="T7" fmla="*/ 480 h 480"/>
                    <a:gd name="T8" fmla="*/ 188 w 195"/>
                    <a:gd name="T9" fmla="*/ 270 h 480"/>
                    <a:gd name="T10" fmla="*/ 163 w 195"/>
                    <a:gd name="T11" fmla="*/ 64 h 480"/>
                    <a:gd name="T12" fmla="*/ 103 w 195"/>
                    <a:gd name="T13" fmla="*/ 0 h 4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5" h="480">
                      <a:moveTo>
                        <a:pt x="103" y="0"/>
                      </a:moveTo>
                      <a:cubicBezTo>
                        <a:pt x="103" y="0"/>
                        <a:pt x="0" y="157"/>
                        <a:pt x="110" y="270"/>
                      </a:cubicBezTo>
                      <a:cubicBezTo>
                        <a:pt x="110" y="270"/>
                        <a:pt x="56" y="430"/>
                        <a:pt x="56" y="480"/>
                      </a:cubicBezTo>
                      <a:cubicBezTo>
                        <a:pt x="81" y="480"/>
                        <a:pt x="81" y="480"/>
                        <a:pt x="81" y="480"/>
                      </a:cubicBezTo>
                      <a:cubicBezTo>
                        <a:pt x="81" y="480"/>
                        <a:pt x="181" y="292"/>
                        <a:pt x="188" y="270"/>
                      </a:cubicBezTo>
                      <a:cubicBezTo>
                        <a:pt x="195" y="249"/>
                        <a:pt x="135" y="128"/>
                        <a:pt x="163" y="64"/>
                      </a:cubicBez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ïšḷïdê"/>
                <p:cNvSpPr/>
                <p:nvPr/>
              </p:nvSpPr>
              <p:spPr bwMode="auto">
                <a:xfrm>
                  <a:off x="5249863" y="4881563"/>
                  <a:ext cx="812800" cy="1131888"/>
                </a:xfrm>
                <a:custGeom>
                  <a:avLst/>
                  <a:gdLst>
                    <a:gd name="T0" fmla="*/ 0 w 269"/>
                    <a:gd name="T1" fmla="*/ 0 h 375"/>
                    <a:gd name="T2" fmla="*/ 176 w 269"/>
                    <a:gd name="T3" fmla="*/ 194 h 375"/>
                    <a:gd name="T4" fmla="*/ 250 w 269"/>
                    <a:gd name="T5" fmla="*/ 375 h 375"/>
                    <a:gd name="T6" fmla="*/ 269 w 269"/>
                    <a:gd name="T7" fmla="*/ 360 h 375"/>
                    <a:gd name="T8" fmla="*/ 235 w 269"/>
                    <a:gd name="T9" fmla="*/ 159 h 375"/>
                    <a:gd name="T10" fmla="*/ 87 w 269"/>
                    <a:gd name="T11" fmla="*/ 13 h 375"/>
                    <a:gd name="T12" fmla="*/ 0 w 269"/>
                    <a:gd name="T13" fmla="*/ 0 h 3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69" h="375">
                      <a:moveTo>
                        <a:pt x="0" y="0"/>
                      </a:moveTo>
                      <a:cubicBezTo>
                        <a:pt x="0" y="0"/>
                        <a:pt x="16" y="162"/>
                        <a:pt x="176" y="194"/>
                      </a:cubicBezTo>
                      <a:cubicBezTo>
                        <a:pt x="176" y="194"/>
                        <a:pt x="219" y="336"/>
                        <a:pt x="250" y="375"/>
                      </a:cubicBezTo>
                      <a:cubicBezTo>
                        <a:pt x="269" y="360"/>
                        <a:pt x="269" y="360"/>
                        <a:pt x="269" y="360"/>
                      </a:cubicBezTo>
                      <a:cubicBezTo>
                        <a:pt x="269" y="360"/>
                        <a:pt x="243" y="180"/>
                        <a:pt x="235" y="159"/>
                      </a:cubicBezTo>
                      <a:cubicBezTo>
                        <a:pt x="227" y="138"/>
                        <a:pt x="105" y="81"/>
                        <a:pt x="87" y="1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9" name="îśliḍé"/>
                <p:cNvSpPr/>
                <p:nvPr/>
              </p:nvSpPr>
              <p:spPr bwMode="auto">
                <a:xfrm>
                  <a:off x="5113338" y="4216400"/>
                  <a:ext cx="701675" cy="917575"/>
                </a:xfrm>
                <a:custGeom>
                  <a:avLst/>
                  <a:gdLst>
                    <a:gd name="T0" fmla="*/ 182 w 232"/>
                    <a:gd name="T1" fmla="*/ 0 h 304"/>
                    <a:gd name="T2" fmla="*/ 0 w 232"/>
                    <a:gd name="T3" fmla="*/ 221 h 304"/>
                    <a:gd name="T4" fmla="*/ 172 w 232"/>
                    <a:gd name="T5" fmla="*/ 291 h 304"/>
                    <a:gd name="T6" fmla="*/ 232 w 232"/>
                    <a:gd name="T7" fmla="*/ 34 h 304"/>
                    <a:gd name="T8" fmla="*/ 182 w 232"/>
                    <a:gd name="T9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2" h="304">
                      <a:moveTo>
                        <a:pt x="182" y="0"/>
                      </a:moveTo>
                      <a:cubicBezTo>
                        <a:pt x="182" y="0"/>
                        <a:pt x="66" y="56"/>
                        <a:pt x="0" y="221"/>
                      </a:cubicBezTo>
                      <a:cubicBezTo>
                        <a:pt x="0" y="221"/>
                        <a:pt x="107" y="304"/>
                        <a:pt x="172" y="291"/>
                      </a:cubicBezTo>
                      <a:cubicBezTo>
                        <a:pt x="172" y="291"/>
                        <a:pt x="163" y="145"/>
                        <a:pt x="232" y="34"/>
                      </a:cubicBezTo>
                      <a:cubicBezTo>
                        <a:pt x="232" y="34"/>
                        <a:pt x="190" y="20"/>
                        <a:pt x="182" y="0"/>
                      </a:cubicBezTo>
                      <a:close/>
                    </a:path>
                  </a:pathLst>
                </a:custGeom>
                <a:solidFill>
                  <a:srgbClr val="4DA9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išḻíďe"/>
                <p:cNvSpPr/>
                <p:nvPr/>
              </p:nvSpPr>
              <p:spPr bwMode="auto">
                <a:xfrm>
                  <a:off x="6242050" y="4494213"/>
                  <a:ext cx="204787" cy="133350"/>
                </a:xfrm>
                <a:custGeom>
                  <a:avLst/>
                  <a:gdLst>
                    <a:gd name="T0" fmla="*/ 0 w 68"/>
                    <a:gd name="T1" fmla="*/ 30 h 44"/>
                    <a:gd name="T2" fmla="*/ 21 w 68"/>
                    <a:gd name="T3" fmla="*/ 2 h 44"/>
                    <a:gd name="T4" fmla="*/ 20 w 68"/>
                    <a:gd name="T5" fmla="*/ 17 h 44"/>
                    <a:gd name="T6" fmla="*/ 67 w 68"/>
                    <a:gd name="T7" fmla="*/ 32 h 44"/>
                    <a:gd name="T8" fmla="*/ 9 w 68"/>
                    <a:gd name="T9" fmla="*/ 44 h 44"/>
                    <a:gd name="T10" fmla="*/ 0 w 68"/>
                    <a:gd name="T11" fmla="*/ 3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8" h="44">
                      <a:moveTo>
                        <a:pt x="0" y="30"/>
                      </a:moveTo>
                      <a:cubicBezTo>
                        <a:pt x="0" y="30"/>
                        <a:pt x="16" y="0"/>
                        <a:pt x="21" y="2"/>
                      </a:cubicBezTo>
                      <a:cubicBezTo>
                        <a:pt x="26" y="3"/>
                        <a:pt x="20" y="17"/>
                        <a:pt x="20" y="17"/>
                      </a:cubicBezTo>
                      <a:cubicBezTo>
                        <a:pt x="20" y="17"/>
                        <a:pt x="66" y="28"/>
                        <a:pt x="67" y="32"/>
                      </a:cubicBezTo>
                      <a:cubicBezTo>
                        <a:pt x="68" y="37"/>
                        <a:pt x="9" y="44"/>
                        <a:pt x="9" y="44"/>
                      </a:cubicBez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íṡľíḓè"/>
                <p:cNvSpPr/>
                <p:nvPr/>
              </p:nvSpPr>
              <p:spPr bwMode="auto">
                <a:xfrm>
                  <a:off x="5473700" y="4225925"/>
                  <a:ext cx="795337" cy="682625"/>
                </a:xfrm>
                <a:custGeom>
                  <a:avLst/>
                  <a:gdLst>
                    <a:gd name="T0" fmla="*/ 14 w 263"/>
                    <a:gd name="T1" fmla="*/ 57 h 226"/>
                    <a:gd name="T2" fmla="*/ 111 w 263"/>
                    <a:gd name="T3" fmla="*/ 195 h 226"/>
                    <a:gd name="T4" fmla="*/ 263 w 263"/>
                    <a:gd name="T5" fmla="*/ 133 h 226"/>
                    <a:gd name="T6" fmla="*/ 254 w 263"/>
                    <a:gd name="T7" fmla="*/ 114 h 226"/>
                    <a:gd name="T8" fmla="*/ 152 w 263"/>
                    <a:gd name="T9" fmla="*/ 143 h 226"/>
                    <a:gd name="T10" fmla="*/ 78 w 263"/>
                    <a:gd name="T11" fmla="*/ 29 h 226"/>
                    <a:gd name="T12" fmla="*/ 26 w 263"/>
                    <a:gd name="T13" fmla="*/ 15 h 226"/>
                    <a:gd name="T14" fmla="*/ 14 w 263"/>
                    <a:gd name="T15" fmla="*/ 57 h 2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63" h="226">
                      <a:moveTo>
                        <a:pt x="14" y="57"/>
                      </a:moveTo>
                      <a:cubicBezTo>
                        <a:pt x="14" y="57"/>
                        <a:pt x="73" y="164"/>
                        <a:pt x="111" y="195"/>
                      </a:cubicBezTo>
                      <a:cubicBezTo>
                        <a:pt x="149" y="226"/>
                        <a:pt x="263" y="133"/>
                        <a:pt x="263" y="133"/>
                      </a:cubicBezTo>
                      <a:cubicBezTo>
                        <a:pt x="254" y="114"/>
                        <a:pt x="254" y="114"/>
                        <a:pt x="254" y="114"/>
                      </a:cubicBezTo>
                      <a:cubicBezTo>
                        <a:pt x="152" y="143"/>
                        <a:pt x="152" y="143"/>
                        <a:pt x="152" y="143"/>
                      </a:cubicBezTo>
                      <a:cubicBezTo>
                        <a:pt x="78" y="29"/>
                        <a:pt x="78" y="29"/>
                        <a:pt x="78" y="29"/>
                      </a:cubicBezTo>
                      <a:cubicBezTo>
                        <a:pt x="78" y="29"/>
                        <a:pt x="52" y="0"/>
                        <a:pt x="26" y="15"/>
                      </a:cubicBezTo>
                      <a:cubicBezTo>
                        <a:pt x="0" y="29"/>
                        <a:pt x="14" y="57"/>
                        <a:pt x="14" y="57"/>
                      </a:cubicBezTo>
                      <a:close/>
                    </a:path>
                  </a:pathLst>
                </a:custGeom>
                <a:solidFill>
                  <a:srgbClr val="31849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íSļîḑê"/>
                <p:cNvSpPr/>
                <p:nvPr/>
              </p:nvSpPr>
              <p:spPr bwMode="auto">
                <a:xfrm>
                  <a:off x="5110163" y="6096000"/>
                  <a:ext cx="215900" cy="95250"/>
                </a:xfrm>
                <a:custGeom>
                  <a:avLst/>
                  <a:gdLst>
                    <a:gd name="T0" fmla="*/ 33 w 71"/>
                    <a:gd name="T1" fmla="*/ 0 h 32"/>
                    <a:gd name="T2" fmla="*/ 64 w 71"/>
                    <a:gd name="T3" fmla="*/ 25 h 32"/>
                    <a:gd name="T4" fmla="*/ 7 w 71"/>
                    <a:gd name="T5" fmla="*/ 20 h 32"/>
                    <a:gd name="T6" fmla="*/ 8 w 71"/>
                    <a:gd name="T7" fmla="*/ 0 h 32"/>
                    <a:gd name="T8" fmla="*/ 33 w 71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" h="32">
                      <a:moveTo>
                        <a:pt x="33" y="0"/>
                      </a:moveTo>
                      <a:cubicBezTo>
                        <a:pt x="33" y="0"/>
                        <a:pt x="48" y="22"/>
                        <a:pt x="64" y="25"/>
                      </a:cubicBezTo>
                      <a:cubicBezTo>
                        <a:pt x="71" y="32"/>
                        <a:pt x="19" y="29"/>
                        <a:pt x="7" y="20"/>
                      </a:cubicBezTo>
                      <a:cubicBezTo>
                        <a:pt x="0" y="14"/>
                        <a:pt x="8" y="0"/>
                        <a:pt x="8" y="0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3" name="ïśľíḑê"/>
                <p:cNvSpPr/>
                <p:nvPr/>
              </p:nvSpPr>
              <p:spPr bwMode="auto">
                <a:xfrm>
                  <a:off x="6002338" y="5943600"/>
                  <a:ext cx="200025" cy="115888"/>
                </a:xfrm>
                <a:custGeom>
                  <a:avLst/>
                  <a:gdLst>
                    <a:gd name="T0" fmla="*/ 17 w 66"/>
                    <a:gd name="T1" fmla="*/ 4 h 38"/>
                    <a:gd name="T2" fmla="*/ 56 w 66"/>
                    <a:gd name="T3" fmla="*/ 0 h 38"/>
                    <a:gd name="T4" fmla="*/ 12 w 66"/>
                    <a:gd name="T5" fmla="*/ 36 h 38"/>
                    <a:gd name="T6" fmla="*/ 0 w 66"/>
                    <a:gd name="T7" fmla="*/ 21 h 38"/>
                    <a:gd name="T8" fmla="*/ 17 w 66"/>
                    <a:gd name="T9" fmla="*/ 4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8">
                      <a:moveTo>
                        <a:pt x="17" y="4"/>
                      </a:moveTo>
                      <a:cubicBezTo>
                        <a:pt x="17" y="4"/>
                        <a:pt x="42" y="9"/>
                        <a:pt x="56" y="0"/>
                      </a:cubicBezTo>
                      <a:cubicBezTo>
                        <a:pt x="66" y="0"/>
                        <a:pt x="27" y="34"/>
                        <a:pt x="12" y="36"/>
                      </a:cubicBezTo>
                      <a:cubicBezTo>
                        <a:pt x="3" y="38"/>
                        <a:pt x="0" y="21"/>
                        <a:pt x="0" y="21"/>
                      </a:cubicBezTo>
                      <a:lnTo>
                        <a:pt x="17" y="4"/>
                      </a:ln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î$ḷíḑé"/>
                <p:cNvSpPr/>
                <p:nvPr/>
              </p:nvSpPr>
              <p:spPr bwMode="auto">
                <a:xfrm>
                  <a:off x="5594350" y="3789363"/>
                  <a:ext cx="387350" cy="393700"/>
                </a:xfrm>
                <a:custGeom>
                  <a:avLst/>
                  <a:gdLst>
                    <a:gd name="T0" fmla="*/ 51 w 128"/>
                    <a:gd name="T1" fmla="*/ 54 h 130"/>
                    <a:gd name="T2" fmla="*/ 128 w 128"/>
                    <a:gd name="T3" fmla="*/ 45 h 130"/>
                    <a:gd name="T4" fmla="*/ 49 w 128"/>
                    <a:gd name="T5" fmla="*/ 20 h 130"/>
                    <a:gd name="T6" fmla="*/ 17 w 128"/>
                    <a:gd name="T7" fmla="*/ 57 h 130"/>
                    <a:gd name="T8" fmla="*/ 5 w 128"/>
                    <a:gd name="T9" fmla="*/ 89 h 130"/>
                    <a:gd name="T10" fmla="*/ 33 w 128"/>
                    <a:gd name="T11" fmla="*/ 130 h 130"/>
                    <a:gd name="T12" fmla="*/ 44 w 128"/>
                    <a:gd name="T13" fmla="*/ 63 h 130"/>
                    <a:gd name="T14" fmla="*/ 51 w 128"/>
                    <a:gd name="T15" fmla="*/ 54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8" h="130">
                      <a:moveTo>
                        <a:pt x="51" y="54"/>
                      </a:moveTo>
                      <a:cubicBezTo>
                        <a:pt x="51" y="54"/>
                        <a:pt x="103" y="82"/>
                        <a:pt x="128" y="45"/>
                      </a:cubicBezTo>
                      <a:cubicBezTo>
                        <a:pt x="128" y="45"/>
                        <a:pt x="96" y="0"/>
                        <a:pt x="49" y="20"/>
                      </a:cubicBezTo>
                      <a:cubicBezTo>
                        <a:pt x="3" y="40"/>
                        <a:pt x="17" y="57"/>
                        <a:pt x="17" y="57"/>
                      </a:cubicBezTo>
                      <a:cubicBezTo>
                        <a:pt x="17" y="57"/>
                        <a:pt x="0" y="66"/>
                        <a:pt x="5" y="89"/>
                      </a:cubicBezTo>
                      <a:cubicBezTo>
                        <a:pt x="10" y="112"/>
                        <a:pt x="33" y="130"/>
                        <a:pt x="33" y="130"/>
                      </a:cubicBezTo>
                      <a:cubicBezTo>
                        <a:pt x="33" y="130"/>
                        <a:pt x="72" y="95"/>
                        <a:pt x="44" y="63"/>
                      </a:cubicBezTo>
                      <a:lnTo>
                        <a:pt x="51" y="54"/>
                      </a:ln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iṥḻíḍé"/>
                <p:cNvSpPr/>
                <p:nvPr/>
              </p:nvSpPr>
              <p:spPr bwMode="auto">
                <a:xfrm>
                  <a:off x="5908675" y="4056063"/>
                  <a:ext cx="76200" cy="106363"/>
                </a:xfrm>
                <a:custGeom>
                  <a:avLst/>
                  <a:gdLst>
                    <a:gd name="T0" fmla="*/ 6 w 25"/>
                    <a:gd name="T1" fmla="*/ 0 h 35"/>
                    <a:gd name="T2" fmla="*/ 24 w 25"/>
                    <a:gd name="T3" fmla="*/ 32 h 35"/>
                    <a:gd name="T4" fmla="*/ 7 w 25"/>
                    <a:gd name="T5" fmla="*/ 35 h 35"/>
                    <a:gd name="T6" fmla="*/ 6 w 25"/>
                    <a:gd name="T7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35">
                      <a:moveTo>
                        <a:pt x="6" y="0"/>
                      </a:moveTo>
                      <a:cubicBezTo>
                        <a:pt x="6" y="0"/>
                        <a:pt x="23" y="22"/>
                        <a:pt x="24" y="32"/>
                      </a:cubicBezTo>
                      <a:cubicBezTo>
                        <a:pt x="25" y="35"/>
                        <a:pt x="7" y="35"/>
                        <a:pt x="7" y="35"/>
                      </a:cubicBezTo>
                      <a:cubicBezTo>
                        <a:pt x="7" y="35"/>
                        <a:pt x="0" y="16"/>
                        <a:pt x="6" y="0"/>
                      </a:cubicBezTo>
                      <a:close/>
                    </a:path>
                  </a:pathLst>
                </a:custGeom>
                <a:solidFill>
                  <a:srgbClr val="E26D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îŝlïďe"/>
                <p:cNvSpPr/>
                <p:nvPr/>
              </p:nvSpPr>
              <p:spPr bwMode="auto">
                <a:xfrm>
                  <a:off x="9737725" y="3875088"/>
                  <a:ext cx="157162" cy="193675"/>
                </a:xfrm>
                <a:custGeom>
                  <a:avLst/>
                  <a:gdLst>
                    <a:gd name="T0" fmla="*/ 18 w 52"/>
                    <a:gd name="T1" fmla="*/ 61 h 64"/>
                    <a:gd name="T2" fmla="*/ 2 w 52"/>
                    <a:gd name="T3" fmla="*/ 54 h 64"/>
                    <a:gd name="T4" fmla="*/ 49 w 52"/>
                    <a:gd name="T5" fmla="*/ 3 h 64"/>
                    <a:gd name="T6" fmla="*/ 31 w 52"/>
                    <a:gd name="T7" fmla="*/ 50 h 64"/>
                    <a:gd name="T8" fmla="*/ 18 w 52"/>
                    <a:gd name="T9" fmla="*/ 6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" h="64">
                      <a:moveTo>
                        <a:pt x="18" y="61"/>
                      </a:moveTo>
                      <a:cubicBezTo>
                        <a:pt x="18" y="61"/>
                        <a:pt x="0" y="64"/>
                        <a:pt x="2" y="54"/>
                      </a:cubicBezTo>
                      <a:cubicBezTo>
                        <a:pt x="3" y="44"/>
                        <a:pt x="46" y="0"/>
                        <a:pt x="49" y="3"/>
                      </a:cubicBezTo>
                      <a:cubicBezTo>
                        <a:pt x="52" y="5"/>
                        <a:pt x="28" y="41"/>
                        <a:pt x="31" y="50"/>
                      </a:cubicBezTo>
                      <a:cubicBezTo>
                        <a:pt x="35" y="58"/>
                        <a:pt x="18" y="61"/>
                        <a:pt x="18" y="61"/>
                      </a:cubicBez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íṣlíḍe"/>
                <p:cNvSpPr/>
                <p:nvPr/>
              </p:nvSpPr>
              <p:spPr bwMode="auto">
                <a:xfrm>
                  <a:off x="9810750" y="4006850"/>
                  <a:ext cx="968375" cy="530225"/>
                </a:xfrm>
                <a:custGeom>
                  <a:avLst/>
                  <a:gdLst>
                    <a:gd name="T0" fmla="*/ 271 w 320"/>
                    <a:gd name="T1" fmla="*/ 89 h 175"/>
                    <a:gd name="T2" fmla="*/ 16 w 320"/>
                    <a:gd name="T3" fmla="*/ 0 h 175"/>
                    <a:gd name="T4" fmla="*/ 0 w 320"/>
                    <a:gd name="T5" fmla="*/ 21 h 175"/>
                    <a:gd name="T6" fmla="*/ 260 w 320"/>
                    <a:gd name="T7" fmla="*/ 163 h 175"/>
                    <a:gd name="T8" fmla="*/ 311 w 320"/>
                    <a:gd name="T9" fmla="*/ 124 h 175"/>
                    <a:gd name="T10" fmla="*/ 271 w 320"/>
                    <a:gd name="T11" fmla="*/ 89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0" h="175">
                      <a:moveTo>
                        <a:pt x="271" y="89"/>
                      </a:moveTo>
                      <a:cubicBezTo>
                        <a:pt x="271" y="89"/>
                        <a:pt x="116" y="125"/>
                        <a:pt x="16" y="0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21"/>
                        <a:pt x="72" y="175"/>
                        <a:pt x="260" y="163"/>
                      </a:cubicBezTo>
                      <a:cubicBezTo>
                        <a:pt x="260" y="163"/>
                        <a:pt x="302" y="164"/>
                        <a:pt x="311" y="124"/>
                      </a:cubicBezTo>
                      <a:cubicBezTo>
                        <a:pt x="320" y="83"/>
                        <a:pt x="271" y="89"/>
                        <a:pt x="271" y="89"/>
                      </a:cubicBezTo>
                      <a:close/>
                    </a:path>
                  </a:pathLst>
                </a:custGeom>
                <a:solidFill>
                  <a:srgbClr val="3175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íṧļiḋe"/>
                <p:cNvSpPr/>
                <p:nvPr/>
              </p:nvSpPr>
              <p:spPr bwMode="auto">
                <a:xfrm>
                  <a:off x="10518775" y="4822825"/>
                  <a:ext cx="423862" cy="1306513"/>
                </a:xfrm>
                <a:custGeom>
                  <a:avLst/>
                  <a:gdLst>
                    <a:gd name="T0" fmla="*/ 0 w 140"/>
                    <a:gd name="T1" fmla="*/ 38 h 432"/>
                    <a:gd name="T2" fmla="*/ 45 w 140"/>
                    <a:gd name="T3" fmla="*/ 268 h 432"/>
                    <a:gd name="T4" fmla="*/ 99 w 140"/>
                    <a:gd name="T5" fmla="*/ 411 h 432"/>
                    <a:gd name="T6" fmla="*/ 73 w 140"/>
                    <a:gd name="T7" fmla="*/ 430 h 432"/>
                    <a:gd name="T8" fmla="*/ 132 w 140"/>
                    <a:gd name="T9" fmla="*/ 422 h 432"/>
                    <a:gd name="T10" fmla="*/ 116 w 140"/>
                    <a:gd name="T11" fmla="*/ 131 h 432"/>
                    <a:gd name="T12" fmla="*/ 113 w 140"/>
                    <a:gd name="T13" fmla="*/ 17 h 432"/>
                    <a:gd name="T14" fmla="*/ 0 w 140"/>
                    <a:gd name="T15" fmla="*/ 38 h 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0" h="432">
                      <a:moveTo>
                        <a:pt x="0" y="38"/>
                      </a:moveTo>
                      <a:cubicBezTo>
                        <a:pt x="0" y="38"/>
                        <a:pt x="14" y="200"/>
                        <a:pt x="45" y="268"/>
                      </a:cubicBezTo>
                      <a:cubicBezTo>
                        <a:pt x="76" y="337"/>
                        <a:pt x="99" y="411"/>
                        <a:pt x="99" y="411"/>
                      </a:cubicBezTo>
                      <a:cubicBezTo>
                        <a:pt x="73" y="430"/>
                        <a:pt x="73" y="430"/>
                        <a:pt x="73" y="430"/>
                      </a:cubicBezTo>
                      <a:cubicBezTo>
                        <a:pt x="73" y="430"/>
                        <a:pt x="118" y="432"/>
                        <a:pt x="132" y="422"/>
                      </a:cubicBezTo>
                      <a:cubicBezTo>
                        <a:pt x="140" y="408"/>
                        <a:pt x="113" y="178"/>
                        <a:pt x="116" y="131"/>
                      </a:cubicBezTo>
                      <a:cubicBezTo>
                        <a:pt x="118" y="83"/>
                        <a:pt x="113" y="17"/>
                        <a:pt x="113" y="17"/>
                      </a:cubicBezTo>
                      <a:cubicBezTo>
                        <a:pt x="113" y="17"/>
                        <a:pt x="40" y="0"/>
                        <a:pt x="0" y="38"/>
                      </a:cubicBez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išliḓé"/>
                <p:cNvSpPr/>
                <p:nvPr/>
              </p:nvSpPr>
              <p:spPr bwMode="auto">
                <a:xfrm>
                  <a:off x="10001250" y="4908550"/>
                  <a:ext cx="731837" cy="1204913"/>
                </a:xfrm>
                <a:custGeom>
                  <a:avLst/>
                  <a:gdLst>
                    <a:gd name="T0" fmla="*/ 9 w 242"/>
                    <a:gd name="T1" fmla="*/ 373 h 399"/>
                    <a:gd name="T2" fmla="*/ 43 w 242"/>
                    <a:gd name="T3" fmla="*/ 370 h 399"/>
                    <a:gd name="T4" fmla="*/ 41 w 242"/>
                    <a:gd name="T5" fmla="*/ 184 h 399"/>
                    <a:gd name="T6" fmla="*/ 151 w 242"/>
                    <a:gd name="T7" fmla="*/ 26 h 399"/>
                    <a:gd name="T8" fmla="*/ 229 w 242"/>
                    <a:gd name="T9" fmla="*/ 0 h 399"/>
                    <a:gd name="T10" fmla="*/ 101 w 242"/>
                    <a:gd name="T11" fmla="*/ 207 h 399"/>
                    <a:gd name="T12" fmla="*/ 64 w 242"/>
                    <a:gd name="T13" fmla="*/ 382 h 399"/>
                    <a:gd name="T14" fmla="*/ 64 w 242"/>
                    <a:gd name="T15" fmla="*/ 382 h 399"/>
                    <a:gd name="T16" fmla="*/ 56 w 242"/>
                    <a:gd name="T17" fmla="*/ 398 h 399"/>
                    <a:gd name="T18" fmla="*/ 9 w 242"/>
                    <a:gd name="T19" fmla="*/ 373 h 3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42" h="399">
                      <a:moveTo>
                        <a:pt x="9" y="373"/>
                      </a:moveTo>
                      <a:cubicBezTo>
                        <a:pt x="20" y="377"/>
                        <a:pt x="37" y="372"/>
                        <a:pt x="43" y="370"/>
                      </a:cubicBezTo>
                      <a:cubicBezTo>
                        <a:pt x="42" y="347"/>
                        <a:pt x="38" y="203"/>
                        <a:pt x="41" y="184"/>
                      </a:cubicBezTo>
                      <a:cubicBezTo>
                        <a:pt x="45" y="164"/>
                        <a:pt x="147" y="91"/>
                        <a:pt x="151" y="26"/>
                      </a:cubicBezTo>
                      <a:cubicBezTo>
                        <a:pt x="229" y="0"/>
                        <a:pt x="229" y="0"/>
                        <a:pt x="229" y="0"/>
                      </a:cubicBezTo>
                      <a:cubicBezTo>
                        <a:pt x="229" y="0"/>
                        <a:pt x="242" y="150"/>
                        <a:pt x="101" y="207"/>
                      </a:cubicBezTo>
                      <a:cubicBezTo>
                        <a:pt x="101" y="207"/>
                        <a:pt x="86" y="339"/>
                        <a:pt x="64" y="382"/>
                      </a:cubicBezTo>
                      <a:cubicBezTo>
                        <a:pt x="64" y="382"/>
                        <a:pt x="64" y="382"/>
                        <a:pt x="64" y="382"/>
                      </a:cubicBezTo>
                      <a:cubicBezTo>
                        <a:pt x="64" y="382"/>
                        <a:pt x="64" y="398"/>
                        <a:pt x="56" y="398"/>
                      </a:cubicBezTo>
                      <a:cubicBezTo>
                        <a:pt x="41" y="399"/>
                        <a:pt x="0" y="375"/>
                        <a:pt x="9" y="373"/>
                      </a:cubicBez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0" name="í$ḷîde"/>
                <p:cNvSpPr/>
                <p:nvPr/>
              </p:nvSpPr>
              <p:spPr bwMode="auto">
                <a:xfrm>
                  <a:off x="10502900" y="3792538"/>
                  <a:ext cx="363537" cy="393700"/>
                </a:xfrm>
                <a:custGeom>
                  <a:avLst/>
                  <a:gdLst>
                    <a:gd name="T0" fmla="*/ 4 w 120"/>
                    <a:gd name="T1" fmla="*/ 65 h 130"/>
                    <a:gd name="T2" fmla="*/ 36 w 120"/>
                    <a:gd name="T3" fmla="*/ 130 h 130"/>
                    <a:gd name="T4" fmla="*/ 101 w 120"/>
                    <a:gd name="T5" fmla="*/ 65 h 130"/>
                    <a:gd name="T6" fmla="*/ 36 w 120"/>
                    <a:gd name="T7" fmla="*/ 0 h 130"/>
                    <a:gd name="T8" fmla="*/ 4 w 120"/>
                    <a:gd name="T9" fmla="*/ 65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0" h="130">
                      <a:moveTo>
                        <a:pt x="4" y="65"/>
                      </a:moveTo>
                      <a:cubicBezTo>
                        <a:pt x="4" y="101"/>
                        <a:pt x="0" y="130"/>
                        <a:pt x="36" y="130"/>
                      </a:cubicBezTo>
                      <a:cubicBezTo>
                        <a:pt x="72" y="130"/>
                        <a:pt x="101" y="101"/>
                        <a:pt x="101" y="65"/>
                      </a:cubicBezTo>
                      <a:cubicBezTo>
                        <a:pt x="101" y="29"/>
                        <a:pt x="120" y="0"/>
                        <a:pt x="36" y="0"/>
                      </a:cubicBezTo>
                      <a:cubicBezTo>
                        <a:pt x="0" y="0"/>
                        <a:pt x="4" y="29"/>
                        <a:pt x="4" y="65"/>
                      </a:cubicBez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1" name="îsļïdê"/>
                <p:cNvSpPr/>
                <p:nvPr/>
              </p:nvSpPr>
              <p:spPr bwMode="auto">
                <a:xfrm>
                  <a:off x="10491788" y="3702050"/>
                  <a:ext cx="387350" cy="393700"/>
                </a:xfrm>
                <a:custGeom>
                  <a:avLst/>
                  <a:gdLst>
                    <a:gd name="T0" fmla="*/ 77 w 128"/>
                    <a:gd name="T1" fmla="*/ 53 h 130"/>
                    <a:gd name="T2" fmla="*/ 0 w 128"/>
                    <a:gd name="T3" fmla="*/ 45 h 130"/>
                    <a:gd name="T4" fmla="*/ 78 w 128"/>
                    <a:gd name="T5" fmla="*/ 20 h 130"/>
                    <a:gd name="T6" fmla="*/ 110 w 128"/>
                    <a:gd name="T7" fmla="*/ 57 h 130"/>
                    <a:gd name="T8" fmla="*/ 123 w 128"/>
                    <a:gd name="T9" fmla="*/ 89 h 130"/>
                    <a:gd name="T10" fmla="*/ 94 w 128"/>
                    <a:gd name="T11" fmla="*/ 130 h 130"/>
                    <a:gd name="T12" fmla="*/ 84 w 128"/>
                    <a:gd name="T13" fmla="*/ 62 h 130"/>
                    <a:gd name="T14" fmla="*/ 77 w 128"/>
                    <a:gd name="T15" fmla="*/ 53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8" h="130">
                      <a:moveTo>
                        <a:pt x="77" y="53"/>
                      </a:moveTo>
                      <a:cubicBezTo>
                        <a:pt x="77" y="53"/>
                        <a:pt x="25" y="82"/>
                        <a:pt x="0" y="45"/>
                      </a:cubicBezTo>
                      <a:cubicBezTo>
                        <a:pt x="0" y="45"/>
                        <a:pt x="32" y="0"/>
                        <a:pt x="78" y="20"/>
                      </a:cubicBezTo>
                      <a:cubicBezTo>
                        <a:pt x="125" y="39"/>
                        <a:pt x="110" y="57"/>
                        <a:pt x="110" y="57"/>
                      </a:cubicBezTo>
                      <a:cubicBezTo>
                        <a:pt x="110" y="57"/>
                        <a:pt x="128" y="66"/>
                        <a:pt x="123" y="89"/>
                      </a:cubicBezTo>
                      <a:cubicBezTo>
                        <a:pt x="118" y="112"/>
                        <a:pt x="94" y="130"/>
                        <a:pt x="94" y="130"/>
                      </a:cubicBezTo>
                      <a:cubicBezTo>
                        <a:pt x="94" y="130"/>
                        <a:pt x="55" y="94"/>
                        <a:pt x="84" y="62"/>
                      </a:cubicBezTo>
                      <a:lnTo>
                        <a:pt x="77" y="53"/>
                      </a:lnTo>
                      <a:close/>
                    </a:path>
                  </a:pathLst>
                </a:custGeom>
                <a:solidFill>
                  <a:srgbClr val="3C1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îsľide"/>
                <p:cNvSpPr/>
                <p:nvPr/>
              </p:nvSpPr>
              <p:spPr bwMode="auto">
                <a:xfrm>
                  <a:off x="10485438" y="3968750"/>
                  <a:ext cx="77787" cy="104775"/>
                </a:xfrm>
                <a:custGeom>
                  <a:avLst/>
                  <a:gdLst>
                    <a:gd name="T0" fmla="*/ 20 w 26"/>
                    <a:gd name="T1" fmla="*/ 0 h 35"/>
                    <a:gd name="T2" fmla="*/ 1 w 26"/>
                    <a:gd name="T3" fmla="*/ 32 h 35"/>
                    <a:gd name="T4" fmla="*/ 19 w 26"/>
                    <a:gd name="T5" fmla="*/ 35 h 35"/>
                    <a:gd name="T6" fmla="*/ 20 w 26"/>
                    <a:gd name="T7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" h="35">
                      <a:moveTo>
                        <a:pt x="20" y="0"/>
                      </a:moveTo>
                      <a:cubicBezTo>
                        <a:pt x="20" y="0"/>
                        <a:pt x="3" y="21"/>
                        <a:pt x="1" y="32"/>
                      </a:cubicBezTo>
                      <a:cubicBezTo>
                        <a:pt x="0" y="35"/>
                        <a:pt x="19" y="35"/>
                        <a:pt x="19" y="35"/>
                      </a:cubicBezTo>
                      <a:cubicBezTo>
                        <a:pt x="19" y="35"/>
                        <a:pt x="26" y="15"/>
                        <a:pt x="20" y="0"/>
                      </a:cubicBezTo>
                      <a:close/>
                    </a:path>
                  </a:pathLst>
                </a:custGeom>
                <a:solidFill>
                  <a:srgbClr val="E26D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îṡḷïďê"/>
                <p:cNvSpPr/>
                <p:nvPr/>
              </p:nvSpPr>
              <p:spPr bwMode="auto">
                <a:xfrm>
                  <a:off x="10575925" y="4125913"/>
                  <a:ext cx="127000" cy="117475"/>
                </a:xfrm>
                <a:custGeom>
                  <a:avLst/>
                  <a:gdLst>
                    <a:gd name="T0" fmla="*/ 3 w 42"/>
                    <a:gd name="T1" fmla="*/ 16 h 39"/>
                    <a:gd name="T2" fmla="*/ 0 w 42"/>
                    <a:gd name="T3" fmla="*/ 38 h 39"/>
                    <a:gd name="T4" fmla="*/ 42 w 42"/>
                    <a:gd name="T5" fmla="*/ 26 h 39"/>
                    <a:gd name="T6" fmla="*/ 41 w 42"/>
                    <a:gd name="T7" fmla="*/ 0 h 39"/>
                    <a:gd name="T8" fmla="*/ 3 w 42"/>
                    <a:gd name="T9" fmla="*/ 16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9">
                      <a:moveTo>
                        <a:pt x="3" y="16"/>
                      </a:move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38"/>
                        <a:pt x="33" y="39"/>
                        <a:pt x="42" y="26"/>
                      </a:cubicBezTo>
                      <a:cubicBezTo>
                        <a:pt x="41" y="0"/>
                        <a:pt x="41" y="0"/>
                        <a:pt x="41" y="0"/>
                      </a:cubicBez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išlïdé"/>
                <p:cNvSpPr/>
                <p:nvPr/>
              </p:nvSpPr>
              <p:spPr bwMode="auto">
                <a:xfrm>
                  <a:off x="10431463" y="4179888"/>
                  <a:ext cx="477837" cy="973138"/>
                </a:xfrm>
                <a:custGeom>
                  <a:avLst/>
                  <a:gdLst>
                    <a:gd name="T0" fmla="*/ 45 w 158"/>
                    <a:gd name="T1" fmla="*/ 14 h 322"/>
                    <a:gd name="T2" fmla="*/ 0 w 158"/>
                    <a:gd name="T3" fmla="*/ 277 h 322"/>
                    <a:gd name="T4" fmla="*/ 150 w 158"/>
                    <a:gd name="T5" fmla="*/ 261 h 322"/>
                    <a:gd name="T6" fmla="*/ 92 w 158"/>
                    <a:gd name="T7" fmla="*/ 0 h 322"/>
                    <a:gd name="T8" fmla="*/ 45 w 158"/>
                    <a:gd name="T9" fmla="*/ 14 h 3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8" h="322">
                      <a:moveTo>
                        <a:pt x="45" y="14"/>
                      </a:moveTo>
                      <a:cubicBezTo>
                        <a:pt x="45" y="14"/>
                        <a:pt x="7" y="213"/>
                        <a:pt x="0" y="277"/>
                      </a:cubicBezTo>
                      <a:cubicBezTo>
                        <a:pt x="0" y="277"/>
                        <a:pt x="93" y="322"/>
                        <a:pt x="150" y="261"/>
                      </a:cubicBezTo>
                      <a:cubicBezTo>
                        <a:pt x="150" y="261"/>
                        <a:pt x="158" y="76"/>
                        <a:pt x="92" y="0"/>
                      </a:cubicBezTo>
                      <a:cubicBezTo>
                        <a:pt x="92" y="0"/>
                        <a:pt x="58" y="15"/>
                        <a:pt x="45" y="14"/>
                      </a:cubicBezTo>
                      <a:close/>
                    </a:path>
                  </a:pathLst>
                </a:custGeom>
                <a:solidFill>
                  <a:srgbClr val="4DA9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íṩ1îḑê"/>
                <p:cNvSpPr/>
                <p:nvPr/>
              </p:nvSpPr>
              <p:spPr bwMode="auto">
                <a:xfrm>
                  <a:off x="9804400" y="4497388"/>
                  <a:ext cx="209550" cy="133350"/>
                </a:xfrm>
                <a:custGeom>
                  <a:avLst/>
                  <a:gdLst>
                    <a:gd name="T0" fmla="*/ 69 w 69"/>
                    <a:gd name="T1" fmla="*/ 30 h 44"/>
                    <a:gd name="T2" fmla="*/ 48 w 69"/>
                    <a:gd name="T3" fmla="*/ 2 h 44"/>
                    <a:gd name="T4" fmla="*/ 49 w 69"/>
                    <a:gd name="T5" fmla="*/ 17 h 44"/>
                    <a:gd name="T6" fmla="*/ 1 w 69"/>
                    <a:gd name="T7" fmla="*/ 32 h 44"/>
                    <a:gd name="T8" fmla="*/ 59 w 69"/>
                    <a:gd name="T9" fmla="*/ 44 h 44"/>
                    <a:gd name="T10" fmla="*/ 69 w 69"/>
                    <a:gd name="T11" fmla="*/ 30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9" h="44">
                      <a:moveTo>
                        <a:pt x="69" y="30"/>
                      </a:moveTo>
                      <a:cubicBezTo>
                        <a:pt x="69" y="30"/>
                        <a:pt x="53" y="0"/>
                        <a:pt x="48" y="2"/>
                      </a:cubicBezTo>
                      <a:cubicBezTo>
                        <a:pt x="43" y="3"/>
                        <a:pt x="49" y="17"/>
                        <a:pt x="49" y="17"/>
                      </a:cubicBezTo>
                      <a:cubicBezTo>
                        <a:pt x="49" y="17"/>
                        <a:pt x="2" y="27"/>
                        <a:pt x="1" y="32"/>
                      </a:cubicBezTo>
                      <a:cubicBezTo>
                        <a:pt x="0" y="36"/>
                        <a:pt x="59" y="44"/>
                        <a:pt x="59" y="44"/>
                      </a:cubicBezTo>
                      <a:lnTo>
                        <a:pt x="69" y="30"/>
                      </a:ln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íṣľiḑè"/>
                <p:cNvSpPr/>
                <p:nvPr/>
              </p:nvSpPr>
              <p:spPr bwMode="auto">
                <a:xfrm>
                  <a:off x="9983788" y="4240213"/>
                  <a:ext cx="801687" cy="676275"/>
                </a:xfrm>
                <a:custGeom>
                  <a:avLst/>
                  <a:gdLst>
                    <a:gd name="T0" fmla="*/ 250 w 265"/>
                    <a:gd name="T1" fmla="*/ 57 h 224"/>
                    <a:gd name="T2" fmla="*/ 151 w 265"/>
                    <a:gd name="T3" fmla="*/ 193 h 224"/>
                    <a:gd name="T4" fmla="*/ 0 w 265"/>
                    <a:gd name="T5" fmla="*/ 129 h 224"/>
                    <a:gd name="T6" fmla="*/ 10 w 265"/>
                    <a:gd name="T7" fmla="*/ 111 h 224"/>
                    <a:gd name="T8" fmla="*/ 111 w 265"/>
                    <a:gd name="T9" fmla="*/ 141 h 224"/>
                    <a:gd name="T10" fmla="*/ 187 w 265"/>
                    <a:gd name="T11" fmla="*/ 28 h 224"/>
                    <a:gd name="T12" fmla="*/ 239 w 265"/>
                    <a:gd name="T13" fmla="*/ 14 h 224"/>
                    <a:gd name="T14" fmla="*/ 250 w 265"/>
                    <a:gd name="T15" fmla="*/ 57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65" h="224">
                      <a:moveTo>
                        <a:pt x="250" y="57"/>
                      </a:moveTo>
                      <a:cubicBezTo>
                        <a:pt x="250" y="57"/>
                        <a:pt x="189" y="163"/>
                        <a:pt x="151" y="193"/>
                      </a:cubicBezTo>
                      <a:cubicBezTo>
                        <a:pt x="112" y="224"/>
                        <a:pt x="0" y="129"/>
                        <a:pt x="0" y="129"/>
                      </a:cubicBezTo>
                      <a:cubicBezTo>
                        <a:pt x="10" y="111"/>
                        <a:pt x="10" y="111"/>
                        <a:pt x="10" y="111"/>
                      </a:cubicBezTo>
                      <a:cubicBezTo>
                        <a:pt x="111" y="141"/>
                        <a:pt x="111" y="141"/>
                        <a:pt x="111" y="141"/>
                      </a:cubicBezTo>
                      <a:cubicBezTo>
                        <a:pt x="187" y="28"/>
                        <a:pt x="187" y="28"/>
                        <a:pt x="187" y="28"/>
                      </a:cubicBezTo>
                      <a:cubicBezTo>
                        <a:pt x="187" y="28"/>
                        <a:pt x="213" y="0"/>
                        <a:pt x="239" y="14"/>
                      </a:cubicBezTo>
                      <a:cubicBezTo>
                        <a:pt x="265" y="29"/>
                        <a:pt x="250" y="57"/>
                        <a:pt x="250" y="57"/>
                      </a:cubicBezTo>
                      <a:close/>
                    </a:path>
                  </a:pathLst>
                </a:custGeom>
                <a:solidFill>
                  <a:srgbClr val="31849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íṡļîḑe"/>
                <p:cNvSpPr/>
                <p:nvPr/>
              </p:nvSpPr>
              <p:spPr bwMode="auto">
                <a:xfrm>
                  <a:off x="8734425" y="1698625"/>
                  <a:ext cx="147637" cy="166688"/>
                </a:xfrm>
                <a:custGeom>
                  <a:avLst/>
                  <a:gdLst>
                    <a:gd name="T0" fmla="*/ 0 w 49"/>
                    <a:gd name="T1" fmla="*/ 38 h 55"/>
                    <a:gd name="T2" fmla="*/ 4 w 49"/>
                    <a:gd name="T3" fmla="*/ 18 h 55"/>
                    <a:gd name="T4" fmla="*/ 18 w 49"/>
                    <a:gd name="T5" fmla="*/ 5 h 55"/>
                    <a:gd name="T6" fmla="*/ 15 w 49"/>
                    <a:gd name="T7" fmla="*/ 17 h 55"/>
                    <a:gd name="T8" fmla="*/ 44 w 49"/>
                    <a:gd name="T9" fmla="*/ 7 h 55"/>
                    <a:gd name="T10" fmla="*/ 26 w 49"/>
                    <a:gd name="T11" fmla="*/ 47 h 55"/>
                    <a:gd name="T12" fmla="*/ 10 w 49"/>
                    <a:gd name="T13" fmla="*/ 55 h 55"/>
                    <a:gd name="T14" fmla="*/ 0 w 49"/>
                    <a:gd name="T15" fmla="*/ 3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9" h="55">
                      <a:moveTo>
                        <a:pt x="0" y="38"/>
                      </a:moveTo>
                      <a:cubicBezTo>
                        <a:pt x="0" y="38"/>
                        <a:pt x="1" y="21"/>
                        <a:pt x="4" y="18"/>
                      </a:cubicBezTo>
                      <a:cubicBezTo>
                        <a:pt x="7" y="14"/>
                        <a:pt x="17" y="0"/>
                        <a:pt x="18" y="5"/>
                      </a:cubicBezTo>
                      <a:cubicBezTo>
                        <a:pt x="18" y="10"/>
                        <a:pt x="15" y="17"/>
                        <a:pt x="15" y="17"/>
                      </a:cubicBezTo>
                      <a:cubicBezTo>
                        <a:pt x="15" y="17"/>
                        <a:pt x="38" y="3"/>
                        <a:pt x="44" y="7"/>
                      </a:cubicBezTo>
                      <a:cubicBezTo>
                        <a:pt x="49" y="11"/>
                        <a:pt x="31" y="41"/>
                        <a:pt x="26" y="47"/>
                      </a:cubicBezTo>
                      <a:cubicBezTo>
                        <a:pt x="21" y="53"/>
                        <a:pt x="10" y="55"/>
                        <a:pt x="10" y="55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E2972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ïşḷiḑè"/>
                <p:cNvSpPr/>
                <p:nvPr/>
              </p:nvSpPr>
              <p:spPr bwMode="auto">
                <a:xfrm>
                  <a:off x="7972425" y="1463675"/>
                  <a:ext cx="795337" cy="682625"/>
                </a:xfrm>
                <a:custGeom>
                  <a:avLst/>
                  <a:gdLst>
                    <a:gd name="T0" fmla="*/ 14 w 263"/>
                    <a:gd name="T1" fmla="*/ 57 h 226"/>
                    <a:gd name="T2" fmla="*/ 112 w 263"/>
                    <a:gd name="T3" fmla="*/ 195 h 226"/>
                    <a:gd name="T4" fmla="*/ 263 w 263"/>
                    <a:gd name="T5" fmla="*/ 133 h 226"/>
                    <a:gd name="T6" fmla="*/ 254 w 263"/>
                    <a:gd name="T7" fmla="*/ 114 h 226"/>
                    <a:gd name="T8" fmla="*/ 152 w 263"/>
                    <a:gd name="T9" fmla="*/ 143 h 226"/>
                    <a:gd name="T10" fmla="*/ 78 w 263"/>
                    <a:gd name="T11" fmla="*/ 29 h 226"/>
                    <a:gd name="T12" fmla="*/ 26 w 263"/>
                    <a:gd name="T13" fmla="*/ 15 h 226"/>
                    <a:gd name="T14" fmla="*/ 14 w 263"/>
                    <a:gd name="T15" fmla="*/ 57 h 2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63" h="226">
                      <a:moveTo>
                        <a:pt x="14" y="57"/>
                      </a:moveTo>
                      <a:cubicBezTo>
                        <a:pt x="14" y="57"/>
                        <a:pt x="74" y="164"/>
                        <a:pt x="112" y="195"/>
                      </a:cubicBezTo>
                      <a:cubicBezTo>
                        <a:pt x="149" y="226"/>
                        <a:pt x="263" y="133"/>
                        <a:pt x="263" y="133"/>
                      </a:cubicBezTo>
                      <a:cubicBezTo>
                        <a:pt x="254" y="114"/>
                        <a:pt x="254" y="114"/>
                        <a:pt x="254" y="114"/>
                      </a:cubicBezTo>
                      <a:cubicBezTo>
                        <a:pt x="152" y="143"/>
                        <a:pt x="152" y="143"/>
                        <a:pt x="152" y="143"/>
                      </a:cubicBezTo>
                      <a:cubicBezTo>
                        <a:pt x="78" y="29"/>
                        <a:pt x="78" y="29"/>
                        <a:pt x="78" y="29"/>
                      </a:cubicBezTo>
                      <a:cubicBezTo>
                        <a:pt x="78" y="29"/>
                        <a:pt x="52" y="0"/>
                        <a:pt x="26" y="15"/>
                      </a:cubicBezTo>
                      <a:cubicBezTo>
                        <a:pt x="0" y="29"/>
                        <a:pt x="14" y="57"/>
                        <a:pt x="14" y="57"/>
                      </a:cubicBezTo>
                      <a:close/>
                    </a:path>
                  </a:pathLst>
                </a:custGeom>
                <a:solidFill>
                  <a:srgbClr val="31849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3" name="ïṥliḑe"/>
              <p:cNvSpPr txBox="1"/>
              <p:nvPr/>
            </p:nvSpPr>
            <p:spPr>
              <a:xfrm rot="503091">
                <a:off x="9332776" y="2205159"/>
                <a:ext cx="1125753" cy="506290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2018</a:t>
                </a:r>
                <a:endParaRPr lang="zh-CN" altLang="en-US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4" name="ïšḻïḑé"/>
              <p:cNvSpPr txBox="1"/>
              <p:nvPr/>
            </p:nvSpPr>
            <p:spPr>
              <a:xfrm>
                <a:off x="7655068" y="2483486"/>
                <a:ext cx="645692" cy="290390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dirty="0">
                    <a:latin typeface="Impact" panose="020B0806030902050204" pitchFamily="34" charset="0"/>
                  </a:rPr>
                  <a:t>2018</a:t>
                </a:r>
                <a:endParaRPr lang="zh-CN" altLang="en-US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15" name="ï$ļîḓè"/>
              <p:cNvSpPr txBox="1"/>
              <p:nvPr/>
            </p:nvSpPr>
            <p:spPr>
              <a:xfrm>
                <a:off x="7655068" y="4226247"/>
                <a:ext cx="645692" cy="290390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dirty="0">
                    <a:latin typeface="Impact" panose="020B0806030902050204" pitchFamily="34" charset="0"/>
                  </a:rPr>
                  <a:t>2017</a:t>
                </a:r>
                <a:endParaRPr lang="zh-CN" altLang="en-US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16" name="îṥḷîḋé"/>
              <p:cNvSpPr txBox="1"/>
              <p:nvPr/>
            </p:nvSpPr>
            <p:spPr>
              <a:xfrm>
                <a:off x="9128691" y="4729983"/>
                <a:ext cx="645692" cy="290390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dirty="0">
                    <a:latin typeface="Impact" panose="020B0806030902050204" pitchFamily="34" charset="0"/>
                  </a:rPr>
                  <a:t>2016</a:t>
                </a:r>
                <a:endParaRPr lang="zh-CN" altLang="en-US" dirty="0"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0" name="iṡľiďe"/>
            <p:cNvSpPr txBox="1"/>
            <p:nvPr/>
          </p:nvSpPr>
          <p:spPr>
            <a:xfrm>
              <a:off x="669288" y="1302435"/>
              <a:ext cx="6541497" cy="1181047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600" b="1" dirty="0"/>
                <a:t>Theme color makes PPT more convenient to change.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745036" y="2614311"/>
              <a:ext cx="6390000" cy="0"/>
            </a:xfrm>
            <a:prstGeom prst="line">
              <a:avLst/>
            </a:prstGeom>
            <a:ln w="3175" cap="rnd">
              <a:solidFill>
                <a:schemeClr val="tx1">
                  <a:lumMod val="50000"/>
                  <a:lumOff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图片 59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4d5f7cc-512c-484a-a96f-27485b77b35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313909"/>
            <a:ext cx="10858500" cy="4816096"/>
            <a:chOff x="660400" y="1313909"/>
            <a:chExt cx="10858500" cy="4816096"/>
          </a:xfrm>
        </p:grpSpPr>
        <p:sp>
          <p:nvSpPr>
            <p:cNvPr id="6" name="išļîdê"/>
            <p:cNvSpPr/>
            <p:nvPr/>
          </p:nvSpPr>
          <p:spPr bwMode="auto">
            <a:xfrm>
              <a:off x="1482468" y="1701507"/>
              <a:ext cx="3223899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text……</a:t>
              </a:r>
              <a:endParaRPr lang="en-US" altLang="zh-CN" sz="1100" dirty="0"/>
            </a:p>
          </p:txBody>
        </p:sp>
        <p:sp>
          <p:nvSpPr>
            <p:cNvPr id="7" name="iṧ1ïḓê"/>
            <p:cNvSpPr txBox="1"/>
            <p:nvPr/>
          </p:nvSpPr>
          <p:spPr bwMode="auto">
            <a:xfrm>
              <a:off x="1482468" y="1313909"/>
              <a:ext cx="3223899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8" name="íśľiḋé"/>
            <p:cNvSpPr/>
            <p:nvPr/>
          </p:nvSpPr>
          <p:spPr bwMode="auto">
            <a:xfrm>
              <a:off x="8040362" y="2892706"/>
              <a:ext cx="3478537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text……</a:t>
              </a:r>
              <a:endParaRPr lang="en-US" altLang="zh-CN" sz="1100" dirty="0"/>
            </a:p>
          </p:txBody>
        </p:sp>
        <p:sp>
          <p:nvSpPr>
            <p:cNvPr id="9" name="îŝlîḓè"/>
            <p:cNvSpPr txBox="1"/>
            <p:nvPr/>
          </p:nvSpPr>
          <p:spPr bwMode="auto">
            <a:xfrm>
              <a:off x="8040362" y="2505108"/>
              <a:ext cx="3478537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0" name="ïṣľïḋè"/>
            <p:cNvSpPr/>
            <p:nvPr/>
          </p:nvSpPr>
          <p:spPr bwMode="auto">
            <a:xfrm>
              <a:off x="7206085" y="4827070"/>
              <a:ext cx="315042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text……</a:t>
              </a:r>
              <a:endParaRPr lang="en-US" altLang="zh-CN" sz="1100" dirty="0"/>
            </a:p>
          </p:txBody>
        </p:sp>
        <p:sp>
          <p:nvSpPr>
            <p:cNvPr id="11" name="íş1îdê"/>
            <p:cNvSpPr txBox="1"/>
            <p:nvPr/>
          </p:nvSpPr>
          <p:spPr bwMode="auto">
            <a:xfrm>
              <a:off x="7206085" y="4439472"/>
              <a:ext cx="315042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2" name="íşļíḑê"/>
            <p:cNvSpPr/>
            <p:nvPr/>
          </p:nvSpPr>
          <p:spPr bwMode="auto">
            <a:xfrm>
              <a:off x="750594" y="3375532"/>
              <a:ext cx="3223899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text……</a:t>
              </a:r>
              <a:endParaRPr lang="en-US" altLang="zh-CN" sz="1100" dirty="0"/>
            </a:p>
          </p:txBody>
        </p:sp>
        <p:sp>
          <p:nvSpPr>
            <p:cNvPr id="13" name="ïṩ1ïḍê"/>
            <p:cNvSpPr txBox="1"/>
            <p:nvPr/>
          </p:nvSpPr>
          <p:spPr bwMode="auto">
            <a:xfrm>
              <a:off x="750594" y="2987934"/>
              <a:ext cx="3223899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4" name="îśļiḋé"/>
            <p:cNvSpPr/>
            <p:nvPr/>
          </p:nvSpPr>
          <p:spPr>
            <a:xfrm>
              <a:off x="660400" y="5506860"/>
              <a:ext cx="10858500" cy="6231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Supporting text here. 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îSļídê"/>
            <p:cNvGrpSpPr/>
            <p:nvPr/>
          </p:nvGrpSpPr>
          <p:grpSpPr>
            <a:xfrm>
              <a:off x="4203700" y="1385906"/>
              <a:ext cx="3784600" cy="3794330"/>
              <a:chOff x="3989560" y="1539000"/>
              <a:chExt cx="4212880" cy="4223712"/>
            </a:xfrm>
          </p:grpSpPr>
          <p:sp>
            <p:nvSpPr>
              <p:cNvPr id="16" name="iṩ1íḑè"/>
              <p:cNvSpPr/>
              <p:nvPr/>
            </p:nvSpPr>
            <p:spPr bwMode="auto">
              <a:xfrm>
                <a:off x="3989560" y="2338256"/>
                <a:ext cx="2614369" cy="2545055"/>
              </a:xfrm>
              <a:custGeom>
                <a:avLst/>
                <a:gdLst/>
                <a:ahLst/>
                <a:cxnLst>
                  <a:cxn ang="0">
                    <a:pos x="265" y="22"/>
                  </a:cxn>
                  <a:cxn ang="0">
                    <a:pos x="399" y="0"/>
                  </a:cxn>
                  <a:cxn ang="0">
                    <a:pos x="644" y="84"/>
                  </a:cxn>
                  <a:cxn ang="0">
                    <a:pos x="682" y="117"/>
                  </a:cxn>
                  <a:cxn ang="0">
                    <a:pos x="778" y="268"/>
                  </a:cxn>
                  <a:cxn ang="0">
                    <a:pos x="799" y="391"/>
                  </a:cxn>
                  <a:cxn ang="0">
                    <a:pos x="754" y="291"/>
                  </a:cxn>
                  <a:cxn ang="0">
                    <a:pos x="644" y="246"/>
                  </a:cxn>
                  <a:cxn ang="0">
                    <a:pos x="644" y="246"/>
                  </a:cxn>
                  <a:cxn ang="0">
                    <a:pos x="643" y="246"/>
                  </a:cxn>
                  <a:cxn ang="0">
                    <a:pos x="510" y="267"/>
                  </a:cxn>
                  <a:cxn ang="0">
                    <a:pos x="360" y="363"/>
                  </a:cxn>
                  <a:cxn ang="0">
                    <a:pos x="326" y="401"/>
                  </a:cxn>
                  <a:cxn ang="0">
                    <a:pos x="243" y="646"/>
                  </a:cxn>
                  <a:cxn ang="0">
                    <a:pos x="264" y="777"/>
                  </a:cxn>
                  <a:cxn ang="0">
                    <a:pos x="117" y="682"/>
                  </a:cxn>
                  <a:cxn ang="0">
                    <a:pos x="0" y="400"/>
                  </a:cxn>
                  <a:cxn ang="0">
                    <a:pos x="117" y="117"/>
                  </a:cxn>
                  <a:cxn ang="0">
                    <a:pos x="265" y="22"/>
                  </a:cxn>
                </a:cxnLst>
                <a:rect l="0" t="0" r="r" b="b"/>
                <a:pathLst>
                  <a:path w="799" h="777">
                    <a:moveTo>
                      <a:pt x="265" y="22"/>
                    </a:moveTo>
                    <a:cubicBezTo>
                      <a:pt x="307" y="8"/>
                      <a:pt x="351" y="0"/>
                      <a:pt x="399" y="0"/>
                    </a:cubicBezTo>
                    <a:cubicBezTo>
                      <a:pt x="492" y="0"/>
                      <a:pt x="574" y="28"/>
                      <a:pt x="644" y="84"/>
                    </a:cubicBezTo>
                    <a:cubicBezTo>
                      <a:pt x="657" y="94"/>
                      <a:pt x="670" y="105"/>
                      <a:pt x="682" y="117"/>
                    </a:cubicBezTo>
                    <a:cubicBezTo>
                      <a:pt x="727" y="162"/>
                      <a:pt x="759" y="212"/>
                      <a:pt x="778" y="268"/>
                    </a:cubicBezTo>
                    <a:cubicBezTo>
                      <a:pt x="791" y="306"/>
                      <a:pt x="798" y="347"/>
                      <a:pt x="799" y="391"/>
                    </a:cubicBezTo>
                    <a:cubicBezTo>
                      <a:pt x="797" y="353"/>
                      <a:pt x="781" y="319"/>
                      <a:pt x="754" y="291"/>
                    </a:cubicBezTo>
                    <a:cubicBezTo>
                      <a:pt x="723" y="261"/>
                      <a:pt x="687" y="246"/>
                      <a:pt x="644" y="246"/>
                    </a:cubicBezTo>
                    <a:cubicBezTo>
                      <a:pt x="644" y="246"/>
                      <a:pt x="644" y="246"/>
                      <a:pt x="644" y="246"/>
                    </a:cubicBezTo>
                    <a:cubicBezTo>
                      <a:pt x="644" y="246"/>
                      <a:pt x="643" y="246"/>
                      <a:pt x="643" y="246"/>
                    </a:cubicBezTo>
                    <a:cubicBezTo>
                      <a:pt x="596" y="246"/>
                      <a:pt x="552" y="253"/>
                      <a:pt x="510" y="267"/>
                    </a:cubicBezTo>
                    <a:cubicBezTo>
                      <a:pt x="455" y="286"/>
                      <a:pt x="405" y="318"/>
                      <a:pt x="360" y="363"/>
                    </a:cubicBezTo>
                    <a:cubicBezTo>
                      <a:pt x="348" y="375"/>
                      <a:pt x="337" y="388"/>
                      <a:pt x="326" y="401"/>
                    </a:cubicBezTo>
                    <a:cubicBezTo>
                      <a:pt x="271" y="471"/>
                      <a:pt x="243" y="553"/>
                      <a:pt x="243" y="646"/>
                    </a:cubicBezTo>
                    <a:cubicBezTo>
                      <a:pt x="243" y="693"/>
                      <a:pt x="250" y="736"/>
                      <a:pt x="264" y="777"/>
                    </a:cubicBezTo>
                    <a:cubicBezTo>
                      <a:pt x="210" y="758"/>
                      <a:pt x="161" y="726"/>
                      <a:pt x="117" y="682"/>
                    </a:cubicBezTo>
                    <a:cubicBezTo>
                      <a:pt x="39" y="604"/>
                      <a:pt x="0" y="510"/>
                      <a:pt x="0" y="400"/>
                    </a:cubicBezTo>
                    <a:cubicBezTo>
                      <a:pt x="0" y="290"/>
                      <a:pt x="39" y="195"/>
                      <a:pt x="117" y="117"/>
                    </a:cubicBezTo>
                    <a:cubicBezTo>
                      <a:pt x="161" y="73"/>
                      <a:pt x="210" y="42"/>
                      <a:pt x="265" y="2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sz="1520"/>
              </a:p>
            </p:txBody>
          </p:sp>
          <p:sp>
            <p:nvSpPr>
              <p:cNvPr id="17" name="íṩļîḓê"/>
              <p:cNvSpPr/>
              <p:nvPr/>
            </p:nvSpPr>
            <p:spPr bwMode="auto">
              <a:xfrm>
                <a:off x="4855964" y="1539000"/>
                <a:ext cx="2545057" cy="2620865"/>
              </a:xfrm>
              <a:custGeom>
                <a:avLst/>
                <a:gdLst/>
                <a:ahLst/>
                <a:cxnLst>
                  <a:cxn ang="0">
                    <a:pos x="390" y="800"/>
                  </a:cxn>
                  <a:cxn ang="0">
                    <a:pos x="489" y="755"/>
                  </a:cxn>
                  <a:cxn ang="0">
                    <a:pos x="534" y="657"/>
                  </a:cxn>
                  <a:cxn ang="0">
                    <a:pos x="534" y="645"/>
                  </a:cxn>
                  <a:cxn ang="0">
                    <a:pos x="534" y="635"/>
                  </a:cxn>
                  <a:cxn ang="0">
                    <a:pos x="513" y="512"/>
                  </a:cxn>
                  <a:cxn ang="0">
                    <a:pos x="417" y="361"/>
                  </a:cxn>
                  <a:cxn ang="0">
                    <a:pos x="379" y="328"/>
                  </a:cxn>
                  <a:cxn ang="0">
                    <a:pos x="134" y="244"/>
                  </a:cxn>
                  <a:cxn ang="0">
                    <a:pos x="0" y="266"/>
                  </a:cxn>
                  <a:cxn ang="0">
                    <a:pos x="95" y="117"/>
                  </a:cxn>
                  <a:cxn ang="0">
                    <a:pos x="378" y="0"/>
                  </a:cxn>
                  <a:cxn ang="0">
                    <a:pos x="661" y="117"/>
                  </a:cxn>
                  <a:cxn ang="0">
                    <a:pos x="756" y="266"/>
                  </a:cxn>
                  <a:cxn ang="0">
                    <a:pos x="778" y="400"/>
                  </a:cxn>
                  <a:cxn ang="0">
                    <a:pos x="695" y="645"/>
                  </a:cxn>
                  <a:cxn ang="0">
                    <a:pos x="661" y="683"/>
                  </a:cxn>
                  <a:cxn ang="0">
                    <a:pos x="512" y="778"/>
                  </a:cxn>
                  <a:cxn ang="0">
                    <a:pos x="390" y="800"/>
                  </a:cxn>
                </a:cxnLst>
                <a:rect l="0" t="0" r="r" b="b"/>
                <a:pathLst>
                  <a:path w="778" h="800">
                    <a:moveTo>
                      <a:pt x="390" y="800"/>
                    </a:moveTo>
                    <a:cubicBezTo>
                      <a:pt x="428" y="798"/>
                      <a:pt x="461" y="783"/>
                      <a:pt x="489" y="755"/>
                    </a:cubicBezTo>
                    <a:cubicBezTo>
                      <a:pt x="516" y="727"/>
                      <a:pt x="531" y="695"/>
                      <a:pt x="534" y="657"/>
                    </a:cubicBezTo>
                    <a:cubicBezTo>
                      <a:pt x="534" y="653"/>
                      <a:pt x="534" y="649"/>
                      <a:pt x="534" y="645"/>
                    </a:cubicBezTo>
                    <a:cubicBezTo>
                      <a:pt x="534" y="642"/>
                      <a:pt x="534" y="638"/>
                      <a:pt x="534" y="635"/>
                    </a:cubicBezTo>
                    <a:cubicBezTo>
                      <a:pt x="533" y="591"/>
                      <a:pt x="526" y="550"/>
                      <a:pt x="513" y="512"/>
                    </a:cubicBezTo>
                    <a:cubicBezTo>
                      <a:pt x="494" y="456"/>
                      <a:pt x="462" y="406"/>
                      <a:pt x="417" y="361"/>
                    </a:cubicBezTo>
                    <a:cubicBezTo>
                      <a:pt x="405" y="349"/>
                      <a:pt x="392" y="338"/>
                      <a:pt x="379" y="328"/>
                    </a:cubicBezTo>
                    <a:cubicBezTo>
                      <a:pt x="309" y="272"/>
                      <a:pt x="227" y="244"/>
                      <a:pt x="134" y="244"/>
                    </a:cubicBezTo>
                    <a:cubicBezTo>
                      <a:pt x="86" y="244"/>
                      <a:pt x="42" y="252"/>
                      <a:pt x="0" y="266"/>
                    </a:cubicBezTo>
                    <a:cubicBezTo>
                      <a:pt x="19" y="212"/>
                      <a:pt x="51" y="162"/>
                      <a:pt x="95" y="117"/>
                    </a:cubicBezTo>
                    <a:cubicBezTo>
                      <a:pt x="173" y="39"/>
                      <a:pt x="268" y="0"/>
                      <a:pt x="378" y="0"/>
                    </a:cubicBezTo>
                    <a:cubicBezTo>
                      <a:pt x="488" y="0"/>
                      <a:pt x="583" y="39"/>
                      <a:pt x="661" y="117"/>
                    </a:cubicBezTo>
                    <a:cubicBezTo>
                      <a:pt x="705" y="162"/>
                      <a:pt x="737" y="211"/>
                      <a:pt x="756" y="266"/>
                    </a:cubicBezTo>
                    <a:cubicBezTo>
                      <a:pt x="771" y="308"/>
                      <a:pt x="778" y="352"/>
                      <a:pt x="778" y="400"/>
                    </a:cubicBezTo>
                    <a:cubicBezTo>
                      <a:pt x="778" y="493"/>
                      <a:pt x="750" y="575"/>
                      <a:pt x="695" y="645"/>
                    </a:cubicBezTo>
                    <a:cubicBezTo>
                      <a:pt x="684" y="658"/>
                      <a:pt x="673" y="671"/>
                      <a:pt x="661" y="683"/>
                    </a:cubicBezTo>
                    <a:cubicBezTo>
                      <a:pt x="616" y="727"/>
                      <a:pt x="567" y="759"/>
                      <a:pt x="512" y="778"/>
                    </a:cubicBezTo>
                    <a:cubicBezTo>
                      <a:pt x="474" y="792"/>
                      <a:pt x="433" y="799"/>
                      <a:pt x="390" y="80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sz="1520"/>
              </a:p>
            </p:txBody>
          </p:sp>
          <p:sp>
            <p:nvSpPr>
              <p:cNvPr id="18" name="îşlîḓe"/>
              <p:cNvSpPr/>
              <p:nvPr/>
            </p:nvSpPr>
            <p:spPr bwMode="auto">
              <a:xfrm>
                <a:off x="5590238" y="2411902"/>
                <a:ext cx="2612202" cy="2547219"/>
              </a:xfrm>
              <a:custGeom>
                <a:avLst/>
                <a:gdLst/>
                <a:ahLst/>
                <a:cxnLst>
                  <a:cxn ang="0">
                    <a:pos x="532" y="0"/>
                  </a:cxn>
                  <a:cxn ang="0">
                    <a:pos x="682" y="95"/>
                  </a:cxn>
                  <a:cxn ang="0">
                    <a:pos x="799" y="378"/>
                  </a:cxn>
                  <a:cxn ang="0">
                    <a:pos x="682" y="660"/>
                  </a:cxn>
                  <a:cxn ang="0">
                    <a:pos x="533" y="756"/>
                  </a:cxn>
                  <a:cxn ang="0">
                    <a:pos x="399" y="778"/>
                  </a:cxn>
                  <a:cxn ang="0">
                    <a:pos x="155" y="694"/>
                  </a:cxn>
                  <a:cxn ang="0">
                    <a:pos x="117" y="660"/>
                  </a:cxn>
                  <a:cxn ang="0">
                    <a:pos x="22" y="513"/>
                  </a:cxn>
                  <a:cxn ang="0">
                    <a:pos x="0" y="391"/>
                  </a:cxn>
                  <a:cxn ang="0">
                    <a:pos x="45" y="489"/>
                  </a:cxn>
                  <a:cxn ang="0">
                    <a:pos x="145" y="534"/>
                  </a:cxn>
                  <a:cxn ang="0">
                    <a:pos x="155" y="534"/>
                  </a:cxn>
                  <a:cxn ang="0">
                    <a:pos x="166" y="534"/>
                  </a:cxn>
                  <a:cxn ang="0">
                    <a:pos x="288" y="512"/>
                  </a:cxn>
                  <a:cxn ang="0">
                    <a:pos x="437" y="417"/>
                  </a:cxn>
                  <a:cxn ang="0">
                    <a:pos x="471" y="379"/>
                  </a:cxn>
                  <a:cxn ang="0">
                    <a:pos x="554" y="134"/>
                  </a:cxn>
                  <a:cxn ang="0">
                    <a:pos x="532" y="0"/>
                  </a:cxn>
                </a:cxnLst>
                <a:rect l="0" t="0" r="r" b="b"/>
                <a:pathLst>
                  <a:path w="799" h="778">
                    <a:moveTo>
                      <a:pt x="532" y="0"/>
                    </a:moveTo>
                    <a:cubicBezTo>
                      <a:pt x="587" y="19"/>
                      <a:pt x="637" y="51"/>
                      <a:pt x="682" y="95"/>
                    </a:cubicBezTo>
                    <a:cubicBezTo>
                      <a:pt x="760" y="173"/>
                      <a:pt x="799" y="268"/>
                      <a:pt x="799" y="378"/>
                    </a:cubicBezTo>
                    <a:cubicBezTo>
                      <a:pt x="799" y="488"/>
                      <a:pt x="760" y="582"/>
                      <a:pt x="682" y="660"/>
                    </a:cubicBezTo>
                    <a:cubicBezTo>
                      <a:pt x="637" y="705"/>
                      <a:pt x="588" y="737"/>
                      <a:pt x="533" y="756"/>
                    </a:cubicBezTo>
                    <a:cubicBezTo>
                      <a:pt x="491" y="770"/>
                      <a:pt x="447" y="778"/>
                      <a:pt x="399" y="778"/>
                    </a:cubicBezTo>
                    <a:cubicBezTo>
                      <a:pt x="306" y="778"/>
                      <a:pt x="225" y="750"/>
                      <a:pt x="155" y="694"/>
                    </a:cubicBezTo>
                    <a:cubicBezTo>
                      <a:pt x="142" y="684"/>
                      <a:pt x="129" y="673"/>
                      <a:pt x="117" y="660"/>
                    </a:cubicBezTo>
                    <a:cubicBezTo>
                      <a:pt x="73" y="616"/>
                      <a:pt x="41" y="567"/>
                      <a:pt x="22" y="513"/>
                    </a:cubicBezTo>
                    <a:cubicBezTo>
                      <a:pt x="9" y="475"/>
                      <a:pt x="1" y="434"/>
                      <a:pt x="0" y="391"/>
                    </a:cubicBezTo>
                    <a:cubicBezTo>
                      <a:pt x="2" y="429"/>
                      <a:pt x="18" y="461"/>
                      <a:pt x="45" y="489"/>
                    </a:cubicBezTo>
                    <a:cubicBezTo>
                      <a:pt x="73" y="517"/>
                      <a:pt x="106" y="532"/>
                      <a:pt x="145" y="534"/>
                    </a:cubicBezTo>
                    <a:cubicBezTo>
                      <a:pt x="148" y="534"/>
                      <a:pt x="151" y="534"/>
                      <a:pt x="155" y="534"/>
                    </a:cubicBezTo>
                    <a:cubicBezTo>
                      <a:pt x="159" y="534"/>
                      <a:pt x="162" y="534"/>
                      <a:pt x="166" y="534"/>
                    </a:cubicBezTo>
                    <a:cubicBezTo>
                      <a:pt x="209" y="533"/>
                      <a:pt x="250" y="526"/>
                      <a:pt x="288" y="512"/>
                    </a:cubicBezTo>
                    <a:cubicBezTo>
                      <a:pt x="343" y="493"/>
                      <a:pt x="392" y="461"/>
                      <a:pt x="437" y="417"/>
                    </a:cubicBezTo>
                    <a:cubicBezTo>
                      <a:pt x="449" y="405"/>
                      <a:pt x="460" y="392"/>
                      <a:pt x="471" y="379"/>
                    </a:cubicBezTo>
                    <a:cubicBezTo>
                      <a:pt x="526" y="309"/>
                      <a:pt x="554" y="227"/>
                      <a:pt x="554" y="134"/>
                    </a:cubicBezTo>
                    <a:cubicBezTo>
                      <a:pt x="554" y="86"/>
                      <a:pt x="547" y="42"/>
                      <a:pt x="532" y="0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sz="1520"/>
              </a:p>
            </p:txBody>
          </p:sp>
          <p:sp>
            <p:nvSpPr>
              <p:cNvPr id="19" name="ï$1íḑè"/>
              <p:cNvSpPr/>
              <p:nvPr/>
            </p:nvSpPr>
            <p:spPr bwMode="auto">
              <a:xfrm>
                <a:off x="4784486" y="3144011"/>
                <a:ext cx="2547221" cy="2618701"/>
              </a:xfrm>
              <a:custGeom>
                <a:avLst/>
                <a:gdLst/>
                <a:ahLst/>
                <a:cxnLst>
                  <a:cxn ang="0">
                    <a:pos x="400" y="0"/>
                  </a:cxn>
                  <a:cxn ang="0">
                    <a:pos x="400" y="0"/>
                  </a:cxn>
                  <a:cxn ang="0">
                    <a:pos x="291" y="45"/>
                  </a:cxn>
                  <a:cxn ang="0">
                    <a:pos x="246" y="145"/>
                  </a:cxn>
                  <a:cxn ang="0">
                    <a:pos x="246" y="155"/>
                  </a:cxn>
                  <a:cxn ang="0">
                    <a:pos x="246" y="167"/>
                  </a:cxn>
                  <a:cxn ang="0">
                    <a:pos x="268" y="289"/>
                  </a:cxn>
                  <a:cxn ang="0">
                    <a:pos x="363" y="436"/>
                  </a:cxn>
                  <a:cxn ang="0">
                    <a:pos x="401" y="470"/>
                  </a:cxn>
                  <a:cxn ang="0">
                    <a:pos x="645" y="554"/>
                  </a:cxn>
                  <a:cxn ang="0">
                    <a:pos x="779" y="532"/>
                  </a:cxn>
                  <a:cxn ang="0">
                    <a:pos x="683" y="683"/>
                  </a:cxn>
                  <a:cxn ang="0">
                    <a:pos x="400" y="800"/>
                  </a:cxn>
                  <a:cxn ang="0">
                    <a:pos x="117" y="683"/>
                  </a:cxn>
                  <a:cxn ang="0">
                    <a:pos x="21" y="531"/>
                  </a:cxn>
                  <a:cxn ang="0">
                    <a:pos x="0" y="400"/>
                  </a:cxn>
                  <a:cxn ang="0">
                    <a:pos x="83" y="155"/>
                  </a:cxn>
                  <a:cxn ang="0">
                    <a:pos x="117" y="117"/>
                  </a:cxn>
                  <a:cxn ang="0">
                    <a:pos x="267" y="21"/>
                  </a:cxn>
                  <a:cxn ang="0">
                    <a:pos x="400" y="0"/>
                  </a:cxn>
                </a:cxnLst>
                <a:rect l="0" t="0" r="r" b="b"/>
                <a:pathLst>
                  <a:path w="779" h="800">
                    <a:moveTo>
                      <a:pt x="400" y="0"/>
                    </a:moveTo>
                    <a:cubicBezTo>
                      <a:pt x="400" y="0"/>
                      <a:pt x="400" y="0"/>
                      <a:pt x="400" y="0"/>
                    </a:cubicBezTo>
                    <a:cubicBezTo>
                      <a:pt x="358" y="0"/>
                      <a:pt x="321" y="15"/>
                      <a:pt x="291" y="45"/>
                    </a:cubicBezTo>
                    <a:cubicBezTo>
                      <a:pt x="263" y="73"/>
                      <a:pt x="248" y="107"/>
                      <a:pt x="246" y="145"/>
                    </a:cubicBezTo>
                    <a:cubicBezTo>
                      <a:pt x="246" y="148"/>
                      <a:pt x="246" y="152"/>
                      <a:pt x="246" y="155"/>
                    </a:cubicBezTo>
                    <a:cubicBezTo>
                      <a:pt x="246" y="159"/>
                      <a:pt x="246" y="163"/>
                      <a:pt x="246" y="167"/>
                    </a:cubicBezTo>
                    <a:cubicBezTo>
                      <a:pt x="247" y="210"/>
                      <a:pt x="255" y="251"/>
                      <a:pt x="268" y="289"/>
                    </a:cubicBezTo>
                    <a:cubicBezTo>
                      <a:pt x="287" y="343"/>
                      <a:pt x="319" y="392"/>
                      <a:pt x="363" y="436"/>
                    </a:cubicBezTo>
                    <a:cubicBezTo>
                      <a:pt x="375" y="449"/>
                      <a:pt x="388" y="460"/>
                      <a:pt x="401" y="470"/>
                    </a:cubicBezTo>
                    <a:cubicBezTo>
                      <a:pt x="471" y="526"/>
                      <a:pt x="552" y="554"/>
                      <a:pt x="645" y="554"/>
                    </a:cubicBezTo>
                    <a:cubicBezTo>
                      <a:pt x="693" y="554"/>
                      <a:pt x="737" y="546"/>
                      <a:pt x="779" y="532"/>
                    </a:cubicBezTo>
                    <a:cubicBezTo>
                      <a:pt x="760" y="587"/>
                      <a:pt x="728" y="638"/>
                      <a:pt x="683" y="683"/>
                    </a:cubicBezTo>
                    <a:cubicBezTo>
                      <a:pt x="605" y="761"/>
                      <a:pt x="510" y="800"/>
                      <a:pt x="400" y="800"/>
                    </a:cubicBezTo>
                    <a:cubicBezTo>
                      <a:pt x="290" y="800"/>
                      <a:pt x="195" y="761"/>
                      <a:pt x="117" y="683"/>
                    </a:cubicBezTo>
                    <a:cubicBezTo>
                      <a:pt x="72" y="638"/>
                      <a:pt x="40" y="587"/>
                      <a:pt x="21" y="531"/>
                    </a:cubicBezTo>
                    <a:cubicBezTo>
                      <a:pt x="7" y="490"/>
                      <a:pt x="0" y="447"/>
                      <a:pt x="0" y="400"/>
                    </a:cubicBezTo>
                    <a:cubicBezTo>
                      <a:pt x="0" y="307"/>
                      <a:pt x="28" y="225"/>
                      <a:pt x="83" y="155"/>
                    </a:cubicBezTo>
                    <a:cubicBezTo>
                      <a:pt x="94" y="142"/>
                      <a:pt x="105" y="129"/>
                      <a:pt x="117" y="117"/>
                    </a:cubicBezTo>
                    <a:cubicBezTo>
                      <a:pt x="162" y="72"/>
                      <a:pt x="212" y="40"/>
                      <a:pt x="267" y="21"/>
                    </a:cubicBezTo>
                    <a:cubicBezTo>
                      <a:pt x="309" y="7"/>
                      <a:pt x="353" y="0"/>
                      <a:pt x="40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sz="1520"/>
              </a:p>
            </p:txBody>
          </p:sp>
          <p:sp>
            <p:nvSpPr>
              <p:cNvPr id="20" name="i$lîdê"/>
              <p:cNvSpPr/>
              <p:nvPr/>
            </p:nvSpPr>
            <p:spPr bwMode="auto">
              <a:xfrm>
                <a:off x="4418252" y="2975514"/>
                <a:ext cx="558281" cy="508724"/>
              </a:xfrm>
              <a:custGeom>
                <a:avLst/>
                <a:gdLst/>
                <a:ahLst/>
                <a:cxnLst>
                  <a:cxn ang="0">
                    <a:pos x="45" y="41"/>
                  </a:cxn>
                  <a:cxn ang="0">
                    <a:pos x="47" y="50"/>
                  </a:cxn>
                  <a:cxn ang="0">
                    <a:pos x="40" y="56"/>
                  </a:cxn>
                  <a:cxn ang="0">
                    <a:pos x="31" y="60"/>
                  </a:cxn>
                  <a:cxn ang="0">
                    <a:pos x="21" y="60"/>
                  </a:cxn>
                  <a:cxn ang="0">
                    <a:pos x="13" y="56"/>
                  </a:cxn>
                  <a:cxn ang="0">
                    <a:pos x="5" y="50"/>
                  </a:cxn>
                  <a:cxn ang="0">
                    <a:pos x="8" y="41"/>
                  </a:cxn>
                  <a:cxn ang="0">
                    <a:pos x="0" y="32"/>
                  </a:cxn>
                  <a:cxn ang="0">
                    <a:pos x="9" y="26"/>
                  </a:cxn>
                  <a:cxn ang="0">
                    <a:pos x="5" y="20"/>
                  </a:cxn>
                  <a:cxn ang="0">
                    <a:pos x="17" y="18"/>
                  </a:cxn>
                  <a:cxn ang="0">
                    <a:pos x="22" y="10"/>
                  </a:cxn>
                  <a:cxn ang="0">
                    <a:pos x="32" y="17"/>
                  </a:cxn>
                  <a:cxn ang="0">
                    <a:pos x="41" y="14"/>
                  </a:cxn>
                  <a:cxn ang="0">
                    <a:pos x="47" y="22"/>
                  </a:cxn>
                  <a:cxn ang="0">
                    <a:pos x="51" y="30"/>
                  </a:cxn>
                  <a:cxn ang="0">
                    <a:pos x="26" y="25"/>
                  </a:cxn>
                  <a:cxn ang="0">
                    <a:pos x="36" y="35"/>
                  </a:cxn>
                  <a:cxn ang="0">
                    <a:pos x="72" y="19"/>
                  </a:cxn>
                  <a:cxn ang="0">
                    <a:pos x="72" y="27"/>
                  </a:cxn>
                  <a:cxn ang="0">
                    <a:pos x="62" y="25"/>
                  </a:cxn>
                  <a:cxn ang="0">
                    <a:pos x="52" y="27"/>
                  </a:cxn>
                  <a:cxn ang="0">
                    <a:pos x="53" y="19"/>
                  </a:cxn>
                  <a:cxn ang="0">
                    <a:pos x="53" y="11"/>
                  </a:cxn>
                  <a:cxn ang="0">
                    <a:pos x="52" y="3"/>
                  </a:cxn>
                  <a:cxn ang="0">
                    <a:pos x="62" y="4"/>
                  </a:cxn>
                  <a:cxn ang="0">
                    <a:pos x="67" y="0"/>
                  </a:cxn>
                  <a:cxn ang="0">
                    <a:pos x="70" y="9"/>
                  </a:cxn>
                  <a:cxn ang="0">
                    <a:pos x="78" y="18"/>
                  </a:cxn>
                  <a:cxn ang="0">
                    <a:pos x="70" y="62"/>
                  </a:cxn>
                  <a:cxn ang="0">
                    <a:pos x="67" y="71"/>
                  </a:cxn>
                  <a:cxn ang="0">
                    <a:pos x="61" y="66"/>
                  </a:cxn>
                  <a:cxn ang="0">
                    <a:pos x="52" y="68"/>
                  </a:cxn>
                  <a:cxn ang="0">
                    <a:pos x="47" y="59"/>
                  </a:cxn>
                  <a:cxn ang="0">
                    <a:pos x="54" y="50"/>
                  </a:cxn>
                  <a:cxn ang="0">
                    <a:pos x="57" y="41"/>
                  </a:cxn>
                  <a:cxn ang="0">
                    <a:pos x="63" y="46"/>
                  </a:cxn>
                  <a:cxn ang="0">
                    <a:pos x="72" y="44"/>
                  </a:cxn>
                  <a:cxn ang="0">
                    <a:pos x="72" y="52"/>
                  </a:cxn>
                  <a:cxn ang="0">
                    <a:pos x="62" y="10"/>
                  </a:cxn>
                  <a:cxn ang="0">
                    <a:pos x="67" y="15"/>
                  </a:cxn>
                  <a:cxn ang="0">
                    <a:pos x="57" y="56"/>
                  </a:cxn>
                  <a:cxn ang="0">
                    <a:pos x="62" y="51"/>
                  </a:cxn>
                </a:cxnLst>
                <a:rect l="0" t="0" r="r" b="b"/>
                <a:pathLst>
                  <a:path w="78" h="71">
                    <a:moveTo>
                      <a:pt x="52" y="39"/>
                    </a:moveTo>
                    <a:cubicBezTo>
                      <a:pt x="52" y="40"/>
                      <a:pt x="51" y="40"/>
                      <a:pt x="51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2"/>
                      <a:pt x="44" y="43"/>
                      <a:pt x="43" y="44"/>
                    </a:cubicBezTo>
                    <a:cubicBezTo>
                      <a:pt x="45" y="46"/>
                      <a:pt x="46" y="47"/>
                      <a:pt x="47" y="49"/>
                    </a:cubicBezTo>
                    <a:cubicBezTo>
                      <a:pt x="47" y="49"/>
                      <a:pt x="47" y="49"/>
                      <a:pt x="47" y="5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2"/>
                      <a:pt x="42" y="56"/>
                      <a:pt x="41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4" y="53"/>
                      <a:pt x="33" y="53"/>
                      <a:pt x="32" y="54"/>
                    </a:cubicBezTo>
                    <a:cubicBezTo>
                      <a:pt x="32" y="56"/>
                      <a:pt x="32" y="58"/>
                      <a:pt x="31" y="60"/>
                    </a:cubicBezTo>
                    <a:cubicBezTo>
                      <a:pt x="31" y="61"/>
                      <a:pt x="30" y="61"/>
                      <a:pt x="30" y="61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22" y="61"/>
                      <a:pt x="21" y="61"/>
                      <a:pt x="21" y="60"/>
                    </a:cubicBezTo>
                    <a:cubicBezTo>
                      <a:pt x="20" y="54"/>
                      <a:pt x="20" y="54"/>
                      <a:pt x="20" y="54"/>
                    </a:cubicBezTo>
                    <a:cubicBezTo>
                      <a:pt x="19" y="54"/>
                      <a:pt x="18" y="53"/>
                      <a:pt x="17" y="53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2" y="56"/>
                      <a:pt x="12" y="56"/>
                      <a:pt x="12" y="56"/>
                    </a:cubicBezTo>
                    <a:cubicBezTo>
                      <a:pt x="11" y="56"/>
                      <a:pt x="11" y="56"/>
                      <a:pt x="11" y="56"/>
                    </a:cubicBezTo>
                    <a:cubicBezTo>
                      <a:pt x="10" y="55"/>
                      <a:pt x="5" y="51"/>
                      <a:pt x="5" y="50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7" y="47"/>
                      <a:pt x="8" y="46"/>
                      <a:pt x="9" y="44"/>
                    </a:cubicBezTo>
                    <a:cubicBezTo>
                      <a:pt x="8" y="43"/>
                      <a:pt x="8" y="42"/>
                      <a:pt x="8" y="41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1" y="40"/>
                      <a:pt x="0" y="40"/>
                      <a:pt x="0" y="3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1"/>
                      <a:pt x="1" y="30"/>
                      <a:pt x="1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7"/>
                      <a:pt x="9" y="26"/>
                    </a:cubicBezTo>
                    <a:cubicBezTo>
                      <a:pt x="8" y="25"/>
                      <a:pt x="7" y="23"/>
                      <a:pt x="5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21"/>
                      <a:pt x="5" y="20"/>
                      <a:pt x="5" y="20"/>
                    </a:cubicBezTo>
                    <a:cubicBezTo>
                      <a:pt x="6" y="19"/>
                      <a:pt x="11" y="14"/>
                      <a:pt x="12" y="14"/>
                    </a:cubicBezTo>
                    <a:cubicBezTo>
                      <a:pt x="12" y="14"/>
                      <a:pt x="12" y="14"/>
                      <a:pt x="13" y="14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8"/>
                      <a:pt x="19" y="17"/>
                      <a:pt x="20" y="17"/>
                    </a:cubicBezTo>
                    <a:cubicBezTo>
                      <a:pt x="21" y="15"/>
                      <a:pt x="21" y="13"/>
                      <a:pt x="21" y="11"/>
                    </a:cubicBezTo>
                    <a:cubicBezTo>
                      <a:pt x="21" y="10"/>
                      <a:pt x="22" y="10"/>
                      <a:pt x="22" y="10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10"/>
                      <a:pt x="31" y="10"/>
                      <a:pt x="31" y="11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3" y="17"/>
                      <a:pt x="34" y="18"/>
                      <a:pt x="35" y="18"/>
                    </a:cubicBezTo>
                    <a:cubicBezTo>
                      <a:pt x="40" y="14"/>
                      <a:pt x="40" y="14"/>
                      <a:pt x="40" y="14"/>
                    </a:cubicBezTo>
                    <a:cubicBezTo>
                      <a:pt x="40" y="14"/>
                      <a:pt x="40" y="14"/>
                      <a:pt x="41" y="14"/>
                    </a:cubicBezTo>
                    <a:cubicBezTo>
                      <a:pt x="41" y="14"/>
                      <a:pt x="41" y="14"/>
                      <a:pt x="41" y="14"/>
                    </a:cubicBezTo>
                    <a:cubicBezTo>
                      <a:pt x="42" y="15"/>
                      <a:pt x="47" y="20"/>
                      <a:pt x="47" y="21"/>
                    </a:cubicBezTo>
                    <a:cubicBezTo>
                      <a:pt x="47" y="21"/>
                      <a:pt x="47" y="21"/>
                      <a:pt x="47" y="22"/>
                    </a:cubicBezTo>
                    <a:cubicBezTo>
                      <a:pt x="46" y="23"/>
                      <a:pt x="45" y="25"/>
                      <a:pt x="43" y="26"/>
                    </a:cubicBezTo>
                    <a:cubicBezTo>
                      <a:pt x="44" y="27"/>
                      <a:pt x="44" y="28"/>
                      <a:pt x="45" y="30"/>
                    </a:cubicBezTo>
                    <a:cubicBezTo>
                      <a:pt x="51" y="30"/>
                      <a:pt x="51" y="30"/>
                      <a:pt x="51" y="30"/>
                    </a:cubicBezTo>
                    <a:cubicBezTo>
                      <a:pt x="51" y="31"/>
                      <a:pt x="52" y="31"/>
                      <a:pt x="52" y="32"/>
                    </a:cubicBezTo>
                    <a:lnTo>
                      <a:pt x="52" y="39"/>
                    </a:lnTo>
                    <a:close/>
                    <a:moveTo>
                      <a:pt x="26" y="25"/>
                    </a:moveTo>
                    <a:cubicBezTo>
                      <a:pt x="21" y="25"/>
                      <a:pt x="16" y="30"/>
                      <a:pt x="16" y="35"/>
                    </a:cubicBezTo>
                    <a:cubicBezTo>
                      <a:pt x="16" y="41"/>
                      <a:pt x="21" y="46"/>
                      <a:pt x="26" y="46"/>
                    </a:cubicBezTo>
                    <a:cubicBezTo>
                      <a:pt x="32" y="46"/>
                      <a:pt x="36" y="41"/>
                      <a:pt x="36" y="35"/>
                    </a:cubicBezTo>
                    <a:cubicBezTo>
                      <a:pt x="36" y="30"/>
                      <a:pt x="32" y="25"/>
                      <a:pt x="26" y="25"/>
                    </a:cubicBezTo>
                    <a:close/>
                    <a:moveTo>
                      <a:pt x="78" y="18"/>
                    </a:moveTo>
                    <a:cubicBezTo>
                      <a:pt x="78" y="18"/>
                      <a:pt x="72" y="19"/>
                      <a:pt x="72" y="19"/>
                    </a:cubicBezTo>
                    <a:cubicBezTo>
                      <a:pt x="71" y="20"/>
                      <a:pt x="71" y="20"/>
                      <a:pt x="70" y="21"/>
                    </a:cubicBezTo>
                    <a:cubicBezTo>
                      <a:pt x="71" y="22"/>
                      <a:pt x="72" y="26"/>
                      <a:pt x="72" y="26"/>
                    </a:cubicBezTo>
                    <a:cubicBezTo>
                      <a:pt x="72" y="27"/>
                      <a:pt x="72" y="27"/>
                      <a:pt x="72" y="27"/>
                    </a:cubicBezTo>
                    <a:cubicBezTo>
                      <a:pt x="72" y="27"/>
                      <a:pt x="68" y="30"/>
                      <a:pt x="67" y="30"/>
                    </a:cubicBezTo>
                    <a:cubicBezTo>
                      <a:pt x="67" y="30"/>
                      <a:pt x="64" y="26"/>
                      <a:pt x="63" y="25"/>
                    </a:cubicBezTo>
                    <a:cubicBezTo>
                      <a:pt x="63" y="25"/>
                      <a:pt x="63" y="25"/>
                      <a:pt x="62" y="25"/>
                    </a:cubicBezTo>
                    <a:cubicBezTo>
                      <a:pt x="62" y="25"/>
                      <a:pt x="61" y="25"/>
                      <a:pt x="61" y="25"/>
                    </a:cubicBezTo>
                    <a:cubicBezTo>
                      <a:pt x="61" y="26"/>
                      <a:pt x="58" y="30"/>
                      <a:pt x="57" y="30"/>
                    </a:cubicBezTo>
                    <a:cubicBezTo>
                      <a:pt x="57" y="30"/>
                      <a:pt x="53" y="27"/>
                      <a:pt x="52" y="27"/>
                    </a:cubicBezTo>
                    <a:cubicBezTo>
                      <a:pt x="52" y="27"/>
                      <a:pt x="52" y="27"/>
                      <a:pt x="52" y="26"/>
                    </a:cubicBezTo>
                    <a:cubicBezTo>
                      <a:pt x="52" y="26"/>
                      <a:pt x="54" y="22"/>
                      <a:pt x="54" y="21"/>
                    </a:cubicBezTo>
                    <a:cubicBezTo>
                      <a:pt x="53" y="20"/>
                      <a:pt x="53" y="20"/>
                      <a:pt x="53" y="19"/>
                    </a:cubicBezTo>
                    <a:cubicBezTo>
                      <a:pt x="52" y="19"/>
                      <a:pt x="47" y="18"/>
                      <a:pt x="47" y="18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1"/>
                      <a:pt x="52" y="11"/>
                      <a:pt x="53" y="11"/>
                    </a:cubicBezTo>
                    <a:cubicBezTo>
                      <a:pt x="53" y="10"/>
                      <a:pt x="53" y="9"/>
                      <a:pt x="54" y="9"/>
                    </a:cubicBezTo>
                    <a:cubicBezTo>
                      <a:pt x="54" y="8"/>
                      <a:pt x="52" y="4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53" y="3"/>
                      <a:pt x="57" y="0"/>
                      <a:pt x="57" y="0"/>
                    </a:cubicBezTo>
                    <a:cubicBezTo>
                      <a:pt x="58" y="0"/>
                      <a:pt x="61" y="4"/>
                      <a:pt x="61" y="5"/>
                    </a:cubicBezTo>
                    <a:cubicBezTo>
                      <a:pt x="61" y="4"/>
                      <a:pt x="62" y="4"/>
                      <a:pt x="62" y="4"/>
                    </a:cubicBezTo>
                    <a:cubicBezTo>
                      <a:pt x="63" y="4"/>
                      <a:pt x="63" y="4"/>
                      <a:pt x="63" y="5"/>
                    </a:cubicBezTo>
                    <a:cubicBezTo>
                      <a:pt x="64" y="3"/>
                      <a:pt x="66" y="1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8" y="0"/>
                      <a:pt x="72" y="2"/>
                      <a:pt x="72" y="3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4"/>
                      <a:pt x="71" y="8"/>
                      <a:pt x="70" y="9"/>
                    </a:cubicBezTo>
                    <a:cubicBezTo>
                      <a:pt x="71" y="9"/>
                      <a:pt x="71" y="10"/>
                      <a:pt x="72" y="11"/>
                    </a:cubicBezTo>
                    <a:cubicBezTo>
                      <a:pt x="72" y="11"/>
                      <a:pt x="78" y="11"/>
                      <a:pt x="78" y="12"/>
                    </a:cubicBezTo>
                    <a:lnTo>
                      <a:pt x="78" y="18"/>
                    </a:lnTo>
                    <a:close/>
                    <a:moveTo>
                      <a:pt x="78" y="59"/>
                    </a:moveTo>
                    <a:cubicBezTo>
                      <a:pt x="78" y="59"/>
                      <a:pt x="72" y="60"/>
                      <a:pt x="72" y="60"/>
                    </a:cubicBezTo>
                    <a:cubicBezTo>
                      <a:pt x="71" y="61"/>
                      <a:pt x="71" y="61"/>
                      <a:pt x="70" y="62"/>
                    </a:cubicBezTo>
                    <a:cubicBezTo>
                      <a:pt x="71" y="63"/>
                      <a:pt x="72" y="67"/>
                      <a:pt x="72" y="68"/>
                    </a:cubicBezTo>
                    <a:cubicBezTo>
                      <a:pt x="72" y="68"/>
                      <a:pt x="72" y="68"/>
                      <a:pt x="72" y="68"/>
                    </a:cubicBezTo>
                    <a:cubicBezTo>
                      <a:pt x="72" y="68"/>
                      <a:pt x="68" y="71"/>
                      <a:pt x="67" y="71"/>
                    </a:cubicBezTo>
                    <a:cubicBezTo>
                      <a:pt x="67" y="71"/>
                      <a:pt x="64" y="67"/>
                      <a:pt x="63" y="66"/>
                    </a:cubicBezTo>
                    <a:cubicBezTo>
                      <a:pt x="63" y="66"/>
                      <a:pt x="63" y="66"/>
                      <a:pt x="62" y="66"/>
                    </a:cubicBezTo>
                    <a:cubicBezTo>
                      <a:pt x="62" y="66"/>
                      <a:pt x="61" y="66"/>
                      <a:pt x="61" y="66"/>
                    </a:cubicBezTo>
                    <a:cubicBezTo>
                      <a:pt x="61" y="67"/>
                      <a:pt x="58" y="71"/>
                      <a:pt x="57" y="71"/>
                    </a:cubicBezTo>
                    <a:cubicBezTo>
                      <a:pt x="57" y="71"/>
                      <a:pt x="53" y="68"/>
                      <a:pt x="52" y="68"/>
                    </a:cubicBezTo>
                    <a:cubicBezTo>
                      <a:pt x="52" y="68"/>
                      <a:pt x="52" y="68"/>
                      <a:pt x="52" y="68"/>
                    </a:cubicBezTo>
                    <a:cubicBezTo>
                      <a:pt x="52" y="67"/>
                      <a:pt x="54" y="63"/>
                      <a:pt x="54" y="62"/>
                    </a:cubicBezTo>
                    <a:cubicBezTo>
                      <a:pt x="53" y="61"/>
                      <a:pt x="53" y="61"/>
                      <a:pt x="53" y="60"/>
                    </a:cubicBezTo>
                    <a:cubicBezTo>
                      <a:pt x="52" y="60"/>
                      <a:pt x="47" y="59"/>
                      <a:pt x="47" y="59"/>
                    </a:cubicBezTo>
                    <a:cubicBezTo>
                      <a:pt x="47" y="53"/>
                      <a:pt x="47" y="53"/>
                      <a:pt x="47" y="53"/>
                    </a:cubicBezTo>
                    <a:cubicBezTo>
                      <a:pt x="47" y="52"/>
                      <a:pt x="52" y="52"/>
                      <a:pt x="53" y="52"/>
                    </a:cubicBezTo>
                    <a:cubicBezTo>
                      <a:pt x="53" y="51"/>
                      <a:pt x="53" y="50"/>
                      <a:pt x="54" y="50"/>
                    </a:cubicBezTo>
                    <a:cubicBezTo>
                      <a:pt x="54" y="49"/>
                      <a:pt x="52" y="45"/>
                      <a:pt x="52" y="44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53" y="44"/>
                      <a:pt x="57" y="41"/>
                      <a:pt x="57" y="41"/>
                    </a:cubicBezTo>
                    <a:cubicBezTo>
                      <a:pt x="58" y="41"/>
                      <a:pt x="61" y="45"/>
                      <a:pt x="61" y="46"/>
                    </a:cubicBezTo>
                    <a:cubicBezTo>
                      <a:pt x="61" y="46"/>
                      <a:pt x="62" y="46"/>
                      <a:pt x="62" y="46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4" y="44"/>
                      <a:pt x="66" y="43"/>
                      <a:pt x="67" y="41"/>
                    </a:cubicBezTo>
                    <a:cubicBezTo>
                      <a:pt x="67" y="41"/>
                      <a:pt x="67" y="41"/>
                      <a:pt x="67" y="41"/>
                    </a:cubicBezTo>
                    <a:cubicBezTo>
                      <a:pt x="68" y="41"/>
                      <a:pt x="72" y="44"/>
                      <a:pt x="72" y="44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72" y="45"/>
                      <a:pt x="71" y="49"/>
                      <a:pt x="70" y="50"/>
                    </a:cubicBezTo>
                    <a:cubicBezTo>
                      <a:pt x="71" y="50"/>
                      <a:pt x="71" y="51"/>
                      <a:pt x="72" y="52"/>
                    </a:cubicBezTo>
                    <a:cubicBezTo>
                      <a:pt x="72" y="52"/>
                      <a:pt x="78" y="52"/>
                      <a:pt x="78" y="53"/>
                    </a:cubicBezTo>
                    <a:lnTo>
                      <a:pt x="78" y="59"/>
                    </a:lnTo>
                    <a:close/>
                    <a:moveTo>
                      <a:pt x="62" y="10"/>
                    </a:moveTo>
                    <a:cubicBezTo>
                      <a:pt x="59" y="10"/>
                      <a:pt x="57" y="12"/>
                      <a:pt x="57" y="15"/>
                    </a:cubicBezTo>
                    <a:cubicBezTo>
                      <a:pt x="57" y="18"/>
                      <a:pt x="59" y="20"/>
                      <a:pt x="62" y="20"/>
                    </a:cubicBezTo>
                    <a:cubicBezTo>
                      <a:pt x="65" y="20"/>
                      <a:pt x="67" y="18"/>
                      <a:pt x="67" y="15"/>
                    </a:cubicBezTo>
                    <a:cubicBezTo>
                      <a:pt x="67" y="12"/>
                      <a:pt x="65" y="10"/>
                      <a:pt x="62" y="10"/>
                    </a:cubicBezTo>
                    <a:close/>
                    <a:moveTo>
                      <a:pt x="62" y="51"/>
                    </a:moveTo>
                    <a:cubicBezTo>
                      <a:pt x="59" y="51"/>
                      <a:pt x="57" y="53"/>
                      <a:pt x="57" y="56"/>
                    </a:cubicBezTo>
                    <a:cubicBezTo>
                      <a:pt x="57" y="59"/>
                      <a:pt x="59" y="61"/>
                      <a:pt x="62" y="61"/>
                    </a:cubicBezTo>
                    <a:cubicBezTo>
                      <a:pt x="65" y="61"/>
                      <a:pt x="67" y="59"/>
                      <a:pt x="67" y="56"/>
                    </a:cubicBezTo>
                    <a:cubicBezTo>
                      <a:pt x="67" y="53"/>
                      <a:pt x="65" y="51"/>
                      <a:pt x="62" y="5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sz="1520"/>
              </a:p>
            </p:txBody>
          </p:sp>
          <p:sp>
            <p:nvSpPr>
              <p:cNvPr id="21" name="ï$ḷîḍé"/>
              <p:cNvSpPr/>
              <p:nvPr/>
            </p:nvSpPr>
            <p:spPr bwMode="auto">
              <a:xfrm>
                <a:off x="6343075" y="2156666"/>
                <a:ext cx="436053" cy="442658"/>
              </a:xfrm>
              <a:custGeom>
                <a:avLst/>
                <a:gdLst/>
                <a:ahLst/>
                <a:cxnLst>
                  <a:cxn ang="0">
                    <a:pos x="61" y="49"/>
                  </a:cxn>
                  <a:cxn ang="0">
                    <a:pos x="49" y="62"/>
                  </a:cxn>
                  <a:cxn ang="0">
                    <a:pos x="36" y="49"/>
                  </a:cxn>
                  <a:cxn ang="0">
                    <a:pos x="36" y="48"/>
                  </a:cxn>
                  <a:cxn ang="0">
                    <a:pos x="21" y="41"/>
                  </a:cxn>
                  <a:cxn ang="0">
                    <a:pos x="13" y="44"/>
                  </a:cxn>
                  <a:cxn ang="0">
                    <a:pos x="0" y="31"/>
                  </a:cxn>
                  <a:cxn ang="0">
                    <a:pos x="13" y="18"/>
                  </a:cxn>
                  <a:cxn ang="0">
                    <a:pos x="21" y="22"/>
                  </a:cxn>
                  <a:cxn ang="0">
                    <a:pos x="36" y="15"/>
                  </a:cxn>
                  <a:cxn ang="0">
                    <a:pos x="36" y="13"/>
                  </a:cxn>
                  <a:cxn ang="0">
                    <a:pos x="49" y="0"/>
                  </a:cxn>
                  <a:cxn ang="0">
                    <a:pos x="61" y="13"/>
                  </a:cxn>
                  <a:cxn ang="0">
                    <a:pos x="49" y="26"/>
                  </a:cxn>
                  <a:cxn ang="0">
                    <a:pos x="40" y="23"/>
                  </a:cxn>
                  <a:cxn ang="0">
                    <a:pos x="25" y="30"/>
                  </a:cxn>
                  <a:cxn ang="0">
                    <a:pos x="25" y="31"/>
                  </a:cxn>
                  <a:cxn ang="0">
                    <a:pos x="25" y="33"/>
                  </a:cxn>
                  <a:cxn ang="0">
                    <a:pos x="40" y="40"/>
                  </a:cxn>
                  <a:cxn ang="0">
                    <a:pos x="49" y="36"/>
                  </a:cxn>
                  <a:cxn ang="0">
                    <a:pos x="61" y="49"/>
                  </a:cxn>
                </a:cxnLst>
                <a:rect l="0" t="0" r="r" b="b"/>
                <a:pathLst>
                  <a:path w="61" h="62">
                    <a:moveTo>
                      <a:pt x="61" y="49"/>
                    </a:moveTo>
                    <a:cubicBezTo>
                      <a:pt x="61" y="56"/>
                      <a:pt x="56" y="62"/>
                      <a:pt x="49" y="62"/>
                    </a:cubicBezTo>
                    <a:cubicBezTo>
                      <a:pt x="41" y="62"/>
                      <a:pt x="36" y="56"/>
                      <a:pt x="36" y="49"/>
                    </a:cubicBezTo>
                    <a:cubicBezTo>
                      <a:pt x="36" y="49"/>
                      <a:pt x="36" y="48"/>
                      <a:pt x="36" y="48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19" y="43"/>
                      <a:pt x="16" y="44"/>
                      <a:pt x="13" y="44"/>
                    </a:cubicBezTo>
                    <a:cubicBezTo>
                      <a:pt x="6" y="44"/>
                      <a:pt x="0" y="38"/>
                      <a:pt x="0" y="31"/>
                    </a:cubicBezTo>
                    <a:cubicBezTo>
                      <a:pt x="0" y="24"/>
                      <a:pt x="6" y="18"/>
                      <a:pt x="13" y="18"/>
                    </a:cubicBezTo>
                    <a:cubicBezTo>
                      <a:pt x="16" y="18"/>
                      <a:pt x="19" y="20"/>
                      <a:pt x="21" y="22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6" y="14"/>
                      <a:pt x="36" y="14"/>
                      <a:pt x="36" y="13"/>
                    </a:cubicBezTo>
                    <a:cubicBezTo>
                      <a:pt x="36" y="6"/>
                      <a:pt x="41" y="0"/>
                      <a:pt x="49" y="0"/>
                    </a:cubicBezTo>
                    <a:cubicBezTo>
                      <a:pt x="56" y="0"/>
                      <a:pt x="61" y="6"/>
                      <a:pt x="61" y="13"/>
                    </a:cubicBezTo>
                    <a:cubicBezTo>
                      <a:pt x="61" y="20"/>
                      <a:pt x="56" y="26"/>
                      <a:pt x="49" y="26"/>
                    </a:cubicBezTo>
                    <a:cubicBezTo>
                      <a:pt x="45" y="26"/>
                      <a:pt x="42" y="25"/>
                      <a:pt x="40" y="23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0"/>
                      <a:pt x="25" y="31"/>
                      <a:pt x="25" y="31"/>
                    </a:cubicBezTo>
                    <a:cubicBezTo>
                      <a:pt x="25" y="32"/>
                      <a:pt x="25" y="32"/>
                      <a:pt x="25" y="33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2" y="38"/>
                      <a:pt x="45" y="36"/>
                      <a:pt x="49" y="36"/>
                    </a:cubicBezTo>
                    <a:cubicBezTo>
                      <a:pt x="56" y="36"/>
                      <a:pt x="61" y="42"/>
                      <a:pt x="61" y="4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sz="1520"/>
              </a:p>
            </p:txBody>
          </p:sp>
          <p:sp>
            <p:nvSpPr>
              <p:cNvPr id="22" name="î$liďe"/>
              <p:cNvSpPr/>
              <p:nvPr/>
            </p:nvSpPr>
            <p:spPr bwMode="auto">
              <a:xfrm>
                <a:off x="7114218" y="3883293"/>
                <a:ext cx="521943" cy="488906"/>
              </a:xfrm>
              <a:custGeom>
                <a:avLst/>
                <a:gdLst/>
                <a:ahLst/>
                <a:cxnLst>
                  <a:cxn ang="0">
                    <a:pos x="13" y="39"/>
                  </a:cxn>
                  <a:cxn ang="0">
                    <a:pos x="8" y="39"/>
                  </a:cxn>
                  <a:cxn ang="0">
                    <a:pos x="0" y="33"/>
                  </a:cxn>
                  <a:cxn ang="0">
                    <a:pos x="5" y="19"/>
                  </a:cxn>
                  <a:cxn ang="0">
                    <a:pos x="15" y="22"/>
                  </a:cxn>
                  <a:cxn ang="0">
                    <a:pos x="20" y="21"/>
                  </a:cxn>
                  <a:cxn ang="0">
                    <a:pos x="20" y="24"/>
                  </a:cxn>
                  <a:cxn ang="0">
                    <a:pos x="23" y="34"/>
                  </a:cxn>
                  <a:cxn ang="0">
                    <a:pos x="13" y="39"/>
                  </a:cxn>
                  <a:cxn ang="0">
                    <a:pos x="15" y="19"/>
                  </a:cxn>
                  <a:cxn ang="0">
                    <a:pos x="5" y="9"/>
                  </a:cxn>
                  <a:cxn ang="0">
                    <a:pos x="15" y="0"/>
                  </a:cxn>
                  <a:cxn ang="0">
                    <a:pos x="25" y="9"/>
                  </a:cxn>
                  <a:cxn ang="0">
                    <a:pos x="15" y="19"/>
                  </a:cxn>
                  <a:cxn ang="0">
                    <a:pos x="53" y="68"/>
                  </a:cxn>
                  <a:cxn ang="0">
                    <a:pos x="20" y="68"/>
                  </a:cxn>
                  <a:cxn ang="0">
                    <a:pos x="10" y="58"/>
                  </a:cxn>
                  <a:cxn ang="0">
                    <a:pos x="23" y="36"/>
                  </a:cxn>
                  <a:cxn ang="0">
                    <a:pos x="37" y="41"/>
                  </a:cxn>
                  <a:cxn ang="0">
                    <a:pos x="50" y="36"/>
                  </a:cxn>
                  <a:cxn ang="0">
                    <a:pos x="64" y="58"/>
                  </a:cxn>
                  <a:cxn ang="0">
                    <a:pos x="53" y="68"/>
                  </a:cxn>
                  <a:cxn ang="0">
                    <a:pos x="37" y="39"/>
                  </a:cxn>
                  <a:cxn ang="0">
                    <a:pos x="22" y="24"/>
                  </a:cxn>
                  <a:cxn ang="0">
                    <a:pos x="37" y="9"/>
                  </a:cxn>
                  <a:cxn ang="0">
                    <a:pos x="51" y="24"/>
                  </a:cxn>
                  <a:cxn ang="0">
                    <a:pos x="37" y="39"/>
                  </a:cxn>
                  <a:cxn ang="0">
                    <a:pos x="59" y="19"/>
                  </a:cxn>
                  <a:cxn ang="0">
                    <a:pos x="49" y="9"/>
                  </a:cxn>
                  <a:cxn ang="0">
                    <a:pos x="59" y="0"/>
                  </a:cxn>
                  <a:cxn ang="0">
                    <a:pos x="68" y="9"/>
                  </a:cxn>
                  <a:cxn ang="0">
                    <a:pos x="59" y="19"/>
                  </a:cxn>
                  <a:cxn ang="0">
                    <a:pos x="66" y="39"/>
                  </a:cxn>
                  <a:cxn ang="0">
                    <a:pos x="61" y="39"/>
                  </a:cxn>
                  <a:cxn ang="0">
                    <a:pos x="51" y="34"/>
                  </a:cxn>
                  <a:cxn ang="0">
                    <a:pos x="54" y="24"/>
                  </a:cxn>
                  <a:cxn ang="0">
                    <a:pos x="54" y="21"/>
                  </a:cxn>
                  <a:cxn ang="0">
                    <a:pos x="59" y="22"/>
                  </a:cxn>
                  <a:cxn ang="0">
                    <a:pos x="69" y="19"/>
                  </a:cxn>
                  <a:cxn ang="0">
                    <a:pos x="73" y="33"/>
                  </a:cxn>
                  <a:cxn ang="0">
                    <a:pos x="66" y="39"/>
                  </a:cxn>
                </a:cxnLst>
                <a:rect l="0" t="0" r="r" b="b"/>
                <a:pathLst>
                  <a:path w="73" h="68">
                    <a:moveTo>
                      <a:pt x="13" y="39"/>
                    </a:moveTo>
                    <a:cubicBezTo>
                      <a:pt x="8" y="39"/>
                      <a:pt x="8" y="39"/>
                      <a:pt x="8" y="39"/>
                    </a:cubicBezTo>
                    <a:cubicBezTo>
                      <a:pt x="4" y="39"/>
                      <a:pt x="0" y="37"/>
                      <a:pt x="0" y="33"/>
                    </a:cubicBezTo>
                    <a:cubicBezTo>
                      <a:pt x="0" y="29"/>
                      <a:pt x="0" y="19"/>
                      <a:pt x="5" y="19"/>
                    </a:cubicBezTo>
                    <a:cubicBezTo>
                      <a:pt x="6" y="19"/>
                      <a:pt x="10" y="22"/>
                      <a:pt x="15" y="22"/>
                    </a:cubicBezTo>
                    <a:cubicBezTo>
                      <a:pt x="17" y="22"/>
                      <a:pt x="18" y="22"/>
                      <a:pt x="20" y="21"/>
                    </a:cubicBezTo>
                    <a:cubicBezTo>
                      <a:pt x="20" y="22"/>
                      <a:pt x="20" y="23"/>
                      <a:pt x="20" y="24"/>
                    </a:cubicBezTo>
                    <a:cubicBezTo>
                      <a:pt x="20" y="27"/>
                      <a:pt x="21" y="31"/>
                      <a:pt x="23" y="34"/>
                    </a:cubicBezTo>
                    <a:cubicBezTo>
                      <a:pt x="19" y="34"/>
                      <a:pt x="15" y="36"/>
                      <a:pt x="13" y="39"/>
                    </a:cubicBezTo>
                    <a:close/>
                    <a:moveTo>
                      <a:pt x="15" y="19"/>
                    </a:moveTo>
                    <a:cubicBezTo>
                      <a:pt x="10" y="19"/>
                      <a:pt x="5" y="15"/>
                      <a:pt x="5" y="9"/>
                    </a:cubicBezTo>
                    <a:cubicBezTo>
                      <a:pt x="5" y="4"/>
                      <a:pt x="10" y="0"/>
                      <a:pt x="15" y="0"/>
                    </a:cubicBezTo>
                    <a:cubicBezTo>
                      <a:pt x="20" y="0"/>
                      <a:pt x="25" y="4"/>
                      <a:pt x="25" y="9"/>
                    </a:cubicBezTo>
                    <a:cubicBezTo>
                      <a:pt x="25" y="15"/>
                      <a:pt x="20" y="19"/>
                      <a:pt x="15" y="19"/>
                    </a:cubicBezTo>
                    <a:close/>
                    <a:moveTo>
                      <a:pt x="53" y="68"/>
                    </a:moveTo>
                    <a:cubicBezTo>
                      <a:pt x="20" y="68"/>
                      <a:pt x="20" y="68"/>
                      <a:pt x="20" y="68"/>
                    </a:cubicBezTo>
                    <a:cubicBezTo>
                      <a:pt x="14" y="68"/>
                      <a:pt x="10" y="64"/>
                      <a:pt x="10" y="58"/>
                    </a:cubicBezTo>
                    <a:cubicBezTo>
                      <a:pt x="10" y="49"/>
                      <a:pt x="12" y="36"/>
                      <a:pt x="23" y="36"/>
                    </a:cubicBezTo>
                    <a:cubicBezTo>
                      <a:pt x="25" y="36"/>
                      <a:pt x="29" y="41"/>
                      <a:pt x="37" y="41"/>
                    </a:cubicBezTo>
                    <a:cubicBezTo>
                      <a:pt x="44" y="41"/>
                      <a:pt x="49" y="36"/>
                      <a:pt x="50" y="36"/>
                    </a:cubicBezTo>
                    <a:cubicBezTo>
                      <a:pt x="62" y="36"/>
                      <a:pt x="64" y="49"/>
                      <a:pt x="64" y="58"/>
                    </a:cubicBezTo>
                    <a:cubicBezTo>
                      <a:pt x="64" y="64"/>
                      <a:pt x="60" y="68"/>
                      <a:pt x="53" y="68"/>
                    </a:cubicBezTo>
                    <a:close/>
                    <a:moveTo>
                      <a:pt x="37" y="39"/>
                    </a:moveTo>
                    <a:cubicBezTo>
                      <a:pt x="29" y="39"/>
                      <a:pt x="22" y="32"/>
                      <a:pt x="22" y="24"/>
                    </a:cubicBezTo>
                    <a:cubicBezTo>
                      <a:pt x="22" y="16"/>
                      <a:pt x="29" y="9"/>
                      <a:pt x="37" y="9"/>
                    </a:cubicBezTo>
                    <a:cubicBezTo>
                      <a:pt x="45" y="9"/>
                      <a:pt x="51" y="16"/>
                      <a:pt x="51" y="24"/>
                    </a:cubicBezTo>
                    <a:cubicBezTo>
                      <a:pt x="51" y="32"/>
                      <a:pt x="45" y="39"/>
                      <a:pt x="37" y="39"/>
                    </a:cubicBezTo>
                    <a:close/>
                    <a:moveTo>
                      <a:pt x="59" y="19"/>
                    </a:moveTo>
                    <a:cubicBezTo>
                      <a:pt x="53" y="19"/>
                      <a:pt x="49" y="15"/>
                      <a:pt x="49" y="9"/>
                    </a:cubicBezTo>
                    <a:cubicBezTo>
                      <a:pt x="49" y="4"/>
                      <a:pt x="53" y="0"/>
                      <a:pt x="59" y="0"/>
                    </a:cubicBezTo>
                    <a:cubicBezTo>
                      <a:pt x="64" y="0"/>
                      <a:pt x="68" y="4"/>
                      <a:pt x="68" y="9"/>
                    </a:cubicBezTo>
                    <a:cubicBezTo>
                      <a:pt x="68" y="15"/>
                      <a:pt x="64" y="19"/>
                      <a:pt x="59" y="19"/>
                    </a:cubicBezTo>
                    <a:close/>
                    <a:moveTo>
                      <a:pt x="66" y="39"/>
                    </a:moveTo>
                    <a:cubicBezTo>
                      <a:pt x="61" y="39"/>
                      <a:pt x="61" y="39"/>
                      <a:pt x="61" y="39"/>
                    </a:cubicBezTo>
                    <a:cubicBezTo>
                      <a:pt x="58" y="36"/>
                      <a:pt x="55" y="34"/>
                      <a:pt x="51" y="34"/>
                    </a:cubicBezTo>
                    <a:cubicBezTo>
                      <a:pt x="53" y="31"/>
                      <a:pt x="54" y="27"/>
                      <a:pt x="54" y="24"/>
                    </a:cubicBezTo>
                    <a:cubicBezTo>
                      <a:pt x="54" y="23"/>
                      <a:pt x="54" y="22"/>
                      <a:pt x="54" y="21"/>
                    </a:cubicBezTo>
                    <a:cubicBezTo>
                      <a:pt x="55" y="22"/>
                      <a:pt x="57" y="22"/>
                      <a:pt x="59" y="22"/>
                    </a:cubicBezTo>
                    <a:cubicBezTo>
                      <a:pt x="64" y="22"/>
                      <a:pt x="68" y="19"/>
                      <a:pt x="69" y="19"/>
                    </a:cubicBezTo>
                    <a:cubicBezTo>
                      <a:pt x="73" y="19"/>
                      <a:pt x="73" y="29"/>
                      <a:pt x="73" y="33"/>
                    </a:cubicBezTo>
                    <a:cubicBezTo>
                      <a:pt x="73" y="37"/>
                      <a:pt x="70" y="39"/>
                      <a:pt x="66" y="3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sz="1520"/>
              </a:p>
            </p:txBody>
          </p:sp>
          <p:sp>
            <p:nvSpPr>
              <p:cNvPr id="23" name="íṡḷiḋè"/>
              <p:cNvSpPr/>
              <p:nvPr/>
            </p:nvSpPr>
            <p:spPr bwMode="auto">
              <a:xfrm>
                <a:off x="5442623" y="4753706"/>
                <a:ext cx="422839" cy="459177"/>
              </a:xfrm>
              <a:custGeom>
                <a:avLst/>
                <a:gdLst/>
                <a:ahLst/>
                <a:cxnLst>
                  <a:cxn ang="0">
                    <a:pos x="55" y="64"/>
                  </a:cxn>
                  <a:cxn ang="0">
                    <a:pos x="0" y="59"/>
                  </a:cxn>
                  <a:cxn ang="0">
                    <a:pos x="4" y="9"/>
                  </a:cxn>
                  <a:cxn ang="0">
                    <a:pos x="9" y="5"/>
                  </a:cxn>
                  <a:cxn ang="0">
                    <a:pos x="17" y="0"/>
                  </a:cxn>
                  <a:cxn ang="0">
                    <a:pos x="23" y="9"/>
                  </a:cxn>
                  <a:cxn ang="0">
                    <a:pos x="36" y="5"/>
                  </a:cxn>
                  <a:cxn ang="0">
                    <a:pos x="44" y="0"/>
                  </a:cxn>
                  <a:cxn ang="0">
                    <a:pos x="50" y="9"/>
                  </a:cxn>
                  <a:cxn ang="0">
                    <a:pos x="59" y="13"/>
                  </a:cxn>
                  <a:cxn ang="0">
                    <a:pos x="15" y="33"/>
                  </a:cxn>
                  <a:cxn ang="0">
                    <a:pos x="4" y="23"/>
                  </a:cxn>
                  <a:cxn ang="0">
                    <a:pos x="15" y="33"/>
                  </a:cxn>
                  <a:cxn ang="0">
                    <a:pos x="15" y="35"/>
                  </a:cxn>
                  <a:cxn ang="0">
                    <a:pos x="4" y="47"/>
                  </a:cxn>
                  <a:cxn ang="0">
                    <a:pos x="15" y="59"/>
                  </a:cxn>
                  <a:cxn ang="0">
                    <a:pos x="4" y="49"/>
                  </a:cxn>
                  <a:cxn ang="0">
                    <a:pos x="15" y="59"/>
                  </a:cxn>
                  <a:cxn ang="0">
                    <a:pos x="17" y="4"/>
                  </a:cxn>
                  <a:cxn ang="0">
                    <a:pos x="13" y="5"/>
                  </a:cxn>
                  <a:cxn ang="0">
                    <a:pos x="15" y="17"/>
                  </a:cxn>
                  <a:cxn ang="0">
                    <a:pos x="18" y="16"/>
                  </a:cxn>
                  <a:cxn ang="0">
                    <a:pos x="28" y="33"/>
                  </a:cxn>
                  <a:cxn ang="0">
                    <a:pos x="17" y="23"/>
                  </a:cxn>
                  <a:cxn ang="0">
                    <a:pos x="28" y="33"/>
                  </a:cxn>
                  <a:cxn ang="0">
                    <a:pos x="28" y="35"/>
                  </a:cxn>
                  <a:cxn ang="0">
                    <a:pos x="17" y="47"/>
                  </a:cxn>
                  <a:cxn ang="0">
                    <a:pos x="28" y="59"/>
                  </a:cxn>
                  <a:cxn ang="0">
                    <a:pos x="17" y="49"/>
                  </a:cxn>
                  <a:cxn ang="0">
                    <a:pos x="28" y="59"/>
                  </a:cxn>
                  <a:cxn ang="0">
                    <a:pos x="42" y="23"/>
                  </a:cxn>
                  <a:cxn ang="0">
                    <a:pos x="31" y="33"/>
                  </a:cxn>
                  <a:cxn ang="0">
                    <a:pos x="42" y="47"/>
                  </a:cxn>
                  <a:cxn ang="0">
                    <a:pos x="31" y="35"/>
                  </a:cxn>
                  <a:cxn ang="0">
                    <a:pos x="42" y="47"/>
                  </a:cxn>
                  <a:cxn ang="0">
                    <a:pos x="42" y="49"/>
                  </a:cxn>
                  <a:cxn ang="0">
                    <a:pos x="31" y="59"/>
                  </a:cxn>
                  <a:cxn ang="0">
                    <a:pos x="45" y="5"/>
                  </a:cxn>
                  <a:cxn ang="0">
                    <a:pos x="42" y="4"/>
                  </a:cxn>
                  <a:cxn ang="0">
                    <a:pos x="41" y="16"/>
                  </a:cxn>
                  <a:cxn ang="0">
                    <a:pos x="44" y="17"/>
                  </a:cxn>
                  <a:cxn ang="0">
                    <a:pos x="45" y="5"/>
                  </a:cxn>
                  <a:cxn ang="0">
                    <a:pos x="55" y="23"/>
                  </a:cxn>
                  <a:cxn ang="0">
                    <a:pos x="44" y="33"/>
                  </a:cxn>
                  <a:cxn ang="0">
                    <a:pos x="55" y="47"/>
                  </a:cxn>
                  <a:cxn ang="0">
                    <a:pos x="44" y="35"/>
                  </a:cxn>
                  <a:cxn ang="0">
                    <a:pos x="55" y="47"/>
                  </a:cxn>
                  <a:cxn ang="0">
                    <a:pos x="55" y="49"/>
                  </a:cxn>
                  <a:cxn ang="0">
                    <a:pos x="44" y="59"/>
                  </a:cxn>
                </a:cxnLst>
                <a:rect l="0" t="0" r="r" b="b"/>
                <a:pathLst>
                  <a:path w="59" h="64">
                    <a:moveTo>
                      <a:pt x="59" y="59"/>
                    </a:moveTo>
                    <a:cubicBezTo>
                      <a:pt x="59" y="62"/>
                      <a:pt x="57" y="64"/>
                      <a:pt x="55" y="64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2" y="64"/>
                      <a:pt x="0" y="62"/>
                      <a:pt x="0" y="59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1"/>
                      <a:pt x="2" y="9"/>
                      <a:pt x="4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2"/>
                      <a:pt x="11" y="0"/>
                      <a:pt x="15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0" y="0"/>
                      <a:pt x="23" y="2"/>
                      <a:pt x="23" y="5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6" y="2"/>
                      <a:pt x="39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50" y="2"/>
                      <a:pt x="50" y="5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55" y="9"/>
                      <a:pt x="55" y="9"/>
                      <a:pt x="55" y="9"/>
                    </a:cubicBezTo>
                    <a:cubicBezTo>
                      <a:pt x="57" y="9"/>
                      <a:pt x="59" y="11"/>
                      <a:pt x="59" y="13"/>
                    </a:cubicBezTo>
                    <a:lnTo>
                      <a:pt x="59" y="59"/>
                    </a:lnTo>
                    <a:close/>
                    <a:moveTo>
                      <a:pt x="15" y="33"/>
                    </a:moveTo>
                    <a:cubicBezTo>
                      <a:pt x="15" y="23"/>
                      <a:pt x="15" y="23"/>
                      <a:pt x="15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33"/>
                      <a:pt x="4" y="33"/>
                      <a:pt x="4" y="33"/>
                    </a:cubicBezTo>
                    <a:lnTo>
                      <a:pt x="15" y="33"/>
                    </a:lnTo>
                    <a:close/>
                    <a:moveTo>
                      <a:pt x="15" y="47"/>
                    </a:moveTo>
                    <a:cubicBezTo>
                      <a:pt x="15" y="35"/>
                      <a:pt x="15" y="35"/>
                      <a:pt x="15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4" y="47"/>
                      <a:pt x="4" y="47"/>
                      <a:pt x="4" y="47"/>
                    </a:cubicBezTo>
                    <a:lnTo>
                      <a:pt x="15" y="47"/>
                    </a:lnTo>
                    <a:close/>
                    <a:moveTo>
                      <a:pt x="15" y="59"/>
                    </a:moveTo>
                    <a:cubicBezTo>
                      <a:pt x="15" y="49"/>
                      <a:pt x="15" y="49"/>
                      <a:pt x="15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9"/>
                      <a:pt x="4" y="59"/>
                      <a:pt x="4" y="59"/>
                    </a:cubicBezTo>
                    <a:lnTo>
                      <a:pt x="15" y="59"/>
                    </a:lnTo>
                    <a:close/>
                    <a:moveTo>
                      <a:pt x="18" y="5"/>
                    </a:moveTo>
                    <a:cubicBezTo>
                      <a:pt x="18" y="5"/>
                      <a:pt x="18" y="4"/>
                      <a:pt x="17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4"/>
                      <a:pt x="13" y="5"/>
                      <a:pt x="13" y="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4" y="17"/>
                      <a:pt x="15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7"/>
                      <a:pt x="18" y="16"/>
                      <a:pt x="18" y="16"/>
                    </a:cubicBezTo>
                    <a:lnTo>
                      <a:pt x="18" y="5"/>
                    </a:lnTo>
                    <a:close/>
                    <a:moveTo>
                      <a:pt x="28" y="33"/>
                    </a:moveTo>
                    <a:cubicBezTo>
                      <a:pt x="28" y="23"/>
                      <a:pt x="28" y="23"/>
                      <a:pt x="28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33"/>
                      <a:pt x="17" y="33"/>
                      <a:pt x="17" y="33"/>
                    </a:cubicBezTo>
                    <a:lnTo>
                      <a:pt x="28" y="33"/>
                    </a:lnTo>
                    <a:close/>
                    <a:moveTo>
                      <a:pt x="28" y="47"/>
                    </a:moveTo>
                    <a:cubicBezTo>
                      <a:pt x="28" y="35"/>
                      <a:pt x="28" y="35"/>
                      <a:pt x="28" y="35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7" y="47"/>
                      <a:pt x="17" y="47"/>
                      <a:pt x="17" y="47"/>
                    </a:cubicBezTo>
                    <a:lnTo>
                      <a:pt x="28" y="47"/>
                    </a:lnTo>
                    <a:close/>
                    <a:moveTo>
                      <a:pt x="28" y="59"/>
                    </a:moveTo>
                    <a:cubicBezTo>
                      <a:pt x="28" y="49"/>
                      <a:pt x="28" y="49"/>
                      <a:pt x="28" y="4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59"/>
                      <a:pt x="17" y="59"/>
                      <a:pt x="17" y="59"/>
                    </a:cubicBezTo>
                    <a:lnTo>
                      <a:pt x="28" y="59"/>
                    </a:lnTo>
                    <a:close/>
                    <a:moveTo>
                      <a:pt x="42" y="33"/>
                    </a:moveTo>
                    <a:cubicBezTo>
                      <a:pt x="42" y="23"/>
                      <a:pt x="42" y="23"/>
                      <a:pt x="42" y="23"/>
                    </a:cubicBezTo>
                    <a:cubicBezTo>
                      <a:pt x="31" y="23"/>
                      <a:pt x="31" y="23"/>
                      <a:pt x="31" y="23"/>
                    </a:cubicBezTo>
                    <a:cubicBezTo>
                      <a:pt x="31" y="33"/>
                      <a:pt x="31" y="33"/>
                      <a:pt x="31" y="33"/>
                    </a:cubicBezTo>
                    <a:lnTo>
                      <a:pt x="42" y="33"/>
                    </a:lnTo>
                    <a:close/>
                    <a:moveTo>
                      <a:pt x="42" y="47"/>
                    </a:moveTo>
                    <a:cubicBezTo>
                      <a:pt x="42" y="35"/>
                      <a:pt x="42" y="35"/>
                      <a:pt x="42" y="35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47"/>
                      <a:pt x="31" y="47"/>
                      <a:pt x="31" y="47"/>
                    </a:cubicBezTo>
                    <a:lnTo>
                      <a:pt x="42" y="47"/>
                    </a:lnTo>
                    <a:close/>
                    <a:moveTo>
                      <a:pt x="42" y="59"/>
                    </a:moveTo>
                    <a:cubicBezTo>
                      <a:pt x="42" y="49"/>
                      <a:pt x="42" y="49"/>
                      <a:pt x="42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59"/>
                      <a:pt x="31" y="59"/>
                      <a:pt x="31" y="59"/>
                    </a:cubicBezTo>
                    <a:lnTo>
                      <a:pt x="42" y="59"/>
                    </a:lnTo>
                    <a:close/>
                    <a:moveTo>
                      <a:pt x="45" y="5"/>
                    </a:moveTo>
                    <a:cubicBezTo>
                      <a:pt x="45" y="5"/>
                      <a:pt x="45" y="4"/>
                      <a:pt x="44" y="4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1" y="4"/>
                      <a:pt x="41" y="5"/>
                      <a:pt x="41" y="5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1" y="16"/>
                      <a:pt x="41" y="17"/>
                      <a:pt x="42" y="17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5" y="17"/>
                      <a:pt x="45" y="16"/>
                      <a:pt x="45" y="16"/>
                    </a:cubicBezTo>
                    <a:lnTo>
                      <a:pt x="45" y="5"/>
                    </a:lnTo>
                    <a:close/>
                    <a:moveTo>
                      <a:pt x="55" y="33"/>
                    </a:moveTo>
                    <a:cubicBezTo>
                      <a:pt x="55" y="23"/>
                      <a:pt x="55" y="23"/>
                      <a:pt x="55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4" y="33"/>
                      <a:pt x="44" y="33"/>
                      <a:pt x="44" y="33"/>
                    </a:cubicBezTo>
                    <a:lnTo>
                      <a:pt x="55" y="33"/>
                    </a:lnTo>
                    <a:close/>
                    <a:moveTo>
                      <a:pt x="55" y="47"/>
                    </a:moveTo>
                    <a:cubicBezTo>
                      <a:pt x="55" y="35"/>
                      <a:pt x="55" y="35"/>
                      <a:pt x="55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47"/>
                      <a:pt x="44" y="47"/>
                      <a:pt x="44" y="47"/>
                    </a:cubicBezTo>
                    <a:lnTo>
                      <a:pt x="55" y="47"/>
                    </a:lnTo>
                    <a:close/>
                    <a:moveTo>
                      <a:pt x="55" y="59"/>
                    </a:moveTo>
                    <a:cubicBezTo>
                      <a:pt x="55" y="49"/>
                      <a:pt x="55" y="49"/>
                      <a:pt x="55" y="49"/>
                    </a:cubicBezTo>
                    <a:cubicBezTo>
                      <a:pt x="44" y="49"/>
                      <a:pt x="44" y="49"/>
                      <a:pt x="44" y="49"/>
                    </a:cubicBezTo>
                    <a:cubicBezTo>
                      <a:pt x="44" y="59"/>
                      <a:pt x="44" y="59"/>
                      <a:pt x="44" y="59"/>
                    </a:cubicBezTo>
                    <a:lnTo>
                      <a:pt x="55" y="5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endParaRPr lang="en-US" sz="1520"/>
              </a:p>
            </p:txBody>
          </p:sp>
        </p:grpSp>
      </p:grp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7f2cec5c-68b9-4fc5-84cb-b9660b255b6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802405"/>
            <a:ext cx="10845800" cy="5197425"/>
            <a:chOff x="673100" y="1802405"/>
            <a:chExt cx="10845800" cy="5197425"/>
          </a:xfrm>
        </p:grpSpPr>
        <p:sp>
          <p:nvSpPr>
            <p:cNvPr id="6" name="íšľíďé"/>
            <p:cNvSpPr/>
            <p:nvPr/>
          </p:nvSpPr>
          <p:spPr bwMode="auto">
            <a:xfrm>
              <a:off x="3782228" y="2361968"/>
              <a:ext cx="4637862" cy="4637862"/>
            </a:xfrm>
            <a:prstGeom prst="blockArc">
              <a:avLst>
                <a:gd name="adj1" fmla="val 11058826"/>
                <a:gd name="adj2" fmla="val 21364096"/>
                <a:gd name="adj3" fmla="val 7347"/>
              </a:avLst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7" name="ïṥḻiḋè"/>
            <p:cNvGrpSpPr/>
            <p:nvPr/>
          </p:nvGrpSpPr>
          <p:grpSpPr>
            <a:xfrm>
              <a:off x="4909939" y="3323958"/>
              <a:ext cx="2370534" cy="2850356"/>
              <a:chOff x="3377804" y="1778794"/>
              <a:chExt cx="2370534" cy="2850356"/>
            </a:xfrm>
          </p:grpSpPr>
          <p:sp>
            <p:nvSpPr>
              <p:cNvPr id="35" name="ïṧ1íḍé"/>
              <p:cNvSpPr/>
              <p:nvPr/>
            </p:nvSpPr>
            <p:spPr bwMode="auto">
              <a:xfrm>
                <a:off x="3377804" y="1778794"/>
                <a:ext cx="2370534" cy="2370535"/>
              </a:xfrm>
              <a:custGeom>
                <a:avLst/>
                <a:gdLst>
                  <a:gd name="T0" fmla="*/ 556 w 1252"/>
                  <a:gd name="T1" fmla="*/ 1248 h 1252"/>
                  <a:gd name="T2" fmla="*/ 375 w 1252"/>
                  <a:gd name="T3" fmla="*/ 1200 h 1252"/>
                  <a:gd name="T4" fmla="*/ 255 w 1252"/>
                  <a:gd name="T5" fmla="*/ 1130 h 1252"/>
                  <a:gd name="T6" fmla="*/ 122 w 1252"/>
                  <a:gd name="T7" fmla="*/ 998 h 1252"/>
                  <a:gd name="T8" fmla="*/ 52 w 1252"/>
                  <a:gd name="T9" fmla="*/ 877 h 1252"/>
                  <a:gd name="T10" fmla="*/ 4 w 1252"/>
                  <a:gd name="T11" fmla="*/ 696 h 1252"/>
                  <a:gd name="T12" fmla="*/ 4 w 1252"/>
                  <a:gd name="T13" fmla="*/ 560 h 1252"/>
                  <a:gd name="T14" fmla="*/ 137 w 1252"/>
                  <a:gd name="T15" fmla="*/ 458 h 1252"/>
                  <a:gd name="T16" fmla="*/ 120 w 1252"/>
                  <a:gd name="T17" fmla="*/ 257 h 1252"/>
                  <a:gd name="T18" fmla="*/ 287 w 1252"/>
                  <a:gd name="T19" fmla="*/ 236 h 1252"/>
                  <a:gd name="T20" fmla="*/ 372 w 1252"/>
                  <a:gd name="T21" fmla="*/ 54 h 1252"/>
                  <a:gd name="T22" fmla="*/ 528 w 1252"/>
                  <a:gd name="T23" fmla="*/ 119 h 1252"/>
                  <a:gd name="T24" fmla="*/ 626 w 1252"/>
                  <a:gd name="T25" fmla="*/ 0 h 1252"/>
                  <a:gd name="T26" fmla="*/ 724 w 1252"/>
                  <a:gd name="T27" fmla="*/ 119 h 1252"/>
                  <a:gd name="T28" fmla="*/ 879 w 1252"/>
                  <a:gd name="T29" fmla="*/ 54 h 1252"/>
                  <a:gd name="T30" fmla="*/ 965 w 1252"/>
                  <a:gd name="T31" fmla="*/ 236 h 1252"/>
                  <a:gd name="T32" fmla="*/ 1132 w 1252"/>
                  <a:gd name="T33" fmla="*/ 257 h 1252"/>
                  <a:gd name="T34" fmla="*/ 1115 w 1252"/>
                  <a:gd name="T35" fmla="*/ 458 h 1252"/>
                  <a:gd name="T36" fmla="*/ 1248 w 1252"/>
                  <a:gd name="T37" fmla="*/ 560 h 1252"/>
                  <a:gd name="T38" fmla="*/ 1248 w 1252"/>
                  <a:gd name="T39" fmla="*/ 696 h 1252"/>
                  <a:gd name="T40" fmla="*/ 1200 w 1252"/>
                  <a:gd name="T41" fmla="*/ 877 h 1252"/>
                  <a:gd name="T42" fmla="*/ 1130 w 1252"/>
                  <a:gd name="T43" fmla="*/ 998 h 1252"/>
                  <a:gd name="T44" fmla="*/ 997 w 1252"/>
                  <a:gd name="T45" fmla="*/ 1130 h 1252"/>
                  <a:gd name="T46" fmla="*/ 877 w 1252"/>
                  <a:gd name="T47" fmla="*/ 1200 h 1252"/>
                  <a:gd name="T48" fmla="*/ 696 w 1252"/>
                  <a:gd name="T49" fmla="*/ 1248 h 1252"/>
                  <a:gd name="T50" fmla="*/ 563 w 1252"/>
                  <a:gd name="T51" fmla="*/ 1241 h 1252"/>
                  <a:gd name="T52" fmla="*/ 717 w 1252"/>
                  <a:gd name="T53" fmla="*/ 1126 h 1252"/>
                  <a:gd name="T54" fmla="*/ 797 w 1252"/>
                  <a:gd name="T55" fmla="*/ 1105 h 1252"/>
                  <a:gd name="T56" fmla="*/ 955 w 1252"/>
                  <a:gd name="T57" fmla="*/ 1014 h 1252"/>
                  <a:gd name="T58" fmla="*/ 1013 w 1252"/>
                  <a:gd name="T59" fmla="*/ 955 h 1252"/>
                  <a:gd name="T60" fmla="*/ 1105 w 1252"/>
                  <a:gd name="T61" fmla="*/ 797 h 1252"/>
                  <a:gd name="T62" fmla="*/ 1126 w 1252"/>
                  <a:gd name="T63" fmla="*/ 718 h 1252"/>
                  <a:gd name="T64" fmla="*/ 1240 w 1252"/>
                  <a:gd name="T65" fmla="*/ 563 h 1252"/>
                  <a:gd name="T66" fmla="*/ 1106 w 1252"/>
                  <a:gd name="T67" fmla="*/ 458 h 1252"/>
                  <a:gd name="T68" fmla="*/ 1127 w 1252"/>
                  <a:gd name="T69" fmla="*/ 265 h 1252"/>
                  <a:gd name="T70" fmla="*/ 957 w 1252"/>
                  <a:gd name="T71" fmla="*/ 241 h 1252"/>
                  <a:gd name="T72" fmla="*/ 879 w 1252"/>
                  <a:gd name="T73" fmla="*/ 63 h 1252"/>
                  <a:gd name="T74" fmla="*/ 720 w 1252"/>
                  <a:gd name="T75" fmla="*/ 127 h 1252"/>
                  <a:gd name="T76" fmla="*/ 626 w 1252"/>
                  <a:gd name="T77" fmla="*/ 9 h 1252"/>
                  <a:gd name="T78" fmla="*/ 532 w 1252"/>
                  <a:gd name="T79" fmla="*/ 127 h 1252"/>
                  <a:gd name="T80" fmla="*/ 373 w 1252"/>
                  <a:gd name="T81" fmla="*/ 63 h 1252"/>
                  <a:gd name="T82" fmla="*/ 295 w 1252"/>
                  <a:gd name="T83" fmla="*/ 241 h 1252"/>
                  <a:gd name="T84" fmla="*/ 125 w 1252"/>
                  <a:gd name="T85" fmla="*/ 265 h 1252"/>
                  <a:gd name="T86" fmla="*/ 146 w 1252"/>
                  <a:gd name="T87" fmla="*/ 458 h 1252"/>
                  <a:gd name="T88" fmla="*/ 12 w 1252"/>
                  <a:gd name="T89" fmla="*/ 563 h 1252"/>
                  <a:gd name="T90" fmla="*/ 126 w 1252"/>
                  <a:gd name="T91" fmla="*/ 718 h 1252"/>
                  <a:gd name="T92" fmla="*/ 147 w 1252"/>
                  <a:gd name="T93" fmla="*/ 797 h 1252"/>
                  <a:gd name="T94" fmla="*/ 239 w 1252"/>
                  <a:gd name="T95" fmla="*/ 955 h 1252"/>
                  <a:gd name="T96" fmla="*/ 297 w 1252"/>
                  <a:gd name="T97" fmla="*/ 1014 h 1252"/>
                  <a:gd name="T98" fmla="*/ 455 w 1252"/>
                  <a:gd name="T99" fmla="*/ 1105 h 1252"/>
                  <a:gd name="T100" fmla="*/ 535 w 1252"/>
                  <a:gd name="T101" fmla="*/ 1126 h 1252"/>
                  <a:gd name="T102" fmla="*/ 288 w 1252"/>
                  <a:gd name="T103" fmla="*/ 964 h 1252"/>
                  <a:gd name="T104" fmla="*/ 626 w 1252"/>
                  <a:gd name="T105" fmla="*/ 148 h 1252"/>
                  <a:gd name="T106" fmla="*/ 964 w 1252"/>
                  <a:gd name="T107" fmla="*/ 964 h 1252"/>
                  <a:gd name="T108" fmla="*/ 157 w 1252"/>
                  <a:gd name="T109" fmla="*/ 626 h 1252"/>
                  <a:gd name="T110" fmla="*/ 626 w 1252"/>
                  <a:gd name="T111" fmla="*/ 157 h 1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252" h="1252">
                    <a:moveTo>
                      <a:pt x="626" y="1252"/>
                    </a:moveTo>
                    <a:cubicBezTo>
                      <a:pt x="604" y="1252"/>
                      <a:pt x="581" y="1251"/>
                      <a:pt x="559" y="1249"/>
                    </a:cubicBezTo>
                    <a:cubicBezTo>
                      <a:pt x="556" y="1248"/>
                      <a:pt x="556" y="1248"/>
                      <a:pt x="556" y="1248"/>
                    </a:cubicBezTo>
                    <a:cubicBezTo>
                      <a:pt x="528" y="1134"/>
                      <a:pt x="528" y="1134"/>
                      <a:pt x="528" y="1134"/>
                    </a:cubicBezTo>
                    <a:cubicBezTo>
                      <a:pt x="504" y="1129"/>
                      <a:pt x="480" y="1123"/>
                      <a:pt x="458" y="1115"/>
                    </a:cubicBezTo>
                    <a:cubicBezTo>
                      <a:pt x="375" y="1200"/>
                      <a:pt x="375" y="1200"/>
                      <a:pt x="375" y="1200"/>
                    </a:cubicBezTo>
                    <a:cubicBezTo>
                      <a:pt x="372" y="1199"/>
                      <a:pt x="372" y="1199"/>
                      <a:pt x="372" y="1199"/>
                    </a:cubicBezTo>
                    <a:cubicBezTo>
                      <a:pt x="332" y="1181"/>
                      <a:pt x="293" y="1158"/>
                      <a:pt x="257" y="1132"/>
                    </a:cubicBezTo>
                    <a:cubicBezTo>
                      <a:pt x="255" y="1130"/>
                      <a:pt x="255" y="1130"/>
                      <a:pt x="255" y="1130"/>
                    </a:cubicBezTo>
                    <a:cubicBezTo>
                      <a:pt x="287" y="1016"/>
                      <a:pt x="287" y="1016"/>
                      <a:pt x="287" y="1016"/>
                    </a:cubicBezTo>
                    <a:cubicBezTo>
                      <a:pt x="269" y="1001"/>
                      <a:pt x="252" y="983"/>
                      <a:pt x="236" y="965"/>
                    </a:cubicBezTo>
                    <a:cubicBezTo>
                      <a:pt x="122" y="998"/>
                      <a:pt x="122" y="998"/>
                      <a:pt x="122" y="998"/>
                    </a:cubicBezTo>
                    <a:cubicBezTo>
                      <a:pt x="120" y="995"/>
                      <a:pt x="120" y="995"/>
                      <a:pt x="120" y="995"/>
                    </a:cubicBezTo>
                    <a:cubicBezTo>
                      <a:pt x="94" y="959"/>
                      <a:pt x="72" y="921"/>
                      <a:pt x="54" y="880"/>
                    </a:cubicBezTo>
                    <a:cubicBezTo>
                      <a:pt x="52" y="877"/>
                      <a:pt x="52" y="877"/>
                      <a:pt x="52" y="877"/>
                    </a:cubicBezTo>
                    <a:cubicBezTo>
                      <a:pt x="137" y="795"/>
                      <a:pt x="137" y="795"/>
                      <a:pt x="137" y="795"/>
                    </a:cubicBezTo>
                    <a:cubicBezTo>
                      <a:pt x="130" y="772"/>
                      <a:pt x="123" y="748"/>
                      <a:pt x="119" y="725"/>
                    </a:cubicBezTo>
                    <a:cubicBezTo>
                      <a:pt x="4" y="696"/>
                      <a:pt x="4" y="696"/>
                      <a:pt x="4" y="696"/>
                    </a:cubicBezTo>
                    <a:cubicBezTo>
                      <a:pt x="4" y="693"/>
                      <a:pt x="4" y="693"/>
                      <a:pt x="4" y="693"/>
                    </a:cubicBezTo>
                    <a:cubicBezTo>
                      <a:pt x="1" y="671"/>
                      <a:pt x="0" y="648"/>
                      <a:pt x="0" y="626"/>
                    </a:cubicBezTo>
                    <a:cubicBezTo>
                      <a:pt x="0" y="604"/>
                      <a:pt x="1" y="582"/>
                      <a:pt x="4" y="560"/>
                    </a:cubicBezTo>
                    <a:cubicBezTo>
                      <a:pt x="4" y="557"/>
                      <a:pt x="4" y="557"/>
                      <a:pt x="4" y="557"/>
                    </a:cubicBezTo>
                    <a:cubicBezTo>
                      <a:pt x="119" y="528"/>
                      <a:pt x="119" y="528"/>
                      <a:pt x="119" y="528"/>
                    </a:cubicBezTo>
                    <a:cubicBezTo>
                      <a:pt x="123" y="504"/>
                      <a:pt x="130" y="481"/>
                      <a:pt x="137" y="458"/>
                    </a:cubicBezTo>
                    <a:cubicBezTo>
                      <a:pt x="52" y="376"/>
                      <a:pt x="52" y="376"/>
                      <a:pt x="52" y="376"/>
                    </a:cubicBezTo>
                    <a:cubicBezTo>
                      <a:pt x="54" y="373"/>
                      <a:pt x="54" y="373"/>
                      <a:pt x="54" y="373"/>
                    </a:cubicBezTo>
                    <a:cubicBezTo>
                      <a:pt x="72" y="332"/>
                      <a:pt x="94" y="293"/>
                      <a:pt x="120" y="257"/>
                    </a:cubicBezTo>
                    <a:cubicBezTo>
                      <a:pt x="122" y="255"/>
                      <a:pt x="122" y="255"/>
                      <a:pt x="122" y="255"/>
                    </a:cubicBezTo>
                    <a:cubicBezTo>
                      <a:pt x="236" y="287"/>
                      <a:pt x="236" y="287"/>
                      <a:pt x="236" y="287"/>
                    </a:cubicBezTo>
                    <a:cubicBezTo>
                      <a:pt x="252" y="269"/>
                      <a:pt x="269" y="252"/>
                      <a:pt x="287" y="236"/>
                    </a:cubicBezTo>
                    <a:cubicBezTo>
                      <a:pt x="255" y="122"/>
                      <a:pt x="255" y="122"/>
                      <a:pt x="255" y="122"/>
                    </a:cubicBezTo>
                    <a:cubicBezTo>
                      <a:pt x="257" y="121"/>
                      <a:pt x="257" y="121"/>
                      <a:pt x="257" y="121"/>
                    </a:cubicBezTo>
                    <a:cubicBezTo>
                      <a:pt x="293" y="94"/>
                      <a:pt x="332" y="72"/>
                      <a:pt x="372" y="54"/>
                    </a:cubicBezTo>
                    <a:cubicBezTo>
                      <a:pt x="375" y="53"/>
                      <a:pt x="375" y="53"/>
                      <a:pt x="375" y="53"/>
                    </a:cubicBezTo>
                    <a:cubicBezTo>
                      <a:pt x="458" y="138"/>
                      <a:pt x="458" y="138"/>
                      <a:pt x="458" y="138"/>
                    </a:cubicBezTo>
                    <a:cubicBezTo>
                      <a:pt x="480" y="130"/>
                      <a:pt x="504" y="123"/>
                      <a:pt x="528" y="119"/>
                    </a:cubicBezTo>
                    <a:cubicBezTo>
                      <a:pt x="556" y="4"/>
                      <a:pt x="556" y="4"/>
                      <a:pt x="556" y="4"/>
                    </a:cubicBezTo>
                    <a:cubicBezTo>
                      <a:pt x="559" y="4"/>
                      <a:pt x="559" y="4"/>
                      <a:pt x="559" y="4"/>
                    </a:cubicBezTo>
                    <a:cubicBezTo>
                      <a:pt x="581" y="2"/>
                      <a:pt x="604" y="0"/>
                      <a:pt x="626" y="0"/>
                    </a:cubicBezTo>
                    <a:cubicBezTo>
                      <a:pt x="648" y="0"/>
                      <a:pt x="671" y="2"/>
                      <a:pt x="693" y="4"/>
                    </a:cubicBezTo>
                    <a:cubicBezTo>
                      <a:pt x="696" y="4"/>
                      <a:pt x="696" y="4"/>
                      <a:pt x="696" y="4"/>
                    </a:cubicBezTo>
                    <a:cubicBezTo>
                      <a:pt x="724" y="119"/>
                      <a:pt x="724" y="119"/>
                      <a:pt x="724" y="119"/>
                    </a:cubicBezTo>
                    <a:cubicBezTo>
                      <a:pt x="748" y="123"/>
                      <a:pt x="772" y="130"/>
                      <a:pt x="794" y="138"/>
                    </a:cubicBezTo>
                    <a:cubicBezTo>
                      <a:pt x="877" y="53"/>
                      <a:pt x="877" y="53"/>
                      <a:pt x="877" y="53"/>
                    </a:cubicBezTo>
                    <a:cubicBezTo>
                      <a:pt x="879" y="54"/>
                      <a:pt x="879" y="54"/>
                      <a:pt x="879" y="54"/>
                    </a:cubicBezTo>
                    <a:cubicBezTo>
                      <a:pt x="920" y="72"/>
                      <a:pt x="959" y="94"/>
                      <a:pt x="995" y="121"/>
                    </a:cubicBezTo>
                    <a:cubicBezTo>
                      <a:pt x="997" y="122"/>
                      <a:pt x="997" y="122"/>
                      <a:pt x="997" y="122"/>
                    </a:cubicBezTo>
                    <a:cubicBezTo>
                      <a:pt x="965" y="236"/>
                      <a:pt x="965" y="236"/>
                      <a:pt x="965" y="236"/>
                    </a:cubicBezTo>
                    <a:cubicBezTo>
                      <a:pt x="983" y="252"/>
                      <a:pt x="1000" y="269"/>
                      <a:pt x="1016" y="287"/>
                    </a:cubicBezTo>
                    <a:cubicBezTo>
                      <a:pt x="1130" y="255"/>
                      <a:pt x="1130" y="255"/>
                      <a:pt x="1130" y="255"/>
                    </a:cubicBezTo>
                    <a:cubicBezTo>
                      <a:pt x="1132" y="257"/>
                      <a:pt x="1132" y="257"/>
                      <a:pt x="1132" y="257"/>
                    </a:cubicBezTo>
                    <a:cubicBezTo>
                      <a:pt x="1158" y="293"/>
                      <a:pt x="1180" y="332"/>
                      <a:pt x="1198" y="373"/>
                    </a:cubicBezTo>
                    <a:cubicBezTo>
                      <a:pt x="1200" y="376"/>
                      <a:pt x="1200" y="376"/>
                      <a:pt x="1200" y="376"/>
                    </a:cubicBezTo>
                    <a:cubicBezTo>
                      <a:pt x="1115" y="458"/>
                      <a:pt x="1115" y="458"/>
                      <a:pt x="1115" y="458"/>
                    </a:cubicBezTo>
                    <a:cubicBezTo>
                      <a:pt x="1123" y="481"/>
                      <a:pt x="1129" y="504"/>
                      <a:pt x="1133" y="528"/>
                    </a:cubicBezTo>
                    <a:cubicBezTo>
                      <a:pt x="1248" y="557"/>
                      <a:pt x="1248" y="557"/>
                      <a:pt x="1248" y="557"/>
                    </a:cubicBezTo>
                    <a:cubicBezTo>
                      <a:pt x="1248" y="560"/>
                      <a:pt x="1248" y="560"/>
                      <a:pt x="1248" y="560"/>
                    </a:cubicBezTo>
                    <a:cubicBezTo>
                      <a:pt x="1251" y="582"/>
                      <a:pt x="1252" y="604"/>
                      <a:pt x="1252" y="626"/>
                    </a:cubicBezTo>
                    <a:cubicBezTo>
                      <a:pt x="1252" y="649"/>
                      <a:pt x="1251" y="671"/>
                      <a:pt x="1248" y="693"/>
                    </a:cubicBezTo>
                    <a:cubicBezTo>
                      <a:pt x="1248" y="696"/>
                      <a:pt x="1248" y="696"/>
                      <a:pt x="1248" y="696"/>
                    </a:cubicBezTo>
                    <a:cubicBezTo>
                      <a:pt x="1133" y="725"/>
                      <a:pt x="1133" y="725"/>
                      <a:pt x="1133" y="725"/>
                    </a:cubicBezTo>
                    <a:cubicBezTo>
                      <a:pt x="1129" y="748"/>
                      <a:pt x="1122" y="772"/>
                      <a:pt x="1115" y="795"/>
                    </a:cubicBezTo>
                    <a:cubicBezTo>
                      <a:pt x="1200" y="877"/>
                      <a:pt x="1200" y="877"/>
                      <a:pt x="1200" y="877"/>
                    </a:cubicBezTo>
                    <a:cubicBezTo>
                      <a:pt x="1198" y="880"/>
                      <a:pt x="1198" y="880"/>
                      <a:pt x="1198" y="880"/>
                    </a:cubicBezTo>
                    <a:cubicBezTo>
                      <a:pt x="1180" y="920"/>
                      <a:pt x="1158" y="959"/>
                      <a:pt x="1132" y="995"/>
                    </a:cubicBezTo>
                    <a:cubicBezTo>
                      <a:pt x="1130" y="998"/>
                      <a:pt x="1130" y="998"/>
                      <a:pt x="1130" y="998"/>
                    </a:cubicBezTo>
                    <a:cubicBezTo>
                      <a:pt x="1016" y="965"/>
                      <a:pt x="1016" y="965"/>
                      <a:pt x="1016" y="965"/>
                    </a:cubicBezTo>
                    <a:cubicBezTo>
                      <a:pt x="1000" y="983"/>
                      <a:pt x="983" y="1001"/>
                      <a:pt x="965" y="1016"/>
                    </a:cubicBezTo>
                    <a:cubicBezTo>
                      <a:pt x="997" y="1130"/>
                      <a:pt x="997" y="1130"/>
                      <a:pt x="997" y="1130"/>
                    </a:cubicBezTo>
                    <a:cubicBezTo>
                      <a:pt x="995" y="1132"/>
                      <a:pt x="995" y="1132"/>
                      <a:pt x="995" y="1132"/>
                    </a:cubicBezTo>
                    <a:cubicBezTo>
                      <a:pt x="959" y="1158"/>
                      <a:pt x="920" y="1181"/>
                      <a:pt x="879" y="1199"/>
                    </a:cubicBezTo>
                    <a:cubicBezTo>
                      <a:pt x="877" y="1200"/>
                      <a:pt x="877" y="1200"/>
                      <a:pt x="877" y="1200"/>
                    </a:cubicBezTo>
                    <a:cubicBezTo>
                      <a:pt x="794" y="1115"/>
                      <a:pt x="794" y="1115"/>
                      <a:pt x="794" y="1115"/>
                    </a:cubicBezTo>
                    <a:cubicBezTo>
                      <a:pt x="772" y="1123"/>
                      <a:pt x="748" y="1129"/>
                      <a:pt x="724" y="1134"/>
                    </a:cubicBezTo>
                    <a:cubicBezTo>
                      <a:pt x="696" y="1248"/>
                      <a:pt x="696" y="1248"/>
                      <a:pt x="696" y="1248"/>
                    </a:cubicBezTo>
                    <a:cubicBezTo>
                      <a:pt x="693" y="1249"/>
                      <a:pt x="693" y="1249"/>
                      <a:pt x="693" y="1249"/>
                    </a:cubicBezTo>
                    <a:cubicBezTo>
                      <a:pt x="671" y="1251"/>
                      <a:pt x="648" y="1252"/>
                      <a:pt x="626" y="1252"/>
                    </a:cubicBezTo>
                    <a:close/>
                    <a:moveTo>
                      <a:pt x="563" y="1241"/>
                    </a:moveTo>
                    <a:cubicBezTo>
                      <a:pt x="584" y="1243"/>
                      <a:pt x="605" y="1244"/>
                      <a:pt x="626" y="1244"/>
                    </a:cubicBezTo>
                    <a:cubicBezTo>
                      <a:pt x="647" y="1244"/>
                      <a:pt x="668" y="1243"/>
                      <a:pt x="689" y="1241"/>
                    </a:cubicBezTo>
                    <a:cubicBezTo>
                      <a:pt x="717" y="1126"/>
                      <a:pt x="717" y="1126"/>
                      <a:pt x="717" y="1126"/>
                    </a:cubicBezTo>
                    <a:cubicBezTo>
                      <a:pt x="720" y="1126"/>
                      <a:pt x="720" y="1126"/>
                      <a:pt x="720" y="1126"/>
                    </a:cubicBezTo>
                    <a:cubicBezTo>
                      <a:pt x="745" y="1121"/>
                      <a:pt x="770" y="1114"/>
                      <a:pt x="794" y="1106"/>
                    </a:cubicBezTo>
                    <a:cubicBezTo>
                      <a:pt x="797" y="1105"/>
                      <a:pt x="797" y="1105"/>
                      <a:pt x="797" y="1105"/>
                    </a:cubicBezTo>
                    <a:cubicBezTo>
                      <a:pt x="879" y="1190"/>
                      <a:pt x="879" y="1190"/>
                      <a:pt x="879" y="1190"/>
                    </a:cubicBezTo>
                    <a:cubicBezTo>
                      <a:pt x="917" y="1173"/>
                      <a:pt x="953" y="1151"/>
                      <a:pt x="988" y="1127"/>
                    </a:cubicBezTo>
                    <a:cubicBezTo>
                      <a:pt x="955" y="1014"/>
                      <a:pt x="955" y="1014"/>
                      <a:pt x="955" y="1014"/>
                    </a:cubicBezTo>
                    <a:cubicBezTo>
                      <a:pt x="957" y="1012"/>
                      <a:pt x="957" y="1012"/>
                      <a:pt x="957" y="1012"/>
                    </a:cubicBezTo>
                    <a:cubicBezTo>
                      <a:pt x="977" y="995"/>
                      <a:pt x="995" y="977"/>
                      <a:pt x="1011" y="958"/>
                    </a:cubicBezTo>
                    <a:cubicBezTo>
                      <a:pt x="1013" y="955"/>
                      <a:pt x="1013" y="955"/>
                      <a:pt x="1013" y="955"/>
                    </a:cubicBezTo>
                    <a:cubicBezTo>
                      <a:pt x="1127" y="988"/>
                      <a:pt x="1127" y="988"/>
                      <a:pt x="1127" y="988"/>
                    </a:cubicBezTo>
                    <a:cubicBezTo>
                      <a:pt x="1151" y="954"/>
                      <a:pt x="1172" y="917"/>
                      <a:pt x="1189" y="879"/>
                    </a:cubicBezTo>
                    <a:cubicBezTo>
                      <a:pt x="1105" y="797"/>
                      <a:pt x="1105" y="797"/>
                      <a:pt x="1105" y="797"/>
                    </a:cubicBezTo>
                    <a:cubicBezTo>
                      <a:pt x="1106" y="795"/>
                      <a:pt x="1106" y="795"/>
                      <a:pt x="1106" y="795"/>
                    </a:cubicBezTo>
                    <a:cubicBezTo>
                      <a:pt x="1114" y="771"/>
                      <a:pt x="1121" y="746"/>
                      <a:pt x="1125" y="720"/>
                    </a:cubicBezTo>
                    <a:cubicBezTo>
                      <a:pt x="1126" y="718"/>
                      <a:pt x="1126" y="718"/>
                      <a:pt x="1126" y="718"/>
                    </a:cubicBezTo>
                    <a:cubicBezTo>
                      <a:pt x="1240" y="689"/>
                      <a:pt x="1240" y="689"/>
                      <a:pt x="1240" y="689"/>
                    </a:cubicBezTo>
                    <a:cubicBezTo>
                      <a:pt x="1242" y="668"/>
                      <a:pt x="1243" y="647"/>
                      <a:pt x="1243" y="626"/>
                    </a:cubicBezTo>
                    <a:cubicBezTo>
                      <a:pt x="1243" y="605"/>
                      <a:pt x="1242" y="584"/>
                      <a:pt x="1240" y="563"/>
                    </a:cubicBezTo>
                    <a:cubicBezTo>
                      <a:pt x="1126" y="535"/>
                      <a:pt x="1126" y="535"/>
                      <a:pt x="1126" y="535"/>
                    </a:cubicBezTo>
                    <a:cubicBezTo>
                      <a:pt x="1125" y="532"/>
                      <a:pt x="1125" y="532"/>
                      <a:pt x="1125" y="532"/>
                    </a:cubicBezTo>
                    <a:cubicBezTo>
                      <a:pt x="1121" y="507"/>
                      <a:pt x="1114" y="482"/>
                      <a:pt x="1106" y="458"/>
                    </a:cubicBezTo>
                    <a:cubicBezTo>
                      <a:pt x="1105" y="455"/>
                      <a:pt x="1105" y="455"/>
                      <a:pt x="1105" y="455"/>
                    </a:cubicBezTo>
                    <a:cubicBezTo>
                      <a:pt x="1189" y="374"/>
                      <a:pt x="1189" y="374"/>
                      <a:pt x="1189" y="374"/>
                    </a:cubicBezTo>
                    <a:cubicBezTo>
                      <a:pt x="1172" y="335"/>
                      <a:pt x="1151" y="299"/>
                      <a:pt x="1127" y="265"/>
                    </a:cubicBezTo>
                    <a:cubicBezTo>
                      <a:pt x="1013" y="297"/>
                      <a:pt x="1013" y="297"/>
                      <a:pt x="1013" y="297"/>
                    </a:cubicBezTo>
                    <a:cubicBezTo>
                      <a:pt x="1011" y="295"/>
                      <a:pt x="1011" y="295"/>
                      <a:pt x="1011" y="295"/>
                    </a:cubicBezTo>
                    <a:cubicBezTo>
                      <a:pt x="995" y="276"/>
                      <a:pt x="977" y="257"/>
                      <a:pt x="957" y="241"/>
                    </a:cubicBezTo>
                    <a:cubicBezTo>
                      <a:pt x="955" y="239"/>
                      <a:pt x="955" y="239"/>
                      <a:pt x="955" y="239"/>
                    </a:cubicBezTo>
                    <a:cubicBezTo>
                      <a:pt x="988" y="126"/>
                      <a:pt x="988" y="126"/>
                      <a:pt x="988" y="126"/>
                    </a:cubicBezTo>
                    <a:cubicBezTo>
                      <a:pt x="953" y="101"/>
                      <a:pt x="917" y="80"/>
                      <a:pt x="879" y="63"/>
                    </a:cubicBezTo>
                    <a:cubicBezTo>
                      <a:pt x="797" y="148"/>
                      <a:pt x="797" y="148"/>
                      <a:pt x="797" y="148"/>
                    </a:cubicBezTo>
                    <a:cubicBezTo>
                      <a:pt x="794" y="147"/>
                      <a:pt x="794" y="147"/>
                      <a:pt x="794" y="147"/>
                    </a:cubicBezTo>
                    <a:cubicBezTo>
                      <a:pt x="770" y="138"/>
                      <a:pt x="745" y="131"/>
                      <a:pt x="720" y="127"/>
                    </a:cubicBezTo>
                    <a:cubicBezTo>
                      <a:pt x="717" y="126"/>
                      <a:pt x="717" y="126"/>
                      <a:pt x="717" y="126"/>
                    </a:cubicBezTo>
                    <a:cubicBezTo>
                      <a:pt x="689" y="12"/>
                      <a:pt x="689" y="12"/>
                      <a:pt x="689" y="12"/>
                    </a:cubicBezTo>
                    <a:cubicBezTo>
                      <a:pt x="668" y="10"/>
                      <a:pt x="647" y="9"/>
                      <a:pt x="626" y="9"/>
                    </a:cubicBezTo>
                    <a:cubicBezTo>
                      <a:pt x="605" y="9"/>
                      <a:pt x="584" y="10"/>
                      <a:pt x="563" y="12"/>
                    </a:cubicBezTo>
                    <a:cubicBezTo>
                      <a:pt x="535" y="126"/>
                      <a:pt x="535" y="126"/>
                      <a:pt x="535" y="126"/>
                    </a:cubicBezTo>
                    <a:cubicBezTo>
                      <a:pt x="532" y="127"/>
                      <a:pt x="532" y="127"/>
                      <a:pt x="532" y="127"/>
                    </a:cubicBezTo>
                    <a:cubicBezTo>
                      <a:pt x="507" y="131"/>
                      <a:pt x="482" y="138"/>
                      <a:pt x="458" y="147"/>
                    </a:cubicBezTo>
                    <a:cubicBezTo>
                      <a:pt x="455" y="148"/>
                      <a:pt x="455" y="148"/>
                      <a:pt x="455" y="148"/>
                    </a:cubicBezTo>
                    <a:cubicBezTo>
                      <a:pt x="373" y="63"/>
                      <a:pt x="373" y="63"/>
                      <a:pt x="373" y="63"/>
                    </a:cubicBezTo>
                    <a:cubicBezTo>
                      <a:pt x="335" y="80"/>
                      <a:pt x="298" y="101"/>
                      <a:pt x="264" y="126"/>
                    </a:cubicBezTo>
                    <a:cubicBezTo>
                      <a:pt x="297" y="239"/>
                      <a:pt x="297" y="239"/>
                      <a:pt x="297" y="239"/>
                    </a:cubicBezTo>
                    <a:cubicBezTo>
                      <a:pt x="295" y="241"/>
                      <a:pt x="295" y="241"/>
                      <a:pt x="295" y="241"/>
                    </a:cubicBezTo>
                    <a:cubicBezTo>
                      <a:pt x="275" y="257"/>
                      <a:pt x="257" y="276"/>
                      <a:pt x="241" y="295"/>
                    </a:cubicBezTo>
                    <a:cubicBezTo>
                      <a:pt x="239" y="297"/>
                      <a:pt x="239" y="297"/>
                      <a:pt x="239" y="297"/>
                    </a:cubicBezTo>
                    <a:cubicBezTo>
                      <a:pt x="125" y="265"/>
                      <a:pt x="125" y="265"/>
                      <a:pt x="125" y="265"/>
                    </a:cubicBezTo>
                    <a:cubicBezTo>
                      <a:pt x="101" y="299"/>
                      <a:pt x="80" y="335"/>
                      <a:pt x="63" y="374"/>
                    </a:cubicBezTo>
                    <a:cubicBezTo>
                      <a:pt x="147" y="455"/>
                      <a:pt x="147" y="455"/>
                      <a:pt x="147" y="455"/>
                    </a:cubicBezTo>
                    <a:cubicBezTo>
                      <a:pt x="146" y="458"/>
                      <a:pt x="146" y="458"/>
                      <a:pt x="146" y="458"/>
                    </a:cubicBezTo>
                    <a:cubicBezTo>
                      <a:pt x="138" y="482"/>
                      <a:pt x="131" y="507"/>
                      <a:pt x="127" y="532"/>
                    </a:cubicBezTo>
                    <a:cubicBezTo>
                      <a:pt x="126" y="535"/>
                      <a:pt x="126" y="535"/>
                      <a:pt x="126" y="535"/>
                    </a:cubicBezTo>
                    <a:cubicBezTo>
                      <a:pt x="12" y="563"/>
                      <a:pt x="12" y="563"/>
                      <a:pt x="12" y="563"/>
                    </a:cubicBezTo>
                    <a:cubicBezTo>
                      <a:pt x="10" y="584"/>
                      <a:pt x="9" y="606"/>
                      <a:pt x="9" y="626"/>
                    </a:cubicBezTo>
                    <a:cubicBezTo>
                      <a:pt x="9" y="647"/>
                      <a:pt x="10" y="668"/>
                      <a:pt x="12" y="689"/>
                    </a:cubicBezTo>
                    <a:cubicBezTo>
                      <a:pt x="126" y="718"/>
                      <a:pt x="126" y="718"/>
                      <a:pt x="126" y="718"/>
                    </a:cubicBezTo>
                    <a:cubicBezTo>
                      <a:pt x="127" y="720"/>
                      <a:pt x="127" y="720"/>
                      <a:pt x="127" y="720"/>
                    </a:cubicBezTo>
                    <a:cubicBezTo>
                      <a:pt x="131" y="746"/>
                      <a:pt x="138" y="771"/>
                      <a:pt x="146" y="795"/>
                    </a:cubicBezTo>
                    <a:cubicBezTo>
                      <a:pt x="147" y="797"/>
                      <a:pt x="147" y="797"/>
                      <a:pt x="147" y="797"/>
                    </a:cubicBezTo>
                    <a:cubicBezTo>
                      <a:pt x="63" y="879"/>
                      <a:pt x="63" y="879"/>
                      <a:pt x="63" y="879"/>
                    </a:cubicBezTo>
                    <a:cubicBezTo>
                      <a:pt x="80" y="917"/>
                      <a:pt x="101" y="954"/>
                      <a:pt x="125" y="988"/>
                    </a:cubicBezTo>
                    <a:cubicBezTo>
                      <a:pt x="239" y="955"/>
                      <a:pt x="239" y="955"/>
                      <a:pt x="239" y="955"/>
                    </a:cubicBezTo>
                    <a:cubicBezTo>
                      <a:pt x="241" y="958"/>
                      <a:pt x="241" y="958"/>
                      <a:pt x="241" y="958"/>
                    </a:cubicBezTo>
                    <a:cubicBezTo>
                      <a:pt x="257" y="977"/>
                      <a:pt x="275" y="995"/>
                      <a:pt x="295" y="1012"/>
                    </a:cubicBezTo>
                    <a:cubicBezTo>
                      <a:pt x="297" y="1014"/>
                      <a:pt x="297" y="1014"/>
                      <a:pt x="297" y="1014"/>
                    </a:cubicBezTo>
                    <a:cubicBezTo>
                      <a:pt x="264" y="1127"/>
                      <a:pt x="264" y="1127"/>
                      <a:pt x="264" y="1127"/>
                    </a:cubicBezTo>
                    <a:cubicBezTo>
                      <a:pt x="298" y="1151"/>
                      <a:pt x="335" y="1173"/>
                      <a:pt x="373" y="1190"/>
                    </a:cubicBezTo>
                    <a:cubicBezTo>
                      <a:pt x="455" y="1105"/>
                      <a:pt x="455" y="1105"/>
                      <a:pt x="455" y="1105"/>
                    </a:cubicBezTo>
                    <a:cubicBezTo>
                      <a:pt x="458" y="1106"/>
                      <a:pt x="458" y="1106"/>
                      <a:pt x="458" y="1106"/>
                    </a:cubicBezTo>
                    <a:cubicBezTo>
                      <a:pt x="482" y="1114"/>
                      <a:pt x="507" y="1121"/>
                      <a:pt x="532" y="1126"/>
                    </a:cubicBezTo>
                    <a:cubicBezTo>
                      <a:pt x="535" y="1126"/>
                      <a:pt x="535" y="1126"/>
                      <a:pt x="535" y="1126"/>
                    </a:cubicBezTo>
                    <a:lnTo>
                      <a:pt x="563" y="1241"/>
                    </a:lnTo>
                    <a:close/>
                    <a:moveTo>
                      <a:pt x="626" y="1104"/>
                    </a:moveTo>
                    <a:cubicBezTo>
                      <a:pt x="498" y="1104"/>
                      <a:pt x="378" y="1055"/>
                      <a:pt x="288" y="964"/>
                    </a:cubicBezTo>
                    <a:cubicBezTo>
                      <a:pt x="198" y="874"/>
                      <a:pt x="148" y="754"/>
                      <a:pt x="148" y="626"/>
                    </a:cubicBezTo>
                    <a:cubicBezTo>
                      <a:pt x="148" y="499"/>
                      <a:pt x="198" y="379"/>
                      <a:pt x="288" y="288"/>
                    </a:cubicBezTo>
                    <a:cubicBezTo>
                      <a:pt x="378" y="198"/>
                      <a:pt x="498" y="148"/>
                      <a:pt x="626" y="148"/>
                    </a:cubicBezTo>
                    <a:cubicBezTo>
                      <a:pt x="754" y="148"/>
                      <a:pt x="874" y="198"/>
                      <a:pt x="964" y="288"/>
                    </a:cubicBezTo>
                    <a:cubicBezTo>
                      <a:pt x="1054" y="379"/>
                      <a:pt x="1104" y="499"/>
                      <a:pt x="1104" y="626"/>
                    </a:cubicBezTo>
                    <a:cubicBezTo>
                      <a:pt x="1104" y="754"/>
                      <a:pt x="1054" y="874"/>
                      <a:pt x="964" y="964"/>
                    </a:cubicBezTo>
                    <a:cubicBezTo>
                      <a:pt x="874" y="1055"/>
                      <a:pt x="754" y="1104"/>
                      <a:pt x="626" y="1104"/>
                    </a:cubicBezTo>
                    <a:close/>
                    <a:moveTo>
                      <a:pt x="626" y="157"/>
                    </a:moveTo>
                    <a:cubicBezTo>
                      <a:pt x="367" y="157"/>
                      <a:pt x="157" y="367"/>
                      <a:pt x="157" y="626"/>
                    </a:cubicBezTo>
                    <a:cubicBezTo>
                      <a:pt x="157" y="885"/>
                      <a:pt x="367" y="1096"/>
                      <a:pt x="626" y="1096"/>
                    </a:cubicBezTo>
                    <a:cubicBezTo>
                      <a:pt x="885" y="1096"/>
                      <a:pt x="1095" y="885"/>
                      <a:pt x="1095" y="626"/>
                    </a:cubicBezTo>
                    <a:cubicBezTo>
                      <a:pt x="1095" y="367"/>
                      <a:pt x="885" y="157"/>
                      <a:pt x="626" y="157"/>
                    </a:cubicBez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îṧľïde"/>
              <p:cNvSpPr/>
              <p:nvPr/>
            </p:nvSpPr>
            <p:spPr bwMode="auto">
              <a:xfrm>
                <a:off x="3770710" y="2145506"/>
                <a:ext cx="1595438" cy="2483644"/>
              </a:xfrm>
              <a:custGeom>
                <a:avLst/>
                <a:gdLst>
                  <a:gd name="T0" fmla="*/ 2147483646 w 842"/>
                  <a:gd name="T1" fmla="*/ 2147483646 h 1312"/>
                  <a:gd name="T2" fmla="*/ 2147483646 w 842"/>
                  <a:gd name="T3" fmla="*/ 2147483646 h 1312"/>
                  <a:gd name="T4" fmla="*/ 2147483646 w 842"/>
                  <a:gd name="T5" fmla="*/ 2147483646 h 1312"/>
                  <a:gd name="T6" fmla="*/ 2147483646 w 842"/>
                  <a:gd name="T7" fmla="*/ 2147483646 h 1312"/>
                  <a:gd name="T8" fmla="*/ 2147483646 w 842"/>
                  <a:gd name="T9" fmla="*/ 2147483646 h 1312"/>
                  <a:gd name="T10" fmla="*/ 2147483646 w 842"/>
                  <a:gd name="T11" fmla="*/ 2147483646 h 1312"/>
                  <a:gd name="T12" fmla="*/ 2147483646 w 842"/>
                  <a:gd name="T13" fmla="*/ 2147483646 h 1312"/>
                  <a:gd name="T14" fmla="*/ 2147483646 w 842"/>
                  <a:gd name="T15" fmla="*/ 2147483646 h 1312"/>
                  <a:gd name="T16" fmla="*/ 2147483646 w 842"/>
                  <a:gd name="T17" fmla="*/ 2147483646 h 1312"/>
                  <a:gd name="T18" fmla="*/ 2147483646 w 842"/>
                  <a:gd name="T19" fmla="*/ 2147483646 h 1312"/>
                  <a:gd name="T20" fmla="*/ 2147483646 w 842"/>
                  <a:gd name="T21" fmla="*/ 2147483646 h 1312"/>
                  <a:gd name="T22" fmla="*/ 2147483646 w 842"/>
                  <a:gd name="T23" fmla="*/ 2147483646 h 1312"/>
                  <a:gd name="T24" fmla="*/ 2147483646 w 842"/>
                  <a:gd name="T25" fmla="*/ 2147483646 h 1312"/>
                  <a:gd name="T26" fmla="*/ 2147483646 w 842"/>
                  <a:gd name="T27" fmla="*/ 2147483646 h 1312"/>
                  <a:gd name="T28" fmla="*/ 2147483646 w 842"/>
                  <a:gd name="T29" fmla="*/ 2147483646 h 1312"/>
                  <a:gd name="T30" fmla="*/ 2147483646 w 842"/>
                  <a:gd name="T31" fmla="*/ 2147483646 h 1312"/>
                  <a:gd name="T32" fmla="*/ 2147483646 w 842"/>
                  <a:gd name="T33" fmla="*/ 2147483646 h 1312"/>
                  <a:gd name="T34" fmla="*/ 0 w 842"/>
                  <a:gd name="T35" fmla="*/ 2147483646 h 1312"/>
                  <a:gd name="T36" fmla="*/ 2147483646 w 842"/>
                  <a:gd name="T37" fmla="*/ 0 h 1312"/>
                  <a:gd name="T38" fmla="*/ 2147483646 w 842"/>
                  <a:gd name="T39" fmla="*/ 0 h 1312"/>
                  <a:gd name="T40" fmla="*/ 2147483646 w 842"/>
                  <a:gd name="T41" fmla="*/ 2147483646 h 1312"/>
                  <a:gd name="T42" fmla="*/ 2147483646 w 842"/>
                  <a:gd name="T43" fmla="*/ 2147483646 h 1312"/>
                  <a:gd name="T44" fmla="*/ 2147483646 w 842"/>
                  <a:gd name="T45" fmla="*/ 2147483646 h 1312"/>
                  <a:gd name="T46" fmla="*/ 2147483646 w 842"/>
                  <a:gd name="T47" fmla="*/ 2147483646 h 1312"/>
                  <a:gd name="T48" fmla="*/ 2147483646 w 842"/>
                  <a:gd name="T49" fmla="*/ 2147483646 h 1312"/>
                  <a:gd name="T50" fmla="*/ 2147483646 w 842"/>
                  <a:gd name="T51" fmla="*/ 2147483646 h 1312"/>
                  <a:gd name="T52" fmla="*/ 2147483646 w 842"/>
                  <a:gd name="T53" fmla="*/ 2147483646 h 1312"/>
                  <a:gd name="T54" fmla="*/ 2147483646 w 842"/>
                  <a:gd name="T55" fmla="*/ 2147483646 h 1312"/>
                  <a:gd name="T56" fmla="*/ 2147483646 w 842"/>
                  <a:gd name="T57" fmla="*/ 2147483646 h 1312"/>
                  <a:gd name="T58" fmla="*/ 2147483646 w 842"/>
                  <a:gd name="T59" fmla="*/ 2147483646 h 1312"/>
                  <a:gd name="T60" fmla="*/ 2147483646 w 842"/>
                  <a:gd name="T61" fmla="*/ 2147483646 h 1312"/>
                  <a:gd name="T62" fmla="*/ 2147483646 w 842"/>
                  <a:gd name="T63" fmla="*/ 2147483646 h 1312"/>
                  <a:gd name="T64" fmla="*/ 2147483646 w 842"/>
                  <a:gd name="T65" fmla="*/ 2147483646 h 1312"/>
                  <a:gd name="T66" fmla="*/ 2147483646 w 842"/>
                  <a:gd name="T67" fmla="*/ 2147483646 h 131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842" h="1312">
                    <a:moveTo>
                      <a:pt x="388" y="1312"/>
                    </a:moveTo>
                    <a:cubicBezTo>
                      <a:pt x="362" y="1312"/>
                      <a:pt x="340" y="1291"/>
                      <a:pt x="340" y="1265"/>
                    </a:cubicBezTo>
                    <a:cubicBezTo>
                      <a:pt x="340" y="1259"/>
                      <a:pt x="341" y="1254"/>
                      <a:pt x="343" y="1249"/>
                    </a:cubicBezTo>
                    <a:cubicBezTo>
                      <a:pt x="278" y="1249"/>
                      <a:pt x="278" y="1249"/>
                      <a:pt x="278" y="1249"/>
                    </a:cubicBezTo>
                    <a:cubicBezTo>
                      <a:pt x="250" y="1249"/>
                      <a:pt x="228" y="1226"/>
                      <a:pt x="228" y="1199"/>
                    </a:cubicBezTo>
                    <a:cubicBezTo>
                      <a:pt x="228" y="1186"/>
                      <a:pt x="233" y="1173"/>
                      <a:pt x="241" y="1164"/>
                    </a:cubicBezTo>
                    <a:cubicBezTo>
                      <a:pt x="228" y="1156"/>
                      <a:pt x="219" y="1140"/>
                      <a:pt x="219" y="1121"/>
                    </a:cubicBezTo>
                    <a:cubicBezTo>
                      <a:pt x="219" y="1108"/>
                      <a:pt x="223" y="1095"/>
                      <a:pt x="232" y="1086"/>
                    </a:cubicBezTo>
                    <a:cubicBezTo>
                      <a:pt x="210" y="1073"/>
                      <a:pt x="196" y="1049"/>
                      <a:pt x="196" y="1022"/>
                    </a:cubicBezTo>
                    <a:cubicBezTo>
                      <a:pt x="196" y="982"/>
                      <a:pt x="196" y="982"/>
                      <a:pt x="196" y="982"/>
                    </a:cubicBezTo>
                    <a:cubicBezTo>
                      <a:pt x="196" y="982"/>
                      <a:pt x="196" y="982"/>
                      <a:pt x="196" y="982"/>
                    </a:cubicBezTo>
                    <a:cubicBezTo>
                      <a:pt x="196" y="976"/>
                      <a:pt x="196" y="976"/>
                      <a:pt x="196" y="976"/>
                    </a:cubicBezTo>
                    <a:cubicBezTo>
                      <a:pt x="196" y="966"/>
                      <a:pt x="196" y="957"/>
                      <a:pt x="196" y="947"/>
                    </a:cubicBezTo>
                    <a:cubicBezTo>
                      <a:pt x="197" y="940"/>
                      <a:pt x="197" y="940"/>
                      <a:pt x="197" y="940"/>
                    </a:cubicBezTo>
                    <a:cubicBezTo>
                      <a:pt x="197" y="917"/>
                      <a:pt x="197" y="917"/>
                      <a:pt x="197" y="917"/>
                    </a:cubicBezTo>
                    <a:cubicBezTo>
                      <a:pt x="196" y="897"/>
                      <a:pt x="194" y="871"/>
                      <a:pt x="180" y="849"/>
                    </a:cubicBezTo>
                    <a:cubicBezTo>
                      <a:pt x="166" y="824"/>
                      <a:pt x="148" y="802"/>
                      <a:pt x="129" y="779"/>
                    </a:cubicBezTo>
                    <a:cubicBezTo>
                      <a:pt x="69" y="706"/>
                      <a:pt x="0" y="623"/>
                      <a:pt x="0" y="419"/>
                    </a:cubicBezTo>
                    <a:cubicBezTo>
                      <a:pt x="0" y="188"/>
                      <a:pt x="188" y="0"/>
                      <a:pt x="419" y="0"/>
                    </a:cubicBezTo>
                    <a:cubicBezTo>
                      <a:pt x="423" y="0"/>
                      <a:pt x="423" y="0"/>
                      <a:pt x="423" y="0"/>
                    </a:cubicBezTo>
                    <a:cubicBezTo>
                      <a:pt x="654" y="0"/>
                      <a:pt x="842" y="188"/>
                      <a:pt x="842" y="419"/>
                    </a:cubicBezTo>
                    <a:cubicBezTo>
                      <a:pt x="842" y="623"/>
                      <a:pt x="773" y="706"/>
                      <a:pt x="713" y="779"/>
                    </a:cubicBezTo>
                    <a:cubicBezTo>
                      <a:pt x="694" y="802"/>
                      <a:pt x="676" y="824"/>
                      <a:pt x="662" y="849"/>
                    </a:cubicBezTo>
                    <a:cubicBezTo>
                      <a:pt x="653" y="863"/>
                      <a:pt x="649" y="879"/>
                      <a:pt x="647" y="899"/>
                    </a:cubicBezTo>
                    <a:cubicBezTo>
                      <a:pt x="646" y="1023"/>
                      <a:pt x="646" y="1023"/>
                      <a:pt x="646" y="1023"/>
                    </a:cubicBezTo>
                    <a:cubicBezTo>
                      <a:pt x="646" y="1049"/>
                      <a:pt x="632" y="1073"/>
                      <a:pt x="610" y="1086"/>
                    </a:cubicBezTo>
                    <a:cubicBezTo>
                      <a:pt x="619" y="1095"/>
                      <a:pt x="623" y="1108"/>
                      <a:pt x="623" y="1121"/>
                    </a:cubicBezTo>
                    <a:cubicBezTo>
                      <a:pt x="623" y="1140"/>
                      <a:pt x="614" y="1156"/>
                      <a:pt x="601" y="1164"/>
                    </a:cubicBezTo>
                    <a:cubicBezTo>
                      <a:pt x="609" y="1173"/>
                      <a:pt x="614" y="1186"/>
                      <a:pt x="614" y="1199"/>
                    </a:cubicBezTo>
                    <a:cubicBezTo>
                      <a:pt x="614" y="1226"/>
                      <a:pt x="592" y="1249"/>
                      <a:pt x="564" y="1249"/>
                    </a:cubicBezTo>
                    <a:cubicBezTo>
                      <a:pt x="499" y="1249"/>
                      <a:pt x="499" y="1249"/>
                      <a:pt x="499" y="1249"/>
                    </a:cubicBezTo>
                    <a:cubicBezTo>
                      <a:pt x="501" y="1254"/>
                      <a:pt x="502" y="1259"/>
                      <a:pt x="502" y="1265"/>
                    </a:cubicBezTo>
                    <a:cubicBezTo>
                      <a:pt x="502" y="1291"/>
                      <a:pt x="480" y="1312"/>
                      <a:pt x="455" y="1312"/>
                    </a:cubicBezTo>
                    <a:lnTo>
                      <a:pt x="388" y="131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iṥľíḋe"/>
              <p:cNvSpPr/>
              <p:nvPr/>
            </p:nvSpPr>
            <p:spPr bwMode="auto">
              <a:xfrm>
                <a:off x="4481513" y="4523185"/>
                <a:ext cx="175022" cy="48815"/>
              </a:xfrm>
              <a:custGeom>
                <a:avLst/>
                <a:gdLst>
                  <a:gd name="T0" fmla="*/ 2147483646 w 93"/>
                  <a:gd name="T1" fmla="*/ 2147483646 h 26"/>
                  <a:gd name="T2" fmla="*/ 0 w 93"/>
                  <a:gd name="T3" fmla="*/ 2147483646 h 26"/>
                  <a:gd name="T4" fmla="*/ 2147483646 w 93"/>
                  <a:gd name="T5" fmla="*/ 0 h 26"/>
                  <a:gd name="T6" fmla="*/ 2147483646 w 93"/>
                  <a:gd name="T7" fmla="*/ 0 h 26"/>
                  <a:gd name="T8" fmla="*/ 2147483646 w 93"/>
                  <a:gd name="T9" fmla="*/ 2147483646 h 26"/>
                  <a:gd name="T10" fmla="*/ 2147483646 w 93"/>
                  <a:gd name="T11" fmla="*/ 2147483646 h 26"/>
                  <a:gd name="T12" fmla="*/ 2147483646 w 93"/>
                  <a:gd name="T13" fmla="*/ 2147483646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3" h="26">
                    <a:moveTo>
                      <a:pt x="13" y="26"/>
                    </a:moveTo>
                    <a:cubicBezTo>
                      <a:pt x="5" y="26"/>
                      <a:pt x="0" y="20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7" y="0"/>
                      <a:pt x="93" y="6"/>
                      <a:pt x="93" y="13"/>
                    </a:cubicBezTo>
                    <a:cubicBezTo>
                      <a:pt x="93" y="20"/>
                      <a:pt x="87" y="26"/>
                      <a:pt x="80" y="26"/>
                    </a:cubicBezTo>
                    <a:lnTo>
                      <a:pt x="13" y="2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>
                <a:normAutofit fontScale="250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îṩḻiḋé"/>
              <p:cNvSpPr/>
              <p:nvPr/>
            </p:nvSpPr>
            <p:spPr bwMode="auto">
              <a:xfrm>
                <a:off x="4267201" y="4391025"/>
                <a:ext cx="602456" cy="61913"/>
              </a:xfrm>
              <a:custGeom>
                <a:avLst/>
                <a:gdLst>
                  <a:gd name="T0" fmla="*/ 2147483646 w 318"/>
                  <a:gd name="T1" fmla="*/ 2147483646 h 33"/>
                  <a:gd name="T2" fmla="*/ 0 w 318"/>
                  <a:gd name="T3" fmla="*/ 2147483646 h 33"/>
                  <a:gd name="T4" fmla="*/ 2147483646 w 318"/>
                  <a:gd name="T5" fmla="*/ 0 h 33"/>
                  <a:gd name="T6" fmla="*/ 2147483646 w 318"/>
                  <a:gd name="T7" fmla="*/ 0 h 33"/>
                  <a:gd name="T8" fmla="*/ 2147483646 w 318"/>
                  <a:gd name="T9" fmla="*/ 2147483646 h 33"/>
                  <a:gd name="T10" fmla="*/ 2147483646 w 318"/>
                  <a:gd name="T11" fmla="*/ 2147483646 h 33"/>
                  <a:gd name="T12" fmla="*/ 2147483646 w 318"/>
                  <a:gd name="T13" fmla="*/ 2147483646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8" h="33">
                    <a:moveTo>
                      <a:pt x="16" y="33"/>
                    </a:moveTo>
                    <a:cubicBezTo>
                      <a:pt x="7" y="33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311" y="0"/>
                      <a:pt x="318" y="7"/>
                      <a:pt x="318" y="16"/>
                    </a:cubicBezTo>
                    <a:cubicBezTo>
                      <a:pt x="318" y="25"/>
                      <a:pt x="311" y="33"/>
                      <a:pt x="302" y="33"/>
                    </a:cubicBezTo>
                    <a:lnTo>
                      <a:pt x="16" y="33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>
                <a:normAutofit fontScale="250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ïśļiḋe"/>
              <p:cNvSpPr/>
              <p:nvPr/>
            </p:nvSpPr>
            <p:spPr bwMode="auto">
              <a:xfrm>
                <a:off x="4248150" y="4232672"/>
                <a:ext cx="628650" cy="64294"/>
              </a:xfrm>
              <a:custGeom>
                <a:avLst/>
                <a:gdLst>
                  <a:gd name="T0" fmla="*/ 2147483646 w 332"/>
                  <a:gd name="T1" fmla="*/ 2147483646 h 34"/>
                  <a:gd name="T2" fmla="*/ 0 w 332"/>
                  <a:gd name="T3" fmla="*/ 2147483646 h 34"/>
                  <a:gd name="T4" fmla="*/ 2147483646 w 332"/>
                  <a:gd name="T5" fmla="*/ 0 h 34"/>
                  <a:gd name="T6" fmla="*/ 2147483646 w 332"/>
                  <a:gd name="T7" fmla="*/ 0 h 34"/>
                  <a:gd name="T8" fmla="*/ 2147483646 w 332"/>
                  <a:gd name="T9" fmla="*/ 2147483646 h 34"/>
                  <a:gd name="T10" fmla="*/ 2147483646 w 332"/>
                  <a:gd name="T11" fmla="*/ 2147483646 h 34"/>
                  <a:gd name="T12" fmla="*/ 2147483646 w 332"/>
                  <a:gd name="T13" fmla="*/ 2147483646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2" h="34">
                    <a:moveTo>
                      <a:pt x="17" y="34"/>
                    </a:moveTo>
                    <a:cubicBezTo>
                      <a:pt x="8" y="34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315" y="0"/>
                      <a:pt x="315" y="0"/>
                      <a:pt x="315" y="0"/>
                    </a:cubicBezTo>
                    <a:cubicBezTo>
                      <a:pt x="324" y="0"/>
                      <a:pt x="332" y="7"/>
                      <a:pt x="332" y="17"/>
                    </a:cubicBezTo>
                    <a:cubicBezTo>
                      <a:pt x="332" y="26"/>
                      <a:pt x="324" y="34"/>
                      <a:pt x="315" y="34"/>
                    </a:cubicBezTo>
                    <a:lnTo>
                      <a:pt x="17" y="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>
                <a:normAutofit fontScale="250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íšľîḍé"/>
              <p:cNvSpPr/>
              <p:nvPr/>
            </p:nvSpPr>
            <p:spPr bwMode="auto">
              <a:xfrm>
                <a:off x="4202907" y="3823097"/>
                <a:ext cx="731044" cy="329803"/>
              </a:xfrm>
              <a:custGeom>
                <a:avLst/>
                <a:gdLst>
                  <a:gd name="T0" fmla="*/ 2147483646 w 386"/>
                  <a:gd name="T1" fmla="*/ 2147483646 h 174"/>
                  <a:gd name="T2" fmla="*/ 2147483646 w 386"/>
                  <a:gd name="T3" fmla="*/ 2147483646 h 174"/>
                  <a:gd name="T4" fmla="*/ 2147483646 w 386"/>
                  <a:gd name="T5" fmla="*/ 2147483646 h 174"/>
                  <a:gd name="T6" fmla="*/ 2147483646 w 386"/>
                  <a:gd name="T7" fmla="*/ 2147483646 h 174"/>
                  <a:gd name="T8" fmla="*/ 2147483646 w 386"/>
                  <a:gd name="T9" fmla="*/ 2147483646 h 174"/>
                  <a:gd name="T10" fmla="*/ 2147483646 w 386"/>
                  <a:gd name="T11" fmla="*/ 2147483646 h 174"/>
                  <a:gd name="T12" fmla="*/ 2147483646 w 386"/>
                  <a:gd name="T13" fmla="*/ 2147483646 h 174"/>
                  <a:gd name="T14" fmla="*/ 2147483646 w 386"/>
                  <a:gd name="T15" fmla="*/ 2147483646 h 174"/>
                  <a:gd name="T16" fmla="*/ 2147483646 w 386"/>
                  <a:gd name="T17" fmla="*/ 2147483646 h 174"/>
                  <a:gd name="T18" fmla="*/ 2147483646 w 386"/>
                  <a:gd name="T19" fmla="*/ 2147483646 h 174"/>
                  <a:gd name="T20" fmla="*/ 2147483646 w 386"/>
                  <a:gd name="T21" fmla="*/ 2147483646 h 174"/>
                  <a:gd name="T22" fmla="*/ 2147483646 w 386"/>
                  <a:gd name="T23" fmla="*/ 0 h 174"/>
                  <a:gd name="T24" fmla="*/ 0 w 386"/>
                  <a:gd name="T25" fmla="*/ 0 h 174"/>
                  <a:gd name="T26" fmla="*/ 2147483646 w 386"/>
                  <a:gd name="T27" fmla="*/ 2147483646 h 17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86" h="174">
                    <a:moveTo>
                      <a:pt x="3" y="30"/>
                    </a:moveTo>
                    <a:cubicBezTo>
                      <a:pt x="3" y="30"/>
                      <a:pt x="3" y="30"/>
                      <a:pt x="3" y="30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3" y="54"/>
                      <a:pt x="2" y="62"/>
                      <a:pt x="2" y="62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2" y="137"/>
                      <a:pt x="2" y="137"/>
                      <a:pt x="2" y="137"/>
                    </a:cubicBezTo>
                    <a:cubicBezTo>
                      <a:pt x="2" y="153"/>
                      <a:pt x="12" y="168"/>
                      <a:pt x="27" y="174"/>
                    </a:cubicBezTo>
                    <a:cubicBezTo>
                      <a:pt x="34" y="173"/>
                      <a:pt x="359" y="174"/>
                      <a:pt x="359" y="174"/>
                    </a:cubicBezTo>
                    <a:cubicBezTo>
                      <a:pt x="374" y="168"/>
                      <a:pt x="384" y="153"/>
                      <a:pt x="384" y="136"/>
                    </a:cubicBezTo>
                    <a:cubicBezTo>
                      <a:pt x="385" y="11"/>
                      <a:pt x="385" y="11"/>
                      <a:pt x="385" y="11"/>
                    </a:cubicBezTo>
                    <a:cubicBezTo>
                      <a:pt x="385" y="10"/>
                      <a:pt x="385" y="10"/>
                      <a:pt x="385" y="10"/>
                    </a:cubicBezTo>
                    <a:cubicBezTo>
                      <a:pt x="385" y="6"/>
                      <a:pt x="385" y="3"/>
                      <a:pt x="38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11"/>
                      <a:pt x="2" y="21"/>
                      <a:pt x="3" y="3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iṧļîďé"/>
              <p:cNvSpPr/>
              <p:nvPr/>
            </p:nvSpPr>
            <p:spPr bwMode="auto">
              <a:xfrm>
                <a:off x="3837385" y="2209800"/>
                <a:ext cx="1464469" cy="1539479"/>
              </a:xfrm>
              <a:custGeom>
                <a:avLst/>
                <a:gdLst>
                  <a:gd name="T0" fmla="*/ 2147483646 w 773"/>
                  <a:gd name="T1" fmla="*/ 2147483646 h 813"/>
                  <a:gd name="T2" fmla="*/ 2147483646 w 773"/>
                  <a:gd name="T3" fmla="*/ 2147483646 h 813"/>
                  <a:gd name="T4" fmla="*/ 2147483646 w 773"/>
                  <a:gd name="T5" fmla="*/ 2147483646 h 813"/>
                  <a:gd name="T6" fmla="*/ 2147483646 w 773"/>
                  <a:gd name="T7" fmla="*/ 0 h 813"/>
                  <a:gd name="T8" fmla="*/ 2147483646 w 773"/>
                  <a:gd name="T9" fmla="*/ 0 h 813"/>
                  <a:gd name="T10" fmla="*/ 0 w 773"/>
                  <a:gd name="T11" fmla="*/ 2147483646 h 813"/>
                  <a:gd name="T12" fmla="*/ 2147483646 w 773"/>
                  <a:gd name="T13" fmla="*/ 2147483646 h 813"/>
                  <a:gd name="T14" fmla="*/ 2147483646 w 773"/>
                  <a:gd name="T15" fmla="*/ 2147483646 h 813"/>
                  <a:gd name="T16" fmla="*/ 2147483646 w 773"/>
                  <a:gd name="T17" fmla="*/ 2147483646 h 813"/>
                  <a:gd name="T18" fmla="*/ 2147483646 w 773"/>
                  <a:gd name="T19" fmla="*/ 2147483646 h 813"/>
                  <a:gd name="T20" fmla="*/ 2147483646 w 773"/>
                  <a:gd name="T21" fmla="*/ 2147483646 h 8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73" h="813">
                    <a:moveTo>
                      <a:pt x="597" y="797"/>
                    </a:moveTo>
                    <a:cubicBezTo>
                      <a:pt x="613" y="771"/>
                      <a:pt x="632" y="748"/>
                      <a:pt x="652" y="723"/>
                    </a:cubicBezTo>
                    <a:cubicBezTo>
                      <a:pt x="709" y="655"/>
                      <a:pt x="773" y="577"/>
                      <a:pt x="773" y="385"/>
                    </a:cubicBezTo>
                    <a:cubicBezTo>
                      <a:pt x="773" y="173"/>
                      <a:pt x="600" y="0"/>
                      <a:pt x="388" y="0"/>
                    </a:cubicBezTo>
                    <a:cubicBezTo>
                      <a:pt x="384" y="0"/>
                      <a:pt x="384" y="0"/>
                      <a:pt x="384" y="0"/>
                    </a:cubicBezTo>
                    <a:cubicBezTo>
                      <a:pt x="172" y="0"/>
                      <a:pt x="0" y="173"/>
                      <a:pt x="0" y="385"/>
                    </a:cubicBezTo>
                    <a:cubicBezTo>
                      <a:pt x="0" y="577"/>
                      <a:pt x="64" y="655"/>
                      <a:pt x="120" y="723"/>
                    </a:cubicBezTo>
                    <a:cubicBezTo>
                      <a:pt x="140" y="748"/>
                      <a:pt x="159" y="771"/>
                      <a:pt x="175" y="797"/>
                    </a:cubicBezTo>
                    <a:cubicBezTo>
                      <a:pt x="178" y="803"/>
                      <a:pt x="180" y="808"/>
                      <a:pt x="183" y="813"/>
                    </a:cubicBezTo>
                    <a:cubicBezTo>
                      <a:pt x="589" y="813"/>
                      <a:pt x="589" y="813"/>
                      <a:pt x="589" y="813"/>
                    </a:cubicBezTo>
                    <a:cubicBezTo>
                      <a:pt x="592" y="808"/>
                      <a:pt x="594" y="802"/>
                      <a:pt x="597" y="7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" name="îśľïḑe"/>
            <p:cNvGrpSpPr/>
            <p:nvPr/>
          </p:nvGrpSpPr>
          <p:grpSpPr>
            <a:xfrm>
              <a:off x="3709408" y="2116302"/>
              <a:ext cx="4771595" cy="2569997"/>
              <a:chOff x="3258303" y="1873336"/>
              <a:chExt cx="5673806" cy="3055931"/>
            </a:xfrm>
          </p:grpSpPr>
          <p:sp>
            <p:nvSpPr>
              <p:cNvPr id="25" name="íŝḻîḑè"/>
              <p:cNvSpPr/>
              <p:nvPr/>
            </p:nvSpPr>
            <p:spPr bwMode="auto">
              <a:xfrm>
                <a:off x="3258303" y="4164267"/>
                <a:ext cx="765000" cy="7650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ïSļiḓè"/>
              <p:cNvSpPr/>
              <p:nvPr/>
            </p:nvSpPr>
            <p:spPr bwMode="auto">
              <a:xfrm>
                <a:off x="3412370" y="4318680"/>
                <a:ext cx="456866" cy="456174"/>
              </a:xfrm>
              <a:custGeom>
                <a:avLst/>
                <a:gdLst>
                  <a:gd name="connsiteX0" fmla="*/ 169739 w 605522"/>
                  <a:gd name="connsiteY0" fmla="*/ 214306 h 604605"/>
                  <a:gd name="connsiteX1" fmla="*/ 184976 w 605522"/>
                  <a:gd name="connsiteY1" fmla="*/ 216005 h 604605"/>
                  <a:gd name="connsiteX2" fmla="*/ 287155 w 605522"/>
                  <a:gd name="connsiteY2" fmla="*/ 272658 h 604605"/>
                  <a:gd name="connsiteX3" fmla="*/ 302691 w 605522"/>
                  <a:gd name="connsiteY3" fmla="*/ 268841 h 604605"/>
                  <a:gd name="connsiteX4" fmla="*/ 318346 w 605522"/>
                  <a:gd name="connsiteY4" fmla="*/ 272658 h 604605"/>
                  <a:gd name="connsiteX5" fmla="*/ 420524 w 605522"/>
                  <a:gd name="connsiteY5" fmla="*/ 216005 h 604605"/>
                  <a:gd name="connsiteX6" fmla="*/ 447652 w 605522"/>
                  <a:gd name="connsiteY6" fmla="*/ 223877 h 604605"/>
                  <a:gd name="connsiteX7" fmla="*/ 439884 w 605522"/>
                  <a:gd name="connsiteY7" fmla="*/ 250951 h 604605"/>
                  <a:gd name="connsiteX8" fmla="*/ 335674 w 605522"/>
                  <a:gd name="connsiteY8" fmla="*/ 308677 h 604605"/>
                  <a:gd name="connsiteX9" fmla="*/ 302691 w 605522"/>
                  <a:gd name="connsiteY9" fmla="*/ 335751 h 604605"/>
                  <a:gd name="connsiteX10" fmla="*/ 269826 w 605522"/>
                  <a:gd name="connsiteY10" fmla="*/ 308677 h 604605"/>
                  <a:gd name="connsiteX11" fmla="*/ 165497 w 605522"/>
                  <a:gd name="connsiteY11" fmla="*/ 250951 h 604605"/>
                  <a:gd name="connsiteX12" fmla="*/ 157729 w 605522"/>
                  <a:gd name="connsiteY12" fmla="*/ 223877 h 604605"/>
                  <a:gd name="connsiteX13" fmla="*/ 169739 w 605522"/>
                  <a:gd name="connsiteY13" fmla="*/ 214306 h 604605"/>
                  <a:gd name="connsiteX14" fmla="*/ 286807 w 605522"/>
                  <a:gd name="connsiteY14" fmla="*/ 64195 h 604605"/>
                  <a:gd name="connsiteX15" fmla="*/ 190010 w 605522"/>
                  <a:gd name="connsiteY15" fmla="*/ 91878 h 604605"/>
                  <a:gd name="connsiteX16" fmla="*/ 203036 w 605522"/>
                  <a:gd name="connsiteY16" fmla="*/ 114311 h 604605"/>
                  <a:gd name="connsiteX17" fmla="*/ 203872 w 605522"/>
                  <a:gd name="connsiteY17" fmla="*/ 120754 h 604605"/>
                  <a:gd name="connsiteX18" fmla="*/ 200048 w 605522"/>
                  <a:gd name="connsiteY18" fmla="*/ 125885 h 604605"/>
                  <a:gd name="connsiteX19" fmla="*/ 191564 w 605522"/>
                  <a:gd name="connsiteY19" fmla="*/ 125885 h 604605"/>
                  <a:gd name="connsiteX20" fmla="*/ 188456 w 605522"/>
                  <a:gd name="connsiteY20" fmla="*/ 122782 h 604605"/>
                  <a:gd name="connsiteX21" fmla="*/ 175431 w 605522"/>
                  <a:gd name="connsiteY21" fmla="*/ 100469 h 604605"/>
                  <a:gd name="connsiteX22" fmla="*/ 104207 w 605522"/>
                  <a:gd name="connsiteY22" fmla="*/ 169557 h 604605"/>
                  <a:gd name="connsiteX23" fmla="*/ 131692 w 605522"/>
                  <a:gd name="connsiteY23" fmla="*/ 185307 h 604605"/>
                  <a:gd name="connsiteX24" fmla="*/ 137428 w 605522"/>
                  <a:gd name="connsiteY24" fmla="*/ 207024 h 604605"/>
                  <a:gd name="connsiteX25" fmla="*/ 123686 w 605522"/>
                  <a:gd name="connsiteY25" fmla="*/ 215018 h 604605"/>
                  <a:gd name="connsiteX26" fmla="*/ 115679 w 605522"/>
                  <a:gd name="connsiteY26" fmla="*/ 212871 h 604605"/>
                  <a:gd name="connsiteX27" fmla="*/ 88313 w 605522"/>
                  <a:gd name="connsiteY27" fmla="*/ 197001 h 604605"/>
                  <a:gd name="connsiteX28" fmla="*/ 63815 w 605522"/>
                  <a:gd name="connsiteY28" fmla="*/ 294606 h 604605"/>
                  <a:gd name="connsiteX29" fmla="*/ 89866 w 605522"/>
                  <a:gd name="connsiteY29" fmla="*/ 294487 h 604605"/>
                  <a:gd name="connsiteX30" fmla="*/ 98351 w 605522"/>
                  <a:gd name="connsiteY30" fmla="*/ 302959 h 604605"/>
                  <a:gd name="connsiteX31" fmla="*/ 95841 w 605522"/>
                  <a:gd name="connsiteY31" fmla="*/ 308925 h 604605"/>
                  <a:gd name="connsiteX32" fmla="*/ 89986 w 605522"/>
                  <a:gd name="connsiteY32" fmla="*/ 311311 h 604605"/>
                  <a:gd name="connsiteX33" fmla="*/ 63934 w 605522"/>
                  <a:gd name="connsiteY33" fmla="*/ 311431 h 604605"/>
                  <a:gd name="connsiteX34" fmla="*/ 88313 w 605522"/>
                  <a:gd name="connsiteY34" fmla="*/ 407604 h 604605"/>
                  <a:gd name="connsiteX35" fmla="*/ 115679 w 605522"/>
                  <a:gd name="connsiteY35" fmla="*/ 391734 h 604605"/>
                  <a:gd name="connsiteX36" fmla="*/ 137428 w 605522"/>
                  <a:gd name="connsiteY36" fmla="*/ 397581 h 604605"/>
                  <a:gd name="connsiteX37" fmla="*/ 131692 w 605522"/>
                  <a:gd name="connsiteY37" fmla="*/ 419298 h 604605"/>
                  <a:gd name="connsiteX38" fmla="*/ 104207 w 605522"/>
                  <a:gd name="connsiteY38" fmla="*/ 435048 h 604605"/>
                  <a:gd name="connsiteX39" fmla="*/ 176626 w 605522"/>
                  <a:gd name="connsiteY39" fmla="*/ 504971 h 604605"/>
                  <a:gd name="connsiteX40" fmla="*/ 189532 w 605522"/>
                  <a:gd name="connsiteY40" fmla="*/ 482419 h 604605"/>
                  <a:gd name="connsiteX41" fmla="*/ 196941 w 605522"/>
                  <a:gd name="connsiteY41" fmla="*/ 478243 h 604605"/>
                  <a:gd name="connsiteX42" fmla="*/ 201124 w 605522"/>
                  <a:gd name="connsiteY42" fmla="*/ 479317 h 604605"/>
                  <a:gd name="connsiteX43" fmla="*/ 205067 w 605522"/>
                  <a:gd name="connsiteY43" fmla="*/ 484448 h 604605"/>
                  <a:gd name="connsiteX44" fmla="*/ 204231 w 605522"/>
                  <a:gd name="connsiteY44" fmla="*/ 490772 h 604605"/>
                  <a:gd name="connsiteX45" fmla="*/ 191325 w 605522"/>
                  <a:gd name="connsiteY45" fmla="*/ 513324 h 604605"/>
                  <a:gd name="connsiteX46" fmla="*/ 286807 w 605522"/>
                  <a:gd name="connsiteY46" fmla="*/ 540410 h 604605"/>
                  <a:gd name="connsiteX47" fmla="*/ 286807 w 605522"/>
                  <a:gd name="connsiteY47" fmla="*/ 508789 h 604605"/>
                  <a:gd name="connsiteX48" fmla="*/ 302701 w 605522"/>
                  <a:gd name="connsiteY48" fmla="*/ 492800 h 604605"/>
                  <a:gd name="connsiteX49" fmla="*/ 318715 w 605522"/>
                  <a:gd name="connsiteY49" fmla="*/ 508789 h 604605"/>
                  <a:gd name="connsiteX50" fmla="*/ 318715 w 605522"/>
                  <a:gd name="connsiteY50" fmla="*/ 540410 h 604605"/>
                  <a:gd name="connsiteX51" fmla="*/ 415512 w 605522"/>
                  <a:gd name="connsiteY51" fmla="*/ 512608 h 604605"/>
                  <a:gd name="connsiteX52" fmla="*/ 402367 w 605522"/>
                  <a:gd name="connsiteY52" fmla="*/ 490175 h 604605"/>
                  <a:gd name="connsiteX53" fmla="*/ 401530 w 605522"/>
                  <a:gd name="connsiteY53" fmla="*/ 483851 h 604605"/>
                  <a:gd name="connsiteX54" fmla="*/ 405474 w 605522"/>
                  <a:gd name="connsiteY54" fmla="*/ 478720 h 604605"/>
                  <a:gd name="connsiteX55" fmla="*/ 409657 w 605522"/>
                  <a:gd name="connsiteY55" fmla="*/ 477527 h 604605"/>
                  <a:gd name="connsiteX56" fmla="*/ 416946 w 605522"/>
                  <a:gd name="connsiteY56" fmla="*/ 481703 h 604605"/>
                  <a:gd name="connsiteX57" fmla="*/ 430092 w 605522"/>
                  <a:gd name="connsiteY57" fmla="*/ 504136 h 604605"/>
                  <a:gd name="connsiteX58" fmla="*/ 501196 w 605522"/>
                  <a:gd name="connsiteY58" fmla="*/ 435048 h 604605"/>
                  <a:gd name="connsiteX59" fmla="*/ 473830 w 605522"/>
                  <a:gd name="connsiteY59" fmla="*/ 419298 h 604605"/>
                  <a:gd name="connsiteX60" fmla="*/ 467974 w 605522"/>
                  <a:gd name="connsiteY60" fmla="*/ 397581 h 604605"/>
                  <a:gd name="connsiteX61" fmla="*/ 489724 w 605522"/>
                  <a:gd name="connsiteY61" fmla="*/ 391734 h 604605"/>
                  <a:gd name="connsiteX62" fmla="*/ 517209 w 605522"/>
                  <a:gd name="connsiteY62" fmla="*/ 407485 h 604605"/>
                  <a:gd name="connsiteX63" fmla="*/ 541588 w 605522"/>
                  <a:gd name="connsiteY63" fmla="*/ 309999 h 604605"/>
                  <a:gd name="connsiteX64" fmla="*/ 515536 w 605522"/>
                  <a:gd name="connsiteY64" fmla="*/ 309999 h 604605"/>
                  <a:gd name="connsiteX65" fmla="*/ 511354 w 605522"/>
                  <a:gd name="connsiteY65" fmla="*/ 308925 h 604605"/>
                  <a:gd name="connsiteX66" fmla="*/ 507171 w 605522"/>
                  <a:gd name="connsiteY66" fmla="*/ 301646 h 604605"/>
                  <a:gd name="connsiteX67" fmla="*/ 509561 w 605522"/>
                  <a:gd name="connsiteY67" fmla="*/ 295680 h 604605"/>
                  <a:gd name="connsiteX68" fmla="*/ 515536 w 605522"/>
                  <a:gd name="connsiteY68" fmla="*/ 293174 h 604605"/>
                  <a:gd name="connsiteX69" fmla="*/ 541588 w 605522"/>
                  <a:gd name="connsiteY69" fmla="*/ 293174 h 604605"/>
                  <a:gd name="connsiteX70" fmla="*/ 517209 w 605522"/>
                  <a:gd name="connsiteY70" fmla="*/ 197001 h 604605"/>
                  <a:gd name="connsiteX71" fmla="*/ 489724 w 605522"/>
                  <a:gd name="connsiteY71" fmla="*/ 212871 h 604605"/>
                  <a:gd name="connsiteX72" fmla="*/ 481836 w 605522"/>
                  <a:gd name="connsiteY72" fmla="*/ 215018 h 604605"/>
                  <a:gd name="connsiteX73" fmla="*/ 467974 w 605522"/>
                  <a:gd name="connsiteY73" fmla="*/ 207024 h 604605"/>
                  <a:gd name="connsiteX74" fmla="*/ 473830 w 605522"/>
                  <a:gd name="connsiteY74" fmla="*/ 185307 h 604605"/>
                  <a:gd name="connsiteX75" fmla="*/ 501196 w 605522"/>
                  <a:gd name="connsiteY75" fmla="*/ 169437 h 604605"/>
                  <a:gd name="connsiteX76" fmla="*/ 428777 w 605522"/>
                  <a:gd name="connsiteY76" fmla="*/ 99634 h 604605"/>
                  <a:gd name="connsiteX77" fmla="*/ 415871 w 605522"/>
                  <a:gd name="connsiteY77" fmla="*/ 122066 h 604605"/>
                  <a:gd name="connsiteX78" fmla="*/ 408581 w 605522"/>
                  <a:gd name="connsiteY78" fmla="*/ 126362 h 604605"/>
                  <a:gd name="connsiteX79" fmla="*/ 404398 w 605522"/>
                  <a:gd name="connsiteY79" fmla="*/ 125288 h 604605"/>
                  <a:gd name="connsiteX80" fmla="*/ 401291 w 605522"/>
                  <a:gd name="connsiteY80" fmla="*/ 113714 h 604605"/>
                  <a:gd name="connsiteX81" fmla="*/ 414198 w 605522"/>
                  <a:gd name="connsiteY81" fmla="*/ 91281 h 604605"/>
                  <a:gd name="connsiteX82" fmla="*/ 318715 w 605522"/>
                  <a:gd name="connsiteY82" fmla="*/ 64195 h 604605"/>
                  <a:gd name="connsiteX83" fmla="*/ 318715 w 605522"/>
                  <a:gd name="connsiteY83" fmla="*/ 95816 h 604605"/>
                  <a:gd name="connsiteX84" fmla="*/ 302701 w 605522"/>
                  <a:gd name="connsiteY84" fmla="*/ 111685 h 604605"/>
                  <a:gd name="connsiteX85" fmla="*/ 286807 w 605522"/>
                  <a:gd name="connsiteY85" fmla="*/ 95816 h 604605"/>
                  <a:gd name="connsiteX86" fmla="*/ 302701 w 605522"/>
                  <a:gd name="connsiteY86" fmla="*/ 0 h 604605"/>
                  <a:gd name="connsiteX87" fmla="*/ 605522 w 605522"/>
                  <a:gd name="connsiteY87" fmla="*/ 302243 h 604605"/>
                  <a:gd name="connsiteX88" fmla="*/ 302701 w 605522"/>
                  <a:gd name="connsiteY88" fmla="*/ 604605 h 604605"/>
                  <a:gd name="connsiteX89" fmla="*/ 0 w 605522"/>
                  <a:gd name="connsiteY89" fmla="*/ 302243 h 604605"/>
                  <a:gd name="connsiteX90" fmla="*/ 302701 w 605522"/>
                  <a:gd name="connsiteY90" fmla="*/ 0 h 604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605522" h="604605">
                    <a:moveTo>
                      <a:pt x="169739" y="214306"/>
                    </a:moveTo>
                    <a:cubicBezTo>
                      <a:pt x="174669" y="212874"/>
                      <a:pt x="180136" y="213322"/>
                      <a:pt x="184976" y="216005"/>
                    </a:cubicBezTo>
                    <a:lnTo>
                      <a:pt x="287155" y="272658"/>
                    </a:lnTo>
                    <a:cubicBezTo>
                      <a:pt x="291816" y="270153"/>
                      <a:pt x="297074" y="268841"/>
                      <a:pt x="302691" y="268841"/>
                    </a:cubicBezTo>
                    <a:cubicBezTo>
                      <a:pt x="308307" y="268841"/>
                      <a:pt x="313685" y="270153"/>
                      <a:pt x="318346" y="272658"/>
                    </a:cubicBezTo>
                    <a:lnTo>
                      <a:pt x="420524" y="216005"/>
                    </a:lnTo>
                    <a:cubicBezTo>
                      <a:pt x="430204" y="210638"/>
                      <a:pt x="442394" y="214216"/>
                      <a:pt x="447652" y="223877"/>
                    </a:cubicBezTo>
                    <a:cubicBezTo>
                      <a:pt x="453030" y="233418"/>
                      <a:pt x="449564" y="245584"/>
                      <a:pt x="439884" y="250951"/>
                    </a:cubicBezTo>
                    <a:lnTo>
                      <a:pt x="335674" y="308677"/>
                    </a:lnTo>
                    <a:cubicBezTo>
                      <a:pt x="332567" y="324063"/>
                      <a:pt x="319063" y="335751"/>
                      <a:pt x="302691" y="335751"/>
                    </a:cubicBezTo>
                    <a:cubicBezTo>
                      <a:pt x="286438" y="335751"/>
                      <a:pt x="272814" y="324182"/>
                      <a:pt x="269826" y="308677"/>
                    </a:cubicBezTo>
                    <a:lnTo>
                      <a:pt x="165497" y="250951"/>
                    </a:lnTo>
                    <a:cubicBezTo>
                      <a:pt x="155817" y="245584"/>
                      <a:pt x="152351" y="233418"/>
                      <a:pt x="157729" y="223877"/>
                    </a:cubicBezTo>
                    <a:cubicBezTo>
                      <a:pt x="160418" y="219047"/>
                      <a:pt x="164810" y="215737"/>
                      <a:pt x="169739" y="214306"/>
                    </a:cubicBezTo>
                    <a:close/>
                    <a:moveTo>
                      <a:pt x="286807" y="64195"/>
                    </a:moveTo>
                    <a:cubicBezTo>
                      <a:pt x="252032" y="66462"/>
                      <a:pt x="219169" y="76247"/>
                      <a:pt x="190010" y="91878"/>
                    </a:cubicBezTo>
                    <a:lnTo>
                      <a:pt x="203036" y="114311"/>
                    </a:lnTo>
                    <a:cubicBezTo>
                      <a:pt x="204231" y="116339"/>
                      <a:pt x="204470" y="118606"/>
                      <a:pt x="203872" y="120754"/>
                    </a:cubicBezTo>
                    <a:cubicBezTo>
                      <a:pt x="203394" y="122902"/>
                      <a:pt x="201960" y="124692"/>
                      <a:pt x="200048" y="125885"/>
                    </a:cubicBezTo>
                    <a:cubicBezTo>
                      <a:pt x="197419" y="127436"/>
                      <a:pt x="194193" y="127317"/>
                      <a:pt x="191564" y="125885"/>
                    </a:cubicBezTo>
                    <a:cubicBezTo>
                      <a:pt x="190249" y="125169"/>
                      <a:pt x="189173" y="124095"/>
                      <a:pt x="188456" y="122782"/>
                    </a:cubicBezTo>
                    <a:lnTo>
                      <a:pt x="175431" y="100469"/>
                    </a:lnTo>
                    <a:cubicBezTo>
                      <a:pt x="147108" y="118248"/>
                      <a:pt x="122849" y="141874"/>
                      <a:pt x="104207" y="169557"/>
                    </a:cubicBezTo>
                    <a:lnTo>
                      <a:pt x="131692" y="185307"/>
                    </a:lnTo>
                    <a:cubicBezTo>
                      <a:pt x="139221" y="189722"/>
                      <a:pt x="141850" y="199387"/>
                      <a:pt x="137428" y="207024"/>
                    </a:cubicBezTo>
                    <a:cubicBezTo>
                      <a:pt x="134560" y="212155"/>
                      <a:pt x="129183" y="215018"/>
                      <a:pt x="123686" y="215018"/>
                    </a:cubicBezTo>
                    <a:cubicBezTo>
                      <a:pt x="120937" y="215018"/>
                      <a:pt x="118188" y="214302"/>
                      <a:pt x="115679" y="212871"/>
                    </a:cubicBezTo>
                    <a:lnTo>
                      <a:pt x="88313" y="197001"/>
                    </a:lnTo>
                    <a:cubicBezTo>
                      <a:pt x="73614" y="226593"/>
                      <a:pt x="65010" y="259645"/>
                      <a:pt x="63815" y="294606"/>
                    </a:cubicBezTo>
                    <a:lnTo>
                      <a:pt x="89866" y="294487"/>
                    </a:lnTo>
                    <a:cubicBezTo>
                      <a:pt x="94527" y="294487"/>
                      <a:pt x="98351" y="298305"/>
                      <a:pt x="98351" y="302959"/>
                    </a:cubicBezTo>
                    <a:cubicBezTo>
                      <a:pt x="98351" y="305107"/>
                      <a:pt x="97514" y="307254"/>
                      <a:pt x="95841" y="308925"/>
                    </a:cubicBezTo>
                    <a:cubicBezTo>
                      <a:pt x="94288" y="310476"/>
                      <a:pt x="92256" y="311311"/>
                      <a:pt x="89986" y="311311"/>
                    </a:cubicBezTo>
                    <a:lnTo>
                      <a:pt x="63934" y="311431"/>
                    </a:lnTo>
                    <a:cubicBezTo>
                      <a:pt x="65249" y="345795"/>
                      <a:pt x="73853" y="378370"/>
                      <a:pt x="88313" y="407604"/>
                    </a:cubicBezTo>
                    <a:lnTo>
                      <a:pt x="115679" y="391734"/>
                    </a:lnTo>
                    <a:cubicBezTo>
                      <a:pt x="123327" y="387320"/>
                      <a:pt x="133126" y="389945"/>
                      <a:pt x="137428" y="397581"/>
                    </a:cubicBezTo>
                    <a:cubicBezTo>
                      <a:pt x="141850" y="405218"/>
                      <a:pt x="139221" y="414883"/>
                      <a:pt x="131692" y="419298"/>
                    </a:cubicBezTo>
                    <a:lnTo>
                      <a:pt x="104207" y="435048"/>
                    </a:lnTo>
                    <a:cubicBezTo>
                      <a:pt x="123208" y="463208"/>
                      <a:pt x="147825" y="487073"/>
                      <a:pt x="176626" y="504971"/>
                    </a:cubicBezTo>
                    <a:lnTo>
                      <a:pt x="189532" y="482419"/>
                    </a:lnTo>
                    <a:cubicBezTo>
                      <a:pt x="191086" y="479794"/>
                      <a:pt x="193834" y="478243"/>
                      <a:pt x="196941" y="478243"/>
                    </a:cubicBezTo>
                    <a:cubicBezTo>
                      <a:pt x="198375" y="478243"/>
                      <a:pt x="199809" y="478601"/>
                      <a:pt x="201124" y="479317"/>
                    </a:cubicBezTo>
                    <a:cubicBezTo>
                      <a:pt x="203036" y="480510"/>
                      <a:pt x="204470" y="482300"/>
                      <a:pt x="205067" y="484448"/>
                    </a:cubicBezTo>
                    <a:cubicBezTo>
                      <a:pt x="205665" y="486595"/>
                      <a:pt x="205306" y="488863"/>
                      <a:pt x="204231" y="490772"/>
                    </a:cubicBezTo>
                    <a:lnTo>
                      <a:pt x="191325" y="513324"/>
                    </a:lnTo>
                    <a:cubicBezTo>
                      <a:pt x="220125" y="528597"/>
                      <a:pt x="252510" y="538143"/>
                      <a:pt x="286807" y="540410"/>
                    </a:cubicBezTo>
                    <a:lnTo>
                      <a:pt x="286807" y="508789"/>
                    </a:lnTo>
                    <a:cubicBezTo>
                      <a:pt x="286807" y="499960"/>
                      <a:pt x="293978" y="492800"/>
                      <a:pt x="302701" y="492800"/>
                    </a:cubicBezTo>
                    <a:cubicBezTo>
                      <a:pt x="311545" y="492800"/>
                      <a:pt x="318715" y="499960"/>
                      <a:pt x="318715" y="508789"/>
                    </a:cubicBezTo>
                    <a:lnTo>
                      <a:pt x="318715" y="540410"/>
                    </a:lnTo>
                    <a:cubicBezTo>
                      <a:pt x="353490" y="538143"/>
                      <a:pt x="386354" y="528358"/>
                      <a:pt x="415512" y="512608"/>
                    </a:cubicBezTo>
                    <a:lnTo>
                      <a:pt x="402367" y="490175"/>
                    </a:lnTo>
                    <a:cubicBezTo>
                      <a:pt x="401291" y="488266"/>
                      <a:pt x="400933" y="485999"/>
                      <a:pt x="401530" y="483851"/>
                    </a:cubicBezTo>
                    <a:cubicBezTo>
                      <a:pt x="402128" y="481703"/>
                      <a:pt x="403562" y="479794"/>
                      <a:pt x="405474" y="478720"/>
                    </a:cubicBezTo>
                    <a:cubicBezTo>
                      <a:pt x="406789" y="478004"/>
                      <a:pt x="408223" y="477527"/>
                      <a:pt x="409657" y="477527"/>
                    </a:cubicBezTo>
                    <a:cubicBezTo>
                      <a:pt x="412644" y="477527"/>
                      <a:pt x="415512" y="479198"/>
                      <a:pt x="416946" y="481703"/>
                    </a:cubicBezTo>
                    <a:lnTo>
                      <a:pt x="430092" y="504136"/>
                    </a:lnTo>
                    <a:cubicBezTo>
                      <a:pt x="458294" y="486357"/>
                      <a:pt x="482553" y="462731"/>
                      <a:pt x="501196" y="435048"/>
                    </a:cubicBezTo>
                    <a:lnTo>
                      <a:pt x="473830" y="419298"/>
                    </a:lnTo>
                    <a:cubicBezTo>
                      <a:pt x="466182" y="414883"/>
                      <a:pt x="463672" y="405218"/>
                      <a:pt x="467974" y="397581"/>
                    </a:cubicBezTo>
                    <a:cubicBezTo>
                      <a:pt x="472396" y="389945"/>
                      <a:pt x="482195" y="387320"/>
                      <a:pt x="489724" y="391734"/>
                    </a:cubicBezTo>
                    <a:lnTo>
                      <a:pt x="517209" y="407485"/>
                    </a:lnTo>
                    <a:cubicBezTo>
                      <a:pt x="531789" y="377893"/>
                      <a:pt x="540512" y="344841"/>
                      <a:pt x="541588" y="309999"/>
                    </a:cubicBezTo>
                    <a:lnTo>
                      <a:pt x="515536" y="309999"/>
                    </a:lnTo>
                    <a:cubicBezTo>
                      <a:pt x="514102" y="309999"/>
                      <a:pt x="512668" y="309641"/>
                      <a:pt x="511354" y="308925"/>
                    </a:cubicBezTo>
                    <a:cubicBezTo>
                      <a:pt x="508725" y="307493"/>
                      <a:pt x="507171" y="304629"/>
                      <a:pt x="507171" y="301646"/>
                    </a:cubicBezTo>
                    <a:cubicBezTo>
                      <a:pt x="507171" y="299379"/>
                      <a:pt x="508008" y="297351"/>
                      <a:pt x="509561" y="295680"/>
                    </a:cubicBezTo>
                    <a:cubicBezTo>
                      <a:pt x="511115" y="294129"/>
                      <a:pt x="513266" y="293174"/>
                      <a:pt x="515536" y="293174"/>
                    </a:cubicBezTo>
                    <a:lnTo>
                      <a:pt x="541588" y="293174"/>
                    </a:lnTo>
                    <a:cubicBezTo>
                      <a:pt x="540273" y="258810"/>
                      <a:pt x="531669" y="226235"/>
                      <a:pt x="517209" y="197001"/>
                    </a:cubicBezTo>
                    <a:lnTo>
                      <a:pt x="489724" y="212871"/>
                    </a:lnTo>
                    <a:cubicBezTo>
                      <a:pt x="487214" y="214302"/>
                      <a:pt x="484585" y="215018"/>
                      <a:pt x="481836" y="215018"/>
                    </a:cubicBezTo>
                    <a:cubicBezTo>
                      <a:pt x="476339" y="215018"/>
                      <a:pt x="470962" y="212155"/>
                      <a:pt x="467974" y="207024"/>
                    </a:cubicBezTo>
                    <a:cubicBezTo>
                      <a:pt x="463553" y="199387"/>
                      <a:pt x="466182" y="189722"/>
                      <a:pt x="473830" y="185307"/>
                    </a:cubicBezTo>
                    <a:lnTo>
                      <a:pt x="501196" y="169437"/>
                    </a:lnTo>
                    <a:cubicBezTo>
                      <a:pt x="482314" y="141397"/>
                      <a:pt x="457577" y="117532"/>
                      <a:pt x="428777" y="99634"/>
                    </a:cubicBezTo>
                    <a:lnTo>
                      <a:pt x="415871" y="122066"/>
                    </a:lnTo>
                    <a:cubicBezTo>
                      <a:pt x="414437" y="124692"/>
                      <a:pt x="411569" y="126362"/>
                      <a:pt x="408581" y="126362"/>
                    </a:cubicBezTo>
                    <a:cubicBezTo>
                      <a:pt x="407147" y="126362"/>
                      <a:pt x="405713" y="126004"/>
                      <a:pt x="404398" y="125288"/>
                    </a:cubicBezTo>
                    <a:cubicBezTo>
                      <a:pt x="400335" y="122902"/>
                      <a:pt x="398901" y="117771"/>
                      <a:pt x="401291" y="113714"/>
                    </a:cubicBezTo>
                    <a:lnTo>
                      <a:pt x="414198" y="91281"/>
                    </a:lnTo>
                    <a:cubicBezTo>
                      <a:pt x="385278" y="76008"/>
                      <a:pt x="353012" y="66462"/>
                      <a:pt x="318715" y="64195"/>
                    </a:cubicBezTo>
                    <a:lnTo>
                      <a:pt x="318715" y="95816"/>
                    </a:lnTo>
                    <a:cubicBezTo>
                      <a:pt x="318715" y="104645"/>
                      <a:pt x="311545" y="111685"/>
                      <a:pt x="302701" y="111685"/>
                    </a:cubicBezTo>
                    <a:cubicBezTo>
                      <a:pt x="293978" y="111685"/>
                      <a:pt x="286807" y="104645"/>
                      <a:pt x="286807" y="95816"/>
                    </a:cubicBezTo>
                    <a:close/>
                    <a:moveTo>
                      <a:pt x="302701" y="0"/>
                    </a:moveTo>
                    <a:cubicBezTo>
                      <a:pt x="469647" y="0"/>
                      <a:pt x="605522" y="135550"/>
                      <a:pt x="605522" y="302243"/>
                    </a:cubicBezTo>
                    <a:cubicBezTo>
                      <a:pt x="605522" y="468936"/>
                      <a:pt x="469647" y="604605"/>
                      <a:pt x="302701" y="604605"/>
                    </a:cubicBezTo>
                    <a:cubicBezTo>
                      <a:pt x="135755" y="604605"/>
                      <a:pt x="0" y="468936"/>
                      <a:pt x="0" y="302243"/>
                    </a:cubicBezTo>
                    <a:cubicBezTo>
                      <a:pt x="0" y="135550"/>
                      <a:pt x="135755" y="0"/>
                      <a:pt x="302701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îṧļíḑe"/>
              <p:cNvSpPr/>
              <p:nvPr/>
            </p:nvSpPr>
            <p:spPr bwMode="auto">
              <a:xfrm>
                <a:off x="4092177" y="2544334"/>
                <a:ext cx="765000" cy="7650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ïṥľíḍe"/>
              <p:cNvSpPr/>
              <p:nvPr/>
            </p:nvSpPr>
            <p:spPr bwMode="auto">
              <a:xfrm>
                <a:off x="4246244" y="2698747"/>
                <a:ext cx="456866" cy="456174"/>
              </a:xfrm>
              <a:custGeom>
                <a:avLst/>
                <a:gdLst>
                  <a:gd name="connsiteX0" fmla="*/ 169739 w 605522"/>
                  <a:gd name="connsiteY0" fmla="*/ 214306 h 604605"/>
                  <a:gd name="connsiteX1" fmla="*/ 184976 w 605522"/>
                  <a:gd name="connsiteY1" fmla="*/ 216005 h 604605"/>
                  <a:gd name="connsiteX2" fmla="*/ 287155 w 605522"/>
                  <a:gd name="connsiteY2" fmla="*/ 272658 h 604605"/>
                  <a:gd name="connsiteX3" fmla="*/ 302691 w 605522"/>
                  <a:gd name="connsiteY3" fmla="*/ 268841 h 604605"/>
                  <a:gd name="connsiteX4" fmla="*/ 318346 w 605522"/>
                  <a:gd name="connsiteY4" fmla="*/ 272658 h 604605"/>
                  <a:gd name="connsiteX5" fmla="*/ 420524 w 605522"/>
                  <a:gd name="connsiteY5" fmla="*/ 216005 h 604605"/>
                  <a:gd name="connsiteX6" fmla="*/ 447652 w 605522"/>
                  <a:gd name="connsiteY6" fmla="*/ 223877 h 604605"/>
                  <a:gd name="connsiteX7" fmla="*/ 439884 w 605522"/>
                  <a:gd name="connsiteY7" fmla="*/ 250951 h 604605"/>
                  <a:gd name="connsiteX8" fmla="*/ 335674 w 605522"/>
                  <a:gd name="connsiteY8" fmla="*/ 308677 h 604605"/>
                  <a:gd name="connsiteX9" fmla="*/ 302691 w 605522"/>
                  <a:gd name="connsiteY9" fmla="*/ 335751 h 604605"/>
                  <a:gd name="connsiteX10" fmla="*/ 269826 w 605522"/>
                  <a:gd name="connsiteY10" fmla="*/ 308677 h 604605"/>
                  <a:gd name="connsiteX11" fmla="*/ 165497 w 605522"/>
                  <a:gd name="connsiteY11" fmla="*/ 250951 h 604605"/>
                  <a:gd name="connsiteX12" fmla="*/ 157729 w 605522"/>
                  <a:gd name="connsiteY12" fmla="*/ 223877 h 604605"/>
                  <a:gd name="connsiteX13" fmla="*/ 169739 w 605522"/>
                  <a:gd name="connsiteY13" fmla="*/ 214306 h 604605"/>
                  <a:gd name="connsiteX14" fmla="*/ 286807 w 605522"/>
                  <a:gd name="connsiteY14" fmla="*/ 64195 h 604605"/>
                  <a:gd name="connsiteX15" fmla="*/ 190010 w 605522"/>
                  <a:gd name="connsiteY15" fmla="*/ 91878 h 604605"/>
                  <a:gd name="connsiteX16" fmla="*/ 203036 w 605522"/>
                  <a:gd name="connsiteY16" fmla="*/ 114311 h 604605"/>
                  <a:gd name="connsiteX17" fmla="*/ 203872 w 605522"/>
                  <a:gd name="connsiteY17" fmla="*/ 120754 h 604605"/>
                  <a:gd name="connsiteX18" fmla="*/ 200048 w 605522"/>
                  <a:gd name="connsiteY18" fmla="*/ 125885 h 604605"/>
                  <a:gd name="connsiteX19" fmla="*/ 191564 w 605522"/>
                  <a:gd name="connsiteY19" fmla="*/ 125885 h 604605"/>
                  <a:gd name="connsiteX20" fmla="*/ 188456 w 605522"/>
                  <a:gd name="connsiteY20" fmla="*/ 122782 h 604605"/>
                  <a:gd name="connsiteX21" fmla="*/ 175431 w 605522"/>
                  <a:gd name="connsiteY21" fmla="*/ 100469 h 604605"/>
                  <a:gd name="connsiteX22" fmla="*/ 104207 w 605522"/>
                  <a:gd name="connsiteY22" fmla="*/ 169557 h 604605"/>
                  <a:gd name="connsiteX23" fmla="*/ 131692 w 605522"/>
                  <a:gd name="connsiteY23" fmla="*/ 185307 h 604605"/>
                  <a:gd name="connsiteX24" fmla="*/ 137428 w 605522"/>
                  <a:gd name="connsiteY24" fmla="*/ 207024 h 604605"/>
                  <a:gd name="connsiteX25" fmla="*/ 123686 w 605522"/>
                  <a:gd name="connsiteY25" fmla="*/ 215018 h 604605"/>
                  <a:gd name="connsiteX26" fmla="*/ 115679 w 605522"/>
                  <a:gd name="connsiteY26" fmla="*/ 212871 h 604605"/>
                  <a:gd name="connsiteX27" fmla="*/ 88313 w 605522"/>
                  <a:gd name="connsiteY27" fmla="*/ 197001 h 604605"/>
                  <a:gd name="connsiteX28" fmla="*/ 63815 w 605522"/>
                  <a:gd name="connsiteY28" fmla="*/ 294606 h 604605"/>
                  <a:gd name="connsiteX29" fmla="*/ 89866 w 605522"/>
                  <a:gd name="connsiteY29" fmla="*/ 294487 h 604605"/>
                  <a:gd name="connsiteX30" fmla="*/ 98351 w 605522"/>
                  <a:gd name="connsiteY30" fmla="*/ 302959 h 604605"/>
                  <a:gd name="connsiteX31" fmla="*/ 95841 w 605522"/>
                  <a:gd name="connsiteY31" fmla="*/ 308925 h 604605"/>
                  <a:gd name="connsiteX32" fmla="*/ 89986 w 605522"/>
                  <a:gd name="connsiteY32" fmla="*/ 311311 h 604605"/>
                  <a:gd name="connsiteX33" fmla="*/ 63934 w 605522"/>
                  <a:gd name="connsiteY33" fmla="*/ 311431 h 604605"/>
                  <a:gd name="connsiteX34" fmla="*/ 88313 w 605522"/>
                  <a:gd name="connsiteY34" fmla="*/ 407604 h 604605"/>
                  <a:gd name="connsiteX35" fmla="*/ 115679 w 605522"/>
                  <a:gd name="connsiteY35" fmla="*/ 391734 h 604605"/>
                  <a:gd name="connsiteX36" fmla="*/ 137428 w 605522"/>
                  <a:gd name="connsiteY36" fmla="*/ 397581 h 604605"/>
                  <a:gd name="connsiteX37" fmla="*/ 131692 w 605522"/>
                  <a:gd name="connsiteY37" fmla="*/ 419298 h 604605"/>
                  <a:gd name="connsiteX38" fmla="*/ 104207 w 605522"/>
                  <a:gd name="connsiteY38" fmla="*/ 435048 h 604605"/>
                  <a:gd name="connsiteX39" fmla="*/ 176626 w 605522"/>
                  <a:gd name="connsiteY39" fmla="*/ 504971 h 604605"/>
                  <a:gd name="connsiteX40" fmla="*/ 189532 w 605522"/>
                  <a:gd name="connsiteY40" fmla="*/ 482419 h 604605"/>
                  <a:gd name="connsiteX41" fmla="*/ 196941 w 605522"/>
                  <a:gd name="connsiteY41" fmla="*/ 478243 h 604605"/>
                  <a:gd name="connsiteX42" fmla="*/ 201124 w 605522"/>
                  <a:gd name="connsiteY42" fmla="*/ 479317 h 604605"/>
                  <a:gd name="connsiteX43" fmla="*/ 205067 w 605522"/>
                  <a:gd name="connsiteY43" fmla="*/ 484448 h 604605"/>
                  <a:gd name="connsiteX44" fmla="*/ 204231 w 605522"/>
                  <a:gd name="connsiteY44" fmla="*/ 490772 h 604605"/>
                  <a:gd name="connsiteX45" fmla="*/ 191325 w 605522"/>
                  <a:gd name="connsiteY45" fmla="*/ 513324 h 604605"/>
                  <a:gd name="connsiteX46" fmla="*/ 286807 w 605522"/>
                  <a:gd name="connsiteY46" fmla="*/ 540410 h 604605"/>
                  <a:gd name="connsiteX47" fmla="*/ 286807 w 605522"/>
                  <a:gd name="connsiteY47" fmla="*/ 508789 h 604605"/>
                  <a:gd name="connsiteX48" fmla="*/ 302701 w 605522"/>
                  <a:gd name="connsiteY48" fmla="*/ 492800 h 604605"/>
                  <a:gd name="connsiteX49" fmla="*/ 318715 w 605522"/>
                  <a:gd name="connsiteY49" fmla="*/ 508789 h 604605"/>
                  <a:gd name="connsiteX50" fmla="*/ 318715 w 605522"/>
                  <a:gd name="connsiteY50" fmla="*/ 540410 h 604605"/>
                  <a:gd name="connsiteX51" fmla="*/ 415512 w 605522"/>
                  <a:gd name="connsiteY51" fmla="*/ 512608 h 604605"/>
                  <a:gd name="connsiteX52" fmla="*/ 402367 w 605522"/>
                  <a:gd name="connsiteY52" fmla="*/ 490175 h 604605"/>
                  <a:gd name="connsiteX53" fmla="*/ 401530 w 605522"/>
                  <a:gd name="connsiteY53" fmla="*/ 483851 h 604605"/>
                  <a:gd name="connsiteX54" fmla="*/ 405474 w 605522"/>
                  <a:gd name="connsiteY54" fmla="*/ 478720 h 604605"/>
                  <a:gd name="connsiteX55" fmla="*/ 409657 w 605522"/>
                  <a:gd name="connsiteY55" fmla="*/ 477527 h 604605"/>
                  <a:gd name="connsiteX56" fmla="*/ 416946 w 605522"/>
                  <a:gd name="connsiteY56" fmla="*/ 481703 h 604605"/>
                  <a:gd name="connsiteX57" fmla="*/ 430092 w 605522"/>
                  <a:gd name="connsiteY57" fmla="*/ 504136 h 604605"/>
                  <a:gd name="connsiteX58" fmla="*/ 501196 w 605522"/>
                  <a:gd name="connsiteY58" fmla="*/ 435048 h 604605"/>
                  <a:gd name="connsiteX59" fmla="*/ 473830 w 605522"/>
                  <a:gd name="connsiteY59" fmla="*/ 419298 h 604605"/>
                  <a:gd name="connsiteX60" fmla="*/ 467974 w 605522"/>
                  <a:gd name="connsiteY60" fmla="*/ 397581 h 604605"/>
                  <a:gd name="connsiteX61" fmla="*/ 489724 w 605522"/>
                  <a:gd name="connsiteY61" fmla="*/ 391734 h 604605"/>
                  <a:gd name="connsiteX62" fmla="*/ 517209 w 605522"/>
                  <a:gd name="connsiteY62" fmla="*/ 407485 h 604605"/>
                  <a:gd name="connsiteX63" fmla="*/ 541588 w 605522"/>
                  <a:gd name="connsiteY63" fmla="*/ 309999 h 604605"/>
                  <a:gd name="connsiteX64" fmla="*/ 515536 w 605522"/>
                  <a:gd name="connsiteY64" fmla="*/ 309999 h 604605"/>
                  <a:gd name="connsiteX65" fmla="*/ 511354 w 605522"/>
                  <a:gd name="connsiteY65" fmla="*/ 308925 h 604605"/>
                  <a:gd name="connsiteX66" fmla="*/ 507171 w 605522"/>
                  <a:gd name="connsiteY66" fmla="*/ 301646 h 604605"/>
                  <a:gd name="connsiteX67" fmla="*/ 509561 w 605522"/>
                  <a:gd name="connsiteY67" fmla="*/ 295680 h 604605"/>
                  <a:gd name="connsiteX68" fmla="*/ 515536 w 605522"/>
                  <a:gd name="connsiteY68" fmla="*/ 293174 h 604605"/>
                  <a:gd name="connsiteX69" fmla="*/ 541588 w 605522"/>
                  <a:gd name="connsiteY69" fmla="*/ 293174 h 604605"/>
                  <a:gd name="connsiteX70" fmla="*/ 517209 w 605522"/>
                  <a:gd name="connsiteY70" fmla="*/ 197001 h 604605"/>
                  <a:gd name="connsiteX71" fmla="*/ 489724 w 605522"/>
                  <a:gd name="connsiteY71" fmla="*/ 212871 h 604605"/>
                  <a:gd name="connsiteX72" fmla="*/ 481836 w 605522"/>
                  <a:gd name="connsiteY72" fmla="*/ 215018 h 604605"/>
                  <a:gd name="connsiteX73" fmla="*/ 467974 w 605522"/>
                  <a:gd name="connsiteY73" fmla="*/ 207024 h 604605"/>
                  <a:gd name="connsiteX74" fmla="*/ 473830 w 605522"/>
                  <a:gd name="connsiteY74" fmla="*/ 185307 h 604605"/>
                  <a:gd name="connsiteX75" fmla="*/ 501196 w 605522"/>
                  <a:gd name="connsiteY75" fmla="*/ 169437 h 604605"/>
                  <a:gd name="connsiteX76" fmla="*/ 428777 w 605522"/>
                  <a:gd name="connsiteY76" fmla="*/ 99634 h 604605"/>
                  <a:gd name="connsiteX77" fmla="*/ 415871 w 605522"/>
                  <a:gd name="connsiteY77" fmla="*/ 122066 h 604605"/>
                  <a:gd name="connsiteX78" fmla="*/ 408581 w 605522"/>
                  <a:gd name="connsiteY78" fmla="*/ 126362 h 604605"/>
                  <a:gd name="connsiteX79" fmla="*/ 404398 w 605522"/>
                  <a:gd name="connsiteY79" fmla="*/ 125288 h 604605"/>
                  <a:gd name="connsiteX80" fmla="*/ 401291 w 605522"/>
                  <a:gd name="connsiteY80" fmla="*/ 113714 h 604605"/>
                  <a:gd name="connsiteX81" fmla="*/ 414198 w 605522"/>
                  <a:gd name="connsiteY81" fmla="*/ 91281 h 604605"/>
                  <a:gd name="connsiteX82" fmla="*/ 318715 w 605522"/>
                  <a:gd name="connsiteY82" fmla="*/ 64195 h 604605"/>
                  <a:gd name="connsiteX83" fmla="*/ 318715 w 605522"/>
                  <a:gd name="connsiteY83" fmla="*/ 95816 h 604605"/>
                  <a:gd name="connsiteX84" fmla="*/ 302701 w 605522"/>
                  <a:gd name="connsiteY84" fmla="*/ 111685 h 604605"/>
                  <a:gd name="connsiteX85" fmla="*/ 286807 w 605522"/>
                  <a:gd name="connsiteY85" fmla="*/ 95816 h 604605"/>
                  <a:gd name="connsiteX86" fmla="*/ 302701 w 605522"/>
                  <a:gd name="connsiteY86" fmla="*/ 0 h 604605"/>
                  <a:gd name="connsiteX87" fmla="*/ 605522 w 605522"/>
                  <a:gd name="connsiteY87" fmla="*/ 302243 h 604605"/>
                  <a:gd name="connsiteX88" fmla="*/ 302701 w 605522"/>
                  <a:gd name="connsiteY88" fmla="*/ 604605 h 604605"/>
                  <a:gd name="connsiteX89" fmla="*/ 0 w 605522"/>
                  <a:gd name="connsiteY89" fmla="*/ 302243 h 604605"/>
                  <a:gd name="connsiteX90" fmla="*/ 302701 w 605522"/>
                  <a:gd name="connsiteY90" fmla="*/ 0 h 604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605522" h="604605">
                    <a:moveTo>
                      <a:pt x="169739" y="214306"/>
                    </a:moveTo>
                    <a:cubicBezTo>
                      <a:pt x="174669" y="212874"/>
                      <a:pt x="180136" y="213322"/>
                      <a:pt x="184976" y="216005"/>
                    </a:cubicBezTo>
                    <a:lnTo>
                      <a:pt x="287155" y="272658"/>
                    </a:lnTo>
                    <a:cubicBezTo>
                      <a:pt x="291816" y="270153"/>
                      <a:pt x="297074" y="268841"/>
                      <a:pt x="302691" y="268841"/>
                    </a:cubicBezTo>
                    <a:cubicBezTo>
                      <a:pt x="308307" y="268841"/>
                      <a:pt x="313685" y="270153"/>
                      <a:pt x="318346" y="272658"/>
                    </a:cubicBezTo>
                    <a:lnTo>
                      <a:pt x="420524" y="216005"/>
                    </a:lnTo>
                    <a:cubicBezTo>
                      <a:pt x="430204" y="210638"/>
                      <a:pt x="442394" y="214216"/>
                      <a:pt x="447652" y="223877"/>
                    </a:cubicBezTo>
                    <a:cubicBezTo>
                      <a:pt x="453030" y="233418"/>
                      <a:pt x="449564" y="245584"/>
                      <a:pt x="439884" y="250951"/>
                    </a:cubicBezTo>
                    <a:lnTo>
                      <a:pt x="335674" y="308677"/>
                    </a:lnTo>
                    <a:cubicBezTo>
                      <a:pt x="332567" y="324063"/>
                      <a:pt x="319063" y="335751"/>
                      <a:pt x="302691" y="335751"/>
                    </a:cubicBezTo>
                    <a:cubicBezTo>
                      <a:pt x="286438" y="335751"/>
                      <a:pt x="272814" y="324182"/>
                      <a:pt x="269826" y="308677"/>
                    </a:cubicBezTo>
                    <a:lnTo>
                      <a:pt x="165497" y="250951"/>
                    </a:lnTo>
                    <a:cubicBezTo>
                      <a:pt x="155817" y="245584"/>
                      <a:pt x="152351" y="233418"/>
                      <a:pt x="157729" y="223877"/>
                    </a:cubicBezTo>
                    <a:cubicBezTo>
                      <a:pt x="160418" y="219047"/>
                      <a:pt x="164810" y="215737"/>
                      <a:pt x="169739" y="214306"/>
                    </a:cubicBezTo>
                    <a:close/>
                    <a:moveTo>
                      <a:pt x="286807" y="64195"/>
                    </a:moveTo>
                    <a:cubicBezTo>
                      <a:pt x="252032" y="66462"/>
                      <a:pt x="219169" y="76247"/>
                      <a:pt x="190010" y="91878"/>
                    </a:cubicBezTo>
                    <a:lnTo>
                      <a:pt x="203036" y="114311"/>
                    </a:lnTo>
                    <a:cubicBezTo>
                      <a:pt x="204231" y="116339"/>
                      <a:pt x="204470" y="118606"/>
                      <a:pt x="203872" y="120754"/>
                    </a:cubicBezTo>
                    <a:cubicBezTo>
                      <a:pt x="203394" y="122902"/>
                      <a:pt x="201960" y="124692"/>
                      <a:pt x="200048" y="125885"/>
                    </a:cubicBezTo>
                    <a:cubicBezTo>
                      <a:pt x="197419" y="127436"/>
                      <a:pt x="194193" y="127317"/>
                      <a:pt x="191564" y="125885"/>
                    </a:cubicBezTo>
                    <a:cubicBezTo>
                      <a:pt x="190249" y="125169"/>
                      <a:pt x="189173" y="124095"/>
                      <a:pt x="188456" y="122782"/>
                    </a:cubicBezTo>
                    <a:lnTo>
                      <a:pt x="175431" y="100469"/>
                    </a:lnTo>
                    <a:cubicBezTo>
                      <a:pt x="147108" y="118248"/>
                      <a:pt x="122849" y="141874"/>
                      <a:pt x="104207" y="169557"/>
                    </a:cubicBezTo>
                    <a:lnTo>
                      <a:pt x="131692" y="185307"/>
                    </a:lnTo>
                    <a:cubicBezTo>
                      <a:pt x="139221" y="189722"/>
                      <a:pt x="141850" y="199387"/>
                      <a:pt x="137428" y="207024"/>
                    </a:cubicBezTo>
                    <a:cubicBezTo>
                      <a:pt x="134560" y="212155"/>
                      <a:pt x="129183" y="215018"/>
                      <a:pt x="123686" y="215018"/>
                    </a:cubicBezTo>
                    <a:cubicBezTo>
                      <a:pt x="120937" y="215018"/>
                      <a:pt x="118188" y="214302"/>
                      <a:pt x="115679" y="212871"/>
                    </a:cubicBezTo>
                    <a:lnTo>
                      <a:pt x="88313" y="197001"/>
                    </a:lnTo>
                    <a:cubicBezTo>
                      <a:pt x="73614" y="226593"/>
                      <a:pt x="65010" y="259645"/>
                      <a:pt x="63815" y="294606"/>
                    </a:cubicBezTo>
                    <a:lnTo>
                      <a:pt x="89866" y="294487"/>
                    </a:lnTo>
                    <a:cubicBezTo>
                      <a:pt x="94527" y="294487"/>
                      <a:pt x="98351" y="298305"/>
                      <a:pt x="98351" y="302959"/>
                    </a:cubicBezTo>
                    <a:cubicBezTo>
                      <a:pt x="98351" y="305107"/>
                      <a:pt x="97514" y="307254"/>
                      <a:pt x="95841" y="308925"/>
                    </a:cubicBezTo>
                    <a:cubicBezTo>
                      <a:pt x="94288" y="310476"/>
                      <a:pt x="92256" y="311311"/>
                      <a:pt x="89986" y="311311"/>
                    </a:cubicBezTo>
                    <a:lnTo>
                      <a:pt x="63934" y="311431"/>
                    </a:lnTo>
                    <a:cubicBezTo>
                      <a:pt x="65249" y="345795"/>
                      <a:pt x="73853" y="378370"/>
                      <a:pt x="88313" y="407604"/>
                    </a:cubicBezTo>
                    <a:lnTo>
                      <a:pt x="115679" y="391734"/>
                    </a:lnTo>
                    <a:cubicBezTo>
                      <a:pt x="123327" y="387320"/>
                      <a:pt x="133126" y="389945"/>
                      <a:pt x="137428" y="397581"/>
                    </a:cubicBezTo>
                    <a:cubicBezTo>
                      <a:pt x="141850" y="405218"/>
                      <a:pt x="139221" y="414883"/>
                      <a:pt x="131692" y="419298"/>
                    </a:cubicBezTo>
                    <a:lnTo>
                      <a:pt x="104207" y="435048"/>
                    </a:lnTo>
                    <a:cubicBezTo>
                      <a:pt x="123208" y="463208"/>
                      <a:pt x="147825" y="487073"/>
                      <a:pt x="176626" y="504971"/>
                    </a:cubicBezTo>
                    <a:lnTo>
                      <a:pt x="189532" y="482419"/>
                    </a:lnTo>
                    <a:cubicBezTo>
                      <a:pt x="191086" y="479794"/>
                      <a:pt x="193834" y="478243"/>
                      <a:pt x="196941" y="478243"/>
                    </a:cubicBezTo>
                    <a:cubicBezTo>
                      <a:pt x="198375" y="478243"/>
                      <a:pt x="199809" y="478601"/>
                      <a:pt x="201124" y="479317"/>
                    </a:cubicBezTo>
                    <a:cubicBezTo>
                      <a:pt x="203036" y="480510"/>
                      <a:pt x="204470" y="482300"/>
                      <a:pt x="205067" y="484448"/>
                    </a:cubicBezTo>
                    <a:cubicBezTo>
                      <a:pt x="205665" y="486595"/>
                      <a:pt x="205306" y="488863"/>
                      <a:pt x="204231" y="490772"/>
                    </a:cubicBezTo>
                    <a:lnTo>
                      <a:pt x="191325" y="513324"/>
                    </a:lnTo>
                    <a:cubicBezTo>
                      <a:pt x="220125" y="528597"/>
                      <a:pt x="252510" y="538143"/>
                      <a:pt x="286807" y="540410"/>
                    </a:cubicBezTo>
                    <a:lnTo>
                      <a:pt x="286807" y="508789"/>
                    </a:lnTo>
                    <a:cubicBezTo>
                      <a:pt x="286807" y="499960"/>
                      <a:pt x="293978" y="492800"/>
                      <a:pt x="302701" y="492800"/>
                    </a:cubicBezTo>
                    <a:cubicBezTo>
                      <a:pt x="311545" y="492800"/>
                      <a:pt x="318715" y="499960"/>
                      <a:pt x="318715" y="508789"/>
                    </a:cubicBezTo>
                    <a:lnTo>
                      <a:pt x="318715" y="540410"/>
                    </a:lnTo>
                    <a:cubicBezTo>
                      <a:pt x="353490" y="538143"/>
                      <a:pt x="386354" y="528358"/>
                      <a:pt x="415512" y="512608"/>
                    </a:cubicBezTo>
                    <a:lnTo>
                      <a:pt x="402367" y="490175"/>
                    </a:lnTo>
                    <a:cubicBezTo>
                      <a:pt x="401291" y="488266"/>
                      <a:pt x="400933" y="485999"/>
                      <a:pt x="401530" y="483851"/>
                    </a:cubicBezTo>
                    <a:cubicBezTo>
                      <a:pt x="402128" y="481703"/>
                      <a:pt x="403562" y="479794"/>
                      <a:pt x="405474" y="478720"/>
                    </a:cubicBezTo>
                    <a:cubicBezTo>
                      <a:pt x="406789" y="478004"/>
                      <a:pt x="408223" y="477527"/>
                      <a:pt x="409657" y="477527"/>
                    </a:cubicBezTo>
                    <a:cubicBezTo>
                      <a:pt x="412644" y="477527"/>
                      <a:pt x="415512" y="479198"/>
                      <a:pt x="416946" y="481703"/>
                    </a:cubicBezTo>
                    <a:lnTo>
                      <a:pt x="430092" y="504136"/>
                    </a:lnTo>
                    <a:cubicBezTo>
                      <a:pt x="458294" y="486357"/>
                      <a:pt x="482553" y="462731"/>
                      <a:pt x="501196" y="435048"/>
                    </a:cubicBezTo>
                    <a:lnTo>
                      <a:pt x="473830" y="419298"/>
                    </a:lnTo>
                    <a:cubicBezTo>
                      <a:pt x="466182" y="414883"/>
                      <a:pt x="463672" y="405218"/>
                      <a:pt x="467974" y="397581"/>
                    </a:cubicBezTo>
                    <a:cubicBezTo>
                      <a:pt x="472396" y="389945"/>
                      <a:pt x="482195" y="387320"/>
                      <a:pt x="489724" y="391734"/>
                    </a:cubicBezTo>
                    <a:lnTo>
                      <a:pt x="517209" y="407485"/>
                    </a:lnTo>
                    <a:cubicBezTo>
                      <a:pt x="531789" y="377893"/>
                      <a:pt x="540512" y="344841"/>
                      <a:pt x="541588" y="309999"/>
                    </a:cubicBezTo>
                    <a:lnTo>
                      <a:pt x="515536" y="309999"/>
                    </a:lnTo>
                    <a:cubicBezTo>
                      <a:pt x="514102" y="309999"/>
                      <a:pt x="512668" y="309641"/>
                      <a:pt x="511354" y="308925"/>
                    </a:cubicBezTo>
                    <a:cubicBezTo>
                      <a:pt x="508725" y="307493"/>
                      <a:pt x="507171" y="304629"/>
                      <a:pt x="507171" y="301646"/>
                    </a:cubicBezTo>
                    <a:cubicBezTo>
                      <a:pt x="507171" y="299379"/>
                      <a:pt x="508008" y="297351"/>
                      <a:pt x="509561" y="295680"/>
                    </a:cubicBezTo>
                    <a:cubicBezTo>
                      <a:pt x="511115" y="294129"/>
                      <a:pt x="513266" y="293174"/>
                      <a:pt x="515536" y="293174"/>
                    </a:cubicBezTo>
                    <a:lnTo>
                      <a:pt x="541588" y="293174"/>
                    </a:lnTo>
                    <a:cubicBezTo>
                      <a:pt x="540273" y="258810"/>
                      <a:pt x="531669" y="226235"/>
                      <a:pt x="517209" y="197001"/>
                    </a:cubicBezTo>
                    <a:lnTo>
                      <a:pt x="489724" y="212871"/>
                    </a:lnTo>
                    <a:cubicBezTo>
                      <a:pt x="487214" y="214302"/>
                      <a:pt x="484585" y="215018"/>
                      <a:pt x="481836" y="215018"/>
                    </a:cubicBezTo>
                    <a:cubicBezTo>
                      <a:pt x="476339" y="215018"/>
                      <a:pt x="470962" y="212155"/>
                      <a:pt x="467974" y="207024"/>
                    </a:cubicBezTo>
                    <a:cubicBezTo>
                      <a:pt x="463553" y="199387"/>
                      <a:pt x="466182" y="189722"/>
                      <a:pt x="473830" y="185307"/>
                    </a:cubicBezTo>
                    <a:lnTo>
                      <a:pt x="501196" y="169437"/>
                    </a:lnTo>
                    <a:cubicBezTo>
                      <a:pt x="482314" y="141397"/>
                      <a:pt x="457577" y="117532"/>
                      <a:pt x="428777" y="99634"/>
                    </a:cubicBezTo>
                    <a:lnTo>
                      <a:pt x="415871" y="122066"/>
                    </a:lnTo>
                    <a:cubicBezTo>
                      <a:pt x="414437" y="124692"/>
                      <a:pt x="411569" y="126362"/>
                      <a:pt x="408581" y="126362"/>
                    </a:cubicBezTo>
                    <a:cubicBezTo>
                      <a:pt x="407147" y="126362"/>
                      <a:pt x="405713" y="126004"/>
                      <a:pt x="404398" y="125288"/>
                    </a:cubicBezTo>
                    <a:cubicBezTo>
                      <a:pt x="400335" y="122902"/>
                      <a:pt x="398901" y="117771"/>
                      <a:pt x="401291" y="113714"/>
                    </a:cubicBezTo>
                    <a:lnTo>
                      <a:pt x="414198" y="91281"/>
                    </a:lnTo>
                    <a:cubicBezTo>
                      <a:pt x="385278" y="76008"/>
                      <a:pt x="353012" y="66462"/>
                      <a:pt x="318715" y="64195"/>
                    </a:cubicBezTo>
                    <a:lnTo>
                      <a:pt x="318715" y="95816"/>
                    </a:lnTo>
                    <a:cubicBezTo>
                      <a:pt x="318715" y="104645"/>
                      <a:pt x="311545" y="111685"/>
                      <a:pt x="302701" y="111685"/>
                    </a:cubicBezTo>
                    <a:cubicBezTo>
                      <a:pt x="293978" y="111685"/>
                      <a:pt x="286807" y="104645"/>
                      <a:pt x="286807" y="95816"/>
                    </a:cubicBezTo>
                    <a:close/>
                    <a:moveTo>
                      <a:pt x="302701" y="0"/>
                    </a:moveTo>
                    <a:cubicBezTo>
                      <a:pt x="469647" y="0"/>
                      <a:pt x="605522" y="135550"/>
                      <a:pt x="605522" y="302243"/>
                    </a:cubicBezTo>
                    <a:cubicBezTo>
                      <a:pt x="605522" y="468936"/>
                      <a:pt x="469647" y="604605"/>
                      <a:pt x="302701" y="604605"/>
                    </a:cubicBezTo>
                    <a:cubicBezTo>
                      <a:pt x="135755" y="604605"/>
                      <a:pt x="0" y="468936"/>
                      <a:pt x="0" y="302243"/>
                    </a:cubicBezTo>
                    <a:cubicBezTo>
                      <a:pt x="0" y="135550"/>
                      <a:pt x="135755" y="0"/>
                      <a:pt x="302701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îṥ1îdè"/>
              <p:cNvSpPr/>
              <p:nvPr/>
            </p:nvSpPr>
            <p:spPr bwMode="auto">
              <a:xfrm>
                <a:off x="5712110" y="1873336"/>
                <a:ext cx="765000" cy="7650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îšļíḓé"/>
              <p:cNvSpPr/>
              <p:nvPr/>
            </p:nvSpPr>
            <p:spPr bwMode="auto">
              <a:xfrm>
                <a:off x="5866177" y="2027749"/>
                <a:ext cx="456866" cy="456174"/>
              </a:xfrm>
              <a:custGeom>
                <a:avLst/>
                <a:gdLst>
                  <a:gd name="connsiteX0" fmla="*/ 169739 w 605522"/>
                  <a:gd name="connsiteY0" fmla="*/ 214306 h 604605"/>
                  <a:gd name="connsiteX1" fmla="*/ 184976 w 605522"/>
                  <a:gd name="connsiteY1" fmla="*/ 216005 h 604605"/>
                  <a:gd name="connsiteX2" fmla="*/ 287155 w 605522"/>
                  <a:gd name="connsiteY2" fmla="*/ 272658 h 604605"/>
                  <a:gd name="connsiteX3" fmla="*/ 302691 w 605522"/>
                  <a:gd name="connsiteY3" fmla="*/ 268841 h 604605"/>
                  <a:gd name="connsiteX4" fmla="*/ 318346 w 605522"/>
                  <a:gd name="connsiteY4" fmla="*/ 272658 h 604605"/>
                  <a:gd name="connsiteX5" fmla="*/ 420524 w 605522"/>
                  <a:gd name="connsiteY5" fmla="*/ 216005 h 604605"/>
                  <a:gd name="connsiteX6" fmla="*/ 447652 w 605522"/>
                  <a:gd name="connsiteY6" fmla="*/ 223877 h 604605"/>
                  <a:gd name="connsiteX7" fmla="*/ 439884 w 605522"/>
                  <a:gd name="connsiteY7" fmla="*/ 250951 h 604605"/>
                  <a:gd name="connsiteX8" fmla="*/ 335674 w 605522"/>
                  <a:gd name="connsiteY8" fmla="*/ 308677 h 604605"/>
                  <a:gd name="connsiteX9" fmla="*/ 302691 w 605522"/>
                  <a:gd name="connsiteY9" fmla="*/ 335751 h 604605"/>
                  <a:gd name="connsiteX10" fmla="*/ 269826 w 605522"/>
                  <a:gd name="connsiteY10" fmla="*/ 308677 h 604605"/>
                  <a:gd name="connsiteX11" fmla="*/ 165497 w 605522"/>
                  <a:gd name="connsiteY11" fmla="*/ 250951 h 604605"/>
                  <a:gd name="connsiteX12" fmla="*/ 157729 w 605522"/>
                  <a:gd name="connsiteY12" fmla="*/ 223877 h 604605"/>
                  <a:gd name="connsiteX13" fmla="*/ 169739 w 605522"/>
                  <a:gd name="connsiteY13" fmla="*/ 214306 h 604605"/>
                  <a:gd name="connsiteX14" fmla="*/ 286807 w 605522"/>
                  <a:gd name="connsiteY14" fmla="*/ 64195 h 604605"/>
                  <a:gd name="connsiteX15" fmla="*/ 190010 w 605522"/>
                  <a:gd name="connsiteY15" fmla="*/ 91878 h 604605"/>
                  <a:gd name="connsiteX16" fmla="*/ 203036 w 605522"/>
                  <a:gd name="connsiteY16" fmla="*/ 114311 h 604605"/>
                  <a:gd name="connsiteX17" fmla="*/ 203872 w 605522"/>
                  <a:gd name="connsiteY17" fmla="*/ 120754 h 604605"/>
                  <a:gd name="connsiteX18" fmla="*/ 200048 w 605522"/>
                  <a:gd name="connsiteY18" fmla="*/ 125885 h 604605"/>
                  <a:gd name="connsiteX19" fmla="*/ 191564 w 605522"/>
                  <a:gd name="connsiteY19" fmla="*/ 125885 h 604605"/>
                  <a:gd name="connsiteX20" fmla="*/ 188456 w 605522"/>
                  <a:gd name="connsiteY20" fmla="*/ 122782 h 604605"/>
                  <a:gd name="connsiteX21" fmla="*/ 175431 w 605522"/>
                  <a:gd name="connsiteY21" fmla="*/ 100469 h 604605"/>
                  <a:gd name="connsiteX22" fmla="*/ 104207 w 605522"/>
                  <a:gd name="connsiteY22" fmla="*/ 169557 h 604605"/>
                  <a:gd name="connsiteX23" fmla="*/ 131692 w 605522"/>
                  <a:gd name="connsiteY23" fmla="*/ 185307 h 604605"/>
                  <a:gd name="connsiteX24" fmla="*/ 137428 w 605522"/>
                  <a:gd name="connsiteY24" fmla="*/ 207024 h 604605"/>
                  <a:gd name="connsiteX25" fmla="*/ 123686 w 605522"/>
                  <a:gd name="connsiteY25" fmla="*/ 215018 h 604605"/>
                  <a:gd name="connsiteX26" fmla="*/ 115679 w 605522"/>
                  <a:gd name="connsiteY26" fmla="*/ 212871 h 604605"/>
                  <a:gd name="connsiteX27" fmla="*/ 88313 w 605522"/>
                  <a:gd name="connsiteY27" fmla="*/ 197001 h 604605"/>
                  <a:gd name="connsiteX28" fmla="*/ 63815 w 605522"/>
                  <a:gd name="connsiteY28" fmla="*/ 294606 h 604605"/>
                  <a:gd name="connsiteX29" fmla="*/ 89866 w 605522"/>
                  <a:gd name="connsiteY29" fmla="*/ 294487 h 604605"/>
                  <a:gd name="connsiteX30" fmla="*/ 98351 w 605522"/>
                  <a:gd name="connsiteY30" fmla="*/ 302959 h 604605"/>
                  <a:gd name="connsiteX31" fmla="*/ 95841 w 605522"/>
                  <a:gd name="connsiteY31" fmla="*/ 308925 h 604605"/>
                  <a:gd name="connsiteX32" fmla="*/ 89986 w 605522"/>
                  <a:gd name="connsiteY32" fmla="*/ 311311 h 604605"/>
                  <a:gd name="connsiteX33" fmla="*/ 63934 w 605522"/>
                  <a:gd name="connsiteY33" fmla="*/ 311431 h 604605"/>
                  <a:gd name="connsiteX34" fmla="*/ 88313 w 605522"/>
                  <a:gd name="connsiteY34" fmla="*/ 407604 h 604605"/>
                  <a:gd name="connsiteX35" fmla="*/ 115679 w 605522"/>
                  <a:gd name="connsiteY35" fmla="*/ 391734 h 604605"/>
                  <a:gd name="connsiteX36" fmla="*/ 137428 w 605522"/>
                  <a:gd name="connsiteY36" fmla="*/ 397581 h 604605"/>
                  <a:gd name="connsiteX37" fmla="*/ 131692 w 605522"/>
                  <a:gd name="connsiteY37" fmla="*/ 419298 h 604605"/>
                  <a:gd name="connsiteX38" fmla="*/ 104207 w 605522"/>
                  <a:gd name="connsiteY38" fmla="*/ 435048 h 604605"/>
                  <a:gd name="connsiteX39" fmla="*/ 176626 w 605522"/>
                  <a:gd name="connsiteY39" fmla="*/ 504971 h 604605"/>
                  <a:gd name="connsiteX40" fmla="*/ 189532 w 605522"/>
                  <a:gd name="connsiteY40" fmla="*/ 482419 h 604605"/>
                  <a:gd name="connsiteX41" fmla="*/ 196941 w 605522"/>
                  <a:gd name="connsiteY41" fmla="*/ 478243 h 604605"/>
                  <a:gd name="connsiteX42" fmla="*/ 201124 w 605522"/>
                  <a:gd name="connsiteY42" fmla="*/ 479317 h 604605"/>
                  <a:gd name="connsiteX43" fmla="*/ 205067 w 605522"/>
                  <a:gd name="connsiteY43" fmla="*/ 484448 h 604605"/>
                  <a:gd name="connsiteX44" fmla="*/ 204231 w 605522"/>
                  <a:gd name="connsiteY44" fmla="*/ 490772 h 604605"/>
                  <a:gd name="connsiteX45" fmla="*/ 191325 w 605522"/>
                  <a:gd name="connsiteY45" fmla="*/ 513324 h 604605"/>
                  <a:gd name="connsiteX46" fmla="*/ 286807 w 605522"/>
                  <a:gd name="connsiteY46" fmla="*/ 540410 h 604605"/>
                  <a:gd name="connsiteX47" fmla="*/ 286807 w 605522"/>
                  <a:gd name="connsiteY47" fmla="*/ 508789 h 604605"/>
                  <a:gd name="connsiteX48" fmla="*/ 302701 w 605522"/>
                  <a:gd name="connsiteY48" fmla="*/ 492800 h 604605"/>
                  <a:gd name="connsiteX49" fmla="*/ 318715 w 605522"/>
                  <a:gd name="connsiteY49" fmla="*/ 508789 h 604605"/>
                  <a:gd name="connsiteX50" fmla="*/ 318715 w 605522"/>
                  <a:gd name="connsiteY50" fmla="*/ 540410 h 604605"/>
                  <a:gd name="connsiteX51" fmla="*/ 415512 w 605522"/>
                  <a:gd name="connsiteY51" fmla="*/ 512608 h 604605"/>
                  <a:gd name="connsiteX52" fmla="*/ 402367 w 605522"/>
                  <a:gd name="connsiteY52" fmla="*/ 490175 h 604605"/>
                  <a:gd name="connsiteX53" fmla="*/ 401530 w 605522"/>
                  <a:gd name="connsiteY53" fmla="*/ 483851 h 604605"/>
                  <a:gd name="connsiteX54" fmla="*/ 405474 w 605522"/>
                  <a:gd name="connsiteY54" fmla="*/ 478720 h 604605"/>
                  <a:gd name="connsiteX55" fmla="*/ 409657 w 605522"/>
                  <a:gd name="connsiteY55" fmla="*/ 477527 h 604605"/>
                  <a:gd name="connsiteX56" fmla="*/ 416946 w 605522"/>
                  <a:gd name="connsiteY56" fmla="*/ 481703 h 604605"/>
                  <a:gd name="connsiteX57" fmla="*/ 430092 w 605522"/>
                  <a:gd name="connsiteY57" fmla="*/ 504136 h 604605"/>
                  <a:gd name="connsiteX58" fmla="*/ 501196 w 605522"/>
                  <a:gd name="connsiteY58" fmla="*/ 435048 h 604605"/>
                  <a:gd name="connsiteX59" fmla="*/ 473830 w 605522"/>
                  <a:gd name="connsiteY59" fmla="*/ 419298 h 604605"/>
                  <a:gd name="connsiteX60" fmla="*/ 467974 w 605522"/>
                  <a:gd name="connsiteY60" fmla="*/ 397581 h 604605"/>
                  <a:gd name="connsiteX61" fmla="*/ 489724 w 605522"/>
                  <a:gd name="connsiteY61" fmla="*/ 391734 h 604605"/>
                  <a:gd name="connsiteX62" fmla="*/ 517209 w 605522"/>
                  <a:gd name="connsiteY62" fmla="*/ 407485 h 604605"/>
                  <a:gd name="connsiteX63" fmla="*/ 541588 w 605522"/>
                  <a:gd name="connsiteY63" fmla="*/ 309999 h 604605"/>
                  <a:gd name="connsiteX64" fmla="*/ 515536 w 605522"/>
                  <a:gd name="connsiteY64" fmla="*/ 309999 h 604605"/>
                  <a:gd name="connsiteX65" fmla="*/ 511354 w 605522"/>
                  <a:gd name="connsiteY65" fmla="*/ 308925 h 604605"/>
                  <a:gd name="connsiteX66" fmla="*/ 507171 w 605522"/>
                  <a:gd name="connsiteY66" fmla="*/ 301646 h 604605"/>
                  <a:gd name="connsiteX67" fmla="*/ 509561 w 605522"/>
                  <a:gd name="connsiteY67" fmla="*/ 295680 h 604605"/>
                  <a:gd name="connsiteX68" fmla="*/ 515536 w 605522"/>
                  <a:gd name="connsiteY68" fmla="*/ 293174 h 604605"/>
                  <a:gd name="connsiteX69" fmla="*/ 541588 w 605522"/>
                  <a:gd name="connsiteY69" fmla="*/ 293174 h 604605"/>
                  <a:gd name="connsiteX70" fmla="*/ 517209 w 605522"/>
                  <a:gd name="connsiteY70" fmla="*/ 197001 h 604605"/>
                  <a:gd name="connsiteX71" fmla="*/ 489724 w 605522"/>
                  <a:gd name="connsiteY71" fmla="*/ 212871 h 604605"/>
                  <a:gd name="connsiteX72" fmla="*/ 481836 w 605522"/>
                  <a:gd name="connsiteY72" fmla="*/ 215018 h 604605"/>
                  <a:gd name="connsiteX73" fmla="*/ 467974 w 605522"/>
                  <a:gd name="connsiteY73" fmla="*/ 207024 h 604605"/>
                  <a:gd name="connsiteX74" fmla="*/ 473830 w 605522"/>
                  <a:gd name="connsiteY74" fmla="*/ 185307 h 604605"/>
                  <a:gd name="connsiteX75" fmla="*/ 501196 w 605522"/>
                  <a:gd name="connsiteY75" fmla="*/ 169437 h 604605"/>
                  <a:gd name="connsiteX76" fmla="*/ 428777 w 605522"/>
                  <a:gd name="connsiteY76" fmla="*/ 99634 h 604605"/>
                  <a:gd name="connsiteX77" fmla="*/ 415871 w 605522"/>
                  <a:gd name="connsiteY77" fmla="*/ 122066 h 604605"/>
                  <a:gd name="connsiteX78" fmla="*/ 408581 w 605522"/>
                  <a:gd name="connsiteY78" fmla="*/ 126362 h 604605"/>
                  <a:gd name="connsiteX79" fmla="*/ 404398 w 605522"/>
                  <a:gd name="connsiteY79" fmla="*/ 125288 h 604605"/>
                  <a:gd name="connsiteX80" fmla="*/ 401291 w 605522"/>
                  <a:gd name="connsiteY80" fmla="*/ 113714 h 604605"/>
                  <a:gd name="connsiteX81" fmla="*/ 414198 w 605522"/>
                  <a:gd name="connsiteY81" fmla="*/ 91281 h 604605"/>
                  <a:gd name="connsiteX82" fmla="*/ 318715 w 605522"/>
                  <a:gd name="connsiteY82" fmla="*/ 64195 h 604605"/>
                  <a:gd name="connsiteX83" fmla="*/ 318715 w 605522"/>
                  <a:gd name="connsiteY83" fmla="*/ 95816 h 604605"/>
                  <a:gd name="connsiteX84" fmla="*/ 302701 w 605522"/>
                  <a:gd name="connsiteY84" fmla="*/ 111685 h 604605"/>
                  <a:gd name="connsiteX85" fmla="*/ 286807 w 605522"/>
                  <a:gd name="connsiteY85" fmla="*/ 95816 h 604605"/>
                  <a:gd name="connsiteX86" fmla="*/ 302701 w 605522"/>
                  <a:gd name="connsiteY86" fmla="*/ 0 h 604605"/>
                  <a:gd name="connsiteX87" fmla="*/ 605522 w 605522"/>
                  <a:gd name="connsiteY87" fmla="*/ 302243 h 604605"/>
                  <a:gd name="connsiteX88" fmla="*/ 302701 w 605522"/>
                  <a:gd name="connsiteY88" fmla="*/ 604605 h 604605"/>
                  <a:gd name="connsiteX89" fmla="*/ 0 w 605522"/>
                  <a:gd name="connsiteY89" fmla="*/ 302243 h 604605"/>
                  <a:gd name="connsiteX90" fmla="*/ 302701 w 605522"/>
                  <a:gd name="connsiteY90" fmla="*/ 0 h 604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605522" h="604605">
                    <a:moveTo>
                      <a:pt x="169739" y="214306"/>
                    </a:moveTo>
                    <a:cubicBezTo>
                      <a:pt x="174669" y="212874"/>
                      <a:pt x="180136" y="213322"/>
                      <a:pt x="184976" y="216005"/>
                    </a:cubicBezTo>
                    <a:lnTo>
                      <a:pt x="287155" y="272658"/>
                    </a:lnTo>
                    <a:cubicBezTo>
                      <a:pt x="291816" y="270153"/>
                      <a:pt x="297074" y="268841"/>
                      <a:pt x="302691" y="268841"/>
                    </a:cubicBezTo>
                    <a:cubicBezTo>
                      <a:pt x="308307" y="268841"/>
                      <a:pt x="313685" y="270153"/>
                      <a:pt x="318346" y="272658"/>
                    </a:cubicBezTo>
                    <a:lnTo>
                      <a:pt x="420524" y="216005"/>
                    </a:lnTo>
                    <a:cubicBezTo>
                      <a:pt x="430204" y="210638"/>
                      <a:pt x="442394" y="214216"/>
                      <a:pt x="447652" y="223877"/>
                    </a:cubicBezTo>
                    <a:cubicBezTo>
                      <a:pt x="453030" y="233418"/>
                      <a:pt x="449564" y="245584"/>
                      <a:pt x="439884" y="250951"/>
                    </a:cubicBezTo>
                    <a:lnTo>
                      <a:pt x="335674" y="308677"/>
                    </a:lnTo>
                    <a:cubicBezTo>
                      <a:pt x="332567" y="324063"/>
                      <a:pt x="319063" y="335751"/>
                      <a:pt x="302691" y="335751"/>
                    </a:cubicBezTo>
                    <a:cubicBezTo>
                      <a:pt x="286438" y="335751"/>
                      <a:pt x="272814" y="324182"/>
                      <a:pt x="269826" y="308677"/>
                    </a:cubicBezTo>
                    <a:lnTo>
                      <a:pt x="165497" y="250951"/>
                    </a:lnTo>
                    <a:cubicBezTo>
                      <a:pt x="155817" y="245584"/>
                      <a:pt x="152351" y="233418"/>
                      <a:pt x="157729" y="223877"/>
                    </a:cubicBezTo>
                    <a:cubicBezTo>
                      <a:pt x="160418" y="219047"/>
                      <a:pt x="164810" y="215737"/>
                      <a:pt x="169739" y="214306"/>
                    </a:cubicBezTo>
                    <a:close/>
                    <a:moveTo>
                      <a:pt x="286807" y="64195"/>
                    </a:moveTo>
                    <a:cubicBezTo>
                      <a:pt x="252032" y="66462"/>
                      <a:pt x="219169" y="76247"/>
                      <a:pt x="190010" y="91878"/>
                    </a:cubicBezTo>
                    <a:lnTo>
                      <a:pt x="203036" y="114311"/>
                    </a:lnTo>
                    <a:cubicBezTo>
                      <a:pt x="204231" y="116339"/>
                      <a:pt x="204470" y="118606"/>
                      <a:pt x="203872" y="120754"/>
                    </a:cubicBezTo>
                    <a:cubicBezTo>
                      <a:pt x="203394" y="122902"/>
                      <a:pt x="201960" y="124692"/>
                      <a:pt x="200048" y="125885"/>
                    </a:cubicBezTo>
                    <a:cubicBezTo>
                      <a:pt x="197419" y="127436"/>
                      <a:pt x="194193" y="127317"/>
                      <a:pt x="191564" y="125885"/>
                    </a:cubicBezTo>
                    <a:cubicBezTo>
                      <a:pt x="190249" y="125169"/>
                      <a:pt x="189173" y="124095"/>
                      <a:pt x="188456" y="122782"/>
                    </a:cubicBezTo>
                    <a:lnTo>
                      <a:pt x="175431" y="100469"/>
                    </a:lnTo>
                    <a:cubicBezTo>
                      <a:pt x="147108" y="118248"/>
                      <a:pt x="122849" y="141874"/>
                      <a:pt x="104207" y="169557"/>
                    </a:cubicBezTo>
                    <a:lnTo>
                      <a:pt x="131692" y="185307"/>
                    </a:lnTo>
                    <a:cubicBezTo>
                      <a:pt x="139221" y="189722"/>
                      <a:pt x="141850" y="199387"/>
                      <a:pt x="137428" y="207024"/>
                    </a:cubicBezTo>
                    <a:cubicBezTo>
                      <a:pt x="134560" y="212155"/>
                      <a:pt x="129183" y="215018"/>
                      <a:pt x="123686" y="215018"/>
                    </a:cubicBezTo>
                    <a:cubicBezTo>
                      <a:pt x="120937" y="215018"/>
                      <a:pt x="118188" y="214302"/>
                      <a:pt x="115679" y="212871"/>
                    </a:cubicBezTo>
                    <a:lnTo>
                      <a:pt x="88313" y="197001"/>
                    </a:lnTo>
                    <a:cubicBezTo>
                      <a:pt x="73614" y="226593"/>
                      <a:pt x="65010" y="259645"/>
                      <a:pt x="63815" y="294606"/>
                    </a:cubicBezTo>
                    <a:lnTo>
                      <a:pt x="89866" y="294487"/>
                    </a:lnTo>
                    <a:cubicBezTo>
                      <a:pt x="94527" y="294487"/>
                      <a:pt x="98351" y="298305"/>
                      <a:pt x="98351" y="302959"/>
                    </a:cubicBezTo>
                    <a:cubicBezTo>
                      <a:pt x="98351" y="305107"/>
                      <a:pt x="97514" y="307254"/>
                      <a:pt x="95841" y="308925"/>
                    </a:cubicBezTo>
                    <a:cubicBezTo>
                      <a:pt x="94288" y="310476"/>
                      <a:pt x="92256" y="311311"/>
                      <a:pt x="89986" y="311311"/>
                    </a:cubicBezTo>
                    <a:lnTo>
                      <a:pt x="63934" y="311431"/>
                    </a:lnTo>
                    <a:cubicBezTo>
                      <a:pt x="65249" y="345795"/>
                      <a:pt x="73853" y="378370"/>
                      <a:pt x="88313" y="407604"/>
                    </a:cubicBezTo>
                    <a:lnTo>
                      <a:pt x="115679" y="391734"/>
                    </a:lnTo>
                    <a:cubicBezTo>
                      <a:pt x="123327" y="387320"/>
                      <a:pt x="133126" y="389945"/>
                      <a:pt x="137428" y="397581"/>
                    </a:cubicBezTo>
                    <a:cubicBezTo>
                      <a:pt x="141850" y="405218"/>
                      <a:pt x="139221" y="414883"/>
                      <a:pt x="131692" y="419298"/>
                    </a:cubicBezTo>
                    <a:lnTo>
                      <a:pt x="104207" y="435048"/>
                    </a:lnTo>
                    <a:cubicBezTo>
                      <a:pt x="123208" y="463208"/>
                      <a:pt x="147825" y="487073"/>
                      <a:pt x="176626" y="504971"/>
                    </a:cubicBezTo>
                    <a:lnTo>
                      <a:pt x="189532" y="482419"/>
                    </a:lnTo>
                    <a:cubicBezTo>
                      <a:pt x="191086" y="479794"/>
                      <a:pt x="193834" y="478243"/>
                      <a:pt x="196941" y="478243"/>
                    </a:cubicBezTo>
                    <a:cubicBezTo>
                      <a:pt x="198375" y="478243"/>
                      <a:pt x="199809" y="478601"/>
                      <a:pt x="201124" y="479317"/>
                    </a:cubicBezTo>
                    <a:cubicBezTo>
                      <a:pt x="203036" y="480510"/>
                      <a:pt x="204470" y="482300"/>
                      <a:pt x="205067" y="484448"/>
                    </a:cubicBezTo>
                    <a:cubicBezTo>
                      <a:pt x="205665" y="486595"/>
                      <a:pt x="205306" y="488863"/>
                      <a:pt x="204231" y="490772"/>
                    </a:cubicBezTo>
                    <a:lnTo>
                      <a:pt x="191325" y="513324"/>
                    </a:lnTo>
                    <a:cubicBezTo>
                      <a:pt x="220125" y="528597"/>
                      <a:pt x="252510" y="538143"/>
                      <a:pt x="286807" y="540410"/>
                    </a:cubicBezTo>
                    <a:lnTo>
                      <a:pt x="286807" y="508789"/>
                    </a:lnTo>
                    <a:cubicBezTo>
                      <a:pt x="286807" y="499960"/>
                      <a:pt x="293978" y="492800"/>
                      <a:pt x="302701" y="492800"/>
                    </a:cubicBezTo>
                    <a:cubicBezTo>
                      <a:pt x="311545" y="492800"/>
                      <a:pt x="318715" y="499960"/>
                      <a:pt x="318715" y="508789"/>
                    </a:cubicBezTo>
                    <a:lnTo>
                      <a:pt x="318715" y="540410"/>
                    </a:lnTo>
                    <a:cubicBezTo>
                      <a:pt x="353490" y="538143"/>
                      <a:pt x="386354" y="528358"/>
                      <a:pt x="415512" y="512608"/>
                    </a:cubicBezTo>
                    <a:lnTo>
                      <a:pt x="402367" y="490175"/>
                    </a:lnTo>
                    <a:cubicBezTo>
                      <a:pt x="401291" y="488266"/>
                      <a:pt x="400933" y="485999"/>
                      <a:pt x="401530" y="483851"/>
                    </a:cubicBezTo>
                    <a:cubicBezTo>
                      <a:pt x="402128" y="481703"/>
                      <a:pt x="403562" y="479794"/>
                      <a:pt x="405474" y="478720"/>
                    </a:cubicBezTo>
                    <a:cubicBezTo>
                      <a:pt x="406789" y="478004"/>
                      <a:pt x="408223" y="477527"/>
                      <a:pt x="409657" y="477527"/>
                    </a:cubicBezTo>
                    <a:cubicBezTo>
                      <a:pt x="412644" y="477527"/>
                      <a:pt x="415512" y="479198"/>
                      <a:pt x="416946" y="481703"/>
                    </a:cubicBezTo>
                    <a:lnTo>
                      <a:pt x="430092" y="504136"/>
                    </a:lnTo>
                    <a:cubicBezTo>
                      <a:pt x="458294" y="486357"/>
                      <a:pt x="482553" y="462731"/>
                      <a:pt x="501196" y="435048"/>
                    </a:cubicBezTo>
                    <a:lnTo>
                      <a:pt x="473830" y="419298"/>
                    </a:lnTo>
                    <a:cubicBezTo>
                      <a:pt x="466182" y="414883"/>
                      <a:pt x="463672" y="405218"/>
                      <a:pt x="467974" y="397581"/>
                    </a:cubicBezTo>
                    <a:cubicBezTo>
                      <a:pt x="472396" y="389945"/>
                      <a:pt x="482195" y="387320"/>
                      <a:pt x="489724" y="391734"/>
                    </a:cubicBezTo>
                    <a:lnTo>
                      <a:pt x="517209" y="407485"/>
                    </a:lnTo>
                    <a:cubicBezTo>
                      <a:pt x="531789" y="377893"/>
                      <a:pt x="540512" y="344841"/>
                      <a:pt x="541588" y="309999"/>
                    </a:cubicBezTo>
                    <a:lnTo>
                      <a:pt x="515536" y="309999"/>
                    </a:lnTo>
                    <a:cubicBezTo>
                      <a:pt x="514102" y="309999"/>
                      <a:pt x="512668" y="309641"/>
                      <a:pt x="511354" y="308925"/>
                    </a:cubicBezTo>
                    <a:cubicBezTo>
                      <a:pt x="508725" y="307493"/>
                      <a:pt x="507171" y="304629"/>
                      <a:pt x="507171" y="301646"/>
                    </a:cubicBezTo>
                    <a:cubicBezTo>
                      <a:pt x="507171" y="299379"/>
                      <a:pt x="508008" y="297351"/>
                      <a:pt x="509561" y="295680"/>
                    </a:cubicBezTo>
                    <a:cubicBezTo>
                      <a:pt x="511115" y="294129"/>
                      <a:pt x="513266" y="293174"/>
                      <a:pt x="515536" y="293174"/>
                    </a:cubicBezTo>
                    <a:lnTo>
                      <a:pt x="541588" y="293174"/>
                    </a:lnTo>
                    <a:cubicBezTo>
                      <a:pt x="540273" y="258810"/>
                      <a:pt x="531669" y="226235"/>
                      <a:pt x="517209" y="197001"/>
                    </a:cubicBezTo>
                    <a:lnTo>
                      <a:pt x="489724" y="212871"/>
                    </a:lnTo>
                    <a:cubicBezTo>
                      <a:pt x="487214" y="214302"/>
                      <a:pt x="484585" y="215018"/>
                      <a:pt x="481836" y="215018"/>
                    </a:cubicBezTo>
                    <a:cubicBezTo>
                      <a:pt x="476339" y="215018"/>
                      <a:pt x="470962" y="212155"/>
                      <a:pt x="467974" y="207024"/>
                    </a:cubicBezTo>
                    <a:cubicBezTo>
                      <a:pt x="463553" y="199387"/>
                      <a:pt x="466182" y="189722"/>
                      <a:pt x="473830" y="185307"/>
                    </a:cubicBezTo>
                    <a:lnTo>
                      <a:pt x="501196" y="169437"/>
                    </a:lnTo>
                    <a:cubicBezTo>
                      <a:pt x="482314" y="141397"/>
                      <a:pt x="457577" y="117532"/>
                      <a:pt x="428777" y="99634"/>
                    </a:cubicBezTo>
                    <a:lnTo>
                      <a:pt x="415871" y="122066"/>
                    </a:lnTo>
                    <a:cubicBezTo>
                      <a:pt x="414437" y="124692"/>
                      <a:pt x="411569" y="126362"/>
                      <a:pt x="408581" y="126362"/>
                    </a:cubicBezTo>
                    <a:cubicBezTo>
                      <a:pt x="407147" y="126362"/>
                      <a:pt x="405713" y="126004"/>
                      <a:pt x="404398" y="125288"/>
                    </a:cubicBezTo>
                    <a:cubicBezTo>
                      <a:pt x="400335" y="122902"/>
                      <a:pt x="398901" y="117771"/>
                      <a:pt x="401291" y="113714"/>
                    </a:cubicBezTo>
                    <a:lnTo>
                      <a:pt x="414198" y="91281"/>
                    </a:lnTo>
                    <a:cubicBezTo>
                      <a:pt x="385278" y="76008"/>
                      <a:pt x="353012" y="66462"/>
                      <a:pt x="318715" y="64195"/>
                    </a:cubicBezTo>
                    <a:lnTo>
                      <a:pt x="318715" y="95816"/>
                    </a:lnTo>
                    <a:cubicBezTo>
                      <a:pt x="318715" y="104645"/>
                      <a:pt x="311545" y="111685"/>
                      <a:pt x="302701" y="111685"/>
                    </a:cubicBezTo>
                    <a:cubicBezTo>
                      <a:pt x="293978" y="111685"/>
                      <a:pt x="286807" y="104645"/>
                      <a:pt x="286807" y="95816"/>
                    </a:cubicBezTo>
                    <a:close/>
                    <a:moveTo>
                      <a:pt x="302701" y="0"/>
                    </a:moveTo>
                    <a:cubicBezTo>
                      <a:pt x="469647" y="0"/>
                      <a:pt x="605522" y="135550"/>
                      <a:pt x="605522" y="302243"/>
                    </a:cubicBezTo>
                    <a:cubicBezTo>
                      <a:pt x="605522" y="468936"/>
                      <a:pt x="469647" y="604605"/>
                      <a:pt x="302701" y="604605"/>
                    </a:cubicBezTo>
                    <a:cubicBezTo>
                      <a:pt x="135755" y="604605"/>
                      <a:pt x="0" y="468936"/>
                      <a:pt x="0" y="302243"/>
                    </a:cubicBezTo>
                    <a:cubicBezTo>
                      <a:pt x="0" y="135550"/>
                      <a:pt x="135755" y="0"/>
                      <a:pt x="302701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ïsḷíḋè"/>
              <p:cNvSpPr/>
              <p:nvPr/>
            </p:nvSpPr>
            <p:spPr bwMode="auto">
              <a:xfrm>
                <a:off x="7332042" y="2544334"/>
                <a:ext cx="765000" cy="7650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îś1ïḓé"/>
              <p:cNvSpPr/>
              <p:nvPr/>
            </p:nvSpPr>
            <p:spPr bwMode="auto">
              <a:xfrm>
                <a:off x="7486109" y="2698747"/>
                <a:ext cx="456866" cy="456174"/>
              </a:xfrm>
              <a:custGeom>
                <a:avLst/>
                <a:gdLst>
                  <a:gd name="connsiteX0" fmla="*/ 169739 w 605522"/>
                  <a:gd name="connsiteY0" fmla="*/ 214306 h 604605"/>
                  <a:gd name="connsiteX1" fmla="*/ 184976 w 605522"/>
                  <a:gd name="connsiteY1" fmla="*/ 216005 h 604605"/>
                  <a:gd name="connsiteX2" fmla="*/ 287155 w 605522"/>
                  <a:gd name="connsiteY2" fmla="*/ 272658 h 604605"/>
                  <a:gd name="connsiteX3" fmla="*/ 302691 w 605522"/>
                  <a:gd name="connsiteY3" fmla="*/ 268841 h 604605"/>
                  <a:gd name="connsiteX4" fmla="*/ 318346 w 605522"/>
                  <a:gd name="connsiteY4" fmla="*/ 272658 h 604605"/>
                  <a:gd name="connsiteX5" fmla="*/ 420524 w 605522"/>
                  <a:gd name="connsiteY5" fmla="*/ 216005 h 604605"/>
                  <a:gd name="connsiteX6" fmla="*/ 447652 w 605522"/>
                  <a:gd name="connsiteY6" fmla="*/ 223877 h 604605"/>
                  <a:gd name="connsiteX7" fmla="*/ 439884 w 605522"/>
                  <a:gd name="connsiteY7" fmla="*/ 250951 h 604605"/>
                  <a:gd name="connsiteX8" fmla="*/ 335674 w 605522"/>
                  <a:gd name="connsiteY8" fmla="*/ 308677 h 604605"/>
                  <a:gd name="connsiteX9" fmla="*/ 302691 w 605522"/>
                  <a:gd name="connsiteY9" fmla="*/ 335751 h 604605"/>
                  <a:gd name="connsiteX10" fmla="*/ 269826 w 605522"/>
                  <a:gd name="connsiteY10" fmla="*/ 308677 h 604605"/>
                  <a:gd name="connsiteX11" fmla="*/ 165497 w 605522"/>
                  <a:gd name="connsiteY11" fmla="*/ 250951 h 604605"/>
                  <a:gd name="connsiteX12" fmla="*/ 157729 w 605522"/>
                  <a:gd name="connsiteY12" fmla="*/ 223877 h 604605"/>
                  <a:gd name="connsiteX13" fmla="*/ 169739 w 605522"/>
                  <a:gd name="connsiteY13" fmla="*/ 214306 h 604605"/>
                  <a:gd name="connsiteX14" fmla="*/ 286807 w 605522"/>
                  <a:gd name="connsiteY14" fmla="*/ 64195 h 604605"/>
                  <a:gd name="connsiteX15" fmla="*/ 190010 w 605522"/>
                  <a:gd name="connsiteY15" fmla="*/ 91878 h 604605"/>
                  <a:gd name="connsiteX16" fmla="*/ 203036 w 605522"/>
                  <a:gd name="connsiteY16" fmla="*/ 114311 h 604605"/>
                  <a:gd name="connsiteX17" fmla="*/ 203872 w 605522"/>
                  <a:gd name="connsiteY17" fmla="*/ 120754 h 604605"/>
                  <a:gd name="connsiteX18" fmla="*/ 200048 w 605522"/>
                  <a:gd name="connsiteY18" fmla="*/ 125885 h 604605"/>
                  <a:gd name="connsiteX19" fmla="*/ 191564 w 605522"/>
                  <a:gd name="connsiteY19" fmla="*/ 125885 h 604605"/>
                  <a:gd name="connsiteX20" fmla="*/ 188456 w 605522"/>
                  <a:gd name="connsiteY20" fmla="*/ 122782 h 604605"/>
                  <a:gd name="connsiteX21" fmla="*/ 175431 w 605522"/>
                  <a:gd name="connsiteY21" fmla="*/ 100469 h 604605"/>
                  <a:gd name="connsiteX22" fmla="*/ 104207 w 605522"/>
                  <a:gd name="connsiteY22" fmla="*/ 169557 h 604605"/>
                  <a:gd name="connsiteX23" fmla="*/ 131692 w 605522"/>
                  <a:gd name="connsiteY23" fmla="*/ 185307 h 604605"/>
                  <a:gd name="connsiteX24" fmla="*/ 137428 w 605522"/>
                  <a:gd name="connsiteY24" fmla="*/ 207024 h 604605"/>
                  <a:gd name="connsiteX25" fmla="*/ 123686 w 605522"/>
                  <a:gd name="connsiteY25" fmla="*/ 215018 h 604605"/>
                  <a:gd name="connsiteX26" fmla="*/ 115679 w 605522"/>
                  <a:gd name="connsiteY26" fmla="*/ 212871 h 604605"/>
                  <a:gd name="connsiteX27" fmla="*/ 88313 w 605522"/>
                  <a:gd name="connsiteY27" fmla="*/ 197001 h 604605"/>
                  <a:gd name="connsiteX28" fmla="*/ 63815 w 605522"/>
                  <a:gd name="connsiteY28" fmla="*/ 294606 h 604605"/>
                  <a:gd name="connsiteX29" fmla="*/ 89866 w 605522"/>
                  <a:gd name="connsiteY29" fmla="*/ 294487 h 604605"/>
                  <a:gd name="connsiteX30" fmla="*/ 98351 w 605522"/>
                  <a:gd name="connsiteY30" fmla="*/ 302959 h 604605"/>
                  <a:gd name="connsiteX31" fmla="*/ 95841 w 605522"/>
                  <a:gd name="connsiteY31" fmla="*/ 308925 h 604605"/>
                  <a:gd name="connsiteX32" fmla="*/ 89986 w 605522"/>
                  <a:gd name="connsiteY32" fmla="*/ 311311 h 604605"/>
                  <a:gd name="connsiteX33" fmla="*/ 63934 w 605522"/>
                  <a:gd name="connsiteY33" fmla="*/ 311431 h 604605"/>
                  <a:gd name="connsiteX34" fmla="*/ 88313 w 605522"/>
                  <a:gd name="connsiteY34" fmla="*/ 407604 h 604605"/>
                  <a:gd name="connsiteX35" fmla="*/ 115679 w 605522"/>
                  <a:gd name="connsiteY35" fmla="*/ 391734 h 604605"/>
                  <a:gd name="connsiteX36" fmla="*/ 137428 w 605522"/>
                  <a:gd name="connsiteY36" fmla="*/ 397581 h 604605"/>
                  <a:gd name="connsiteX37" fmla="*/ 131692 w 605522"/>
                  <a:gd name="connsiteY37" fmla="*/ 419298 h 604605"/>
                  <a:gd name="connsiteX38" fmla="*/ 104207 w 605522"/>
                  <a:gd name="connsiteY38" fmla="*/ 435048 h 604605"/>
                  <a:gd name="connsiteX39" fmla="*/ 176626 w 605522"/>
                  <a:gd name="connsiteY39" fmla="*/ 504971 h 604605"/>
                  <a:gd name="connsiteX40" fmla="*/ 189532 w 605522"/>
                  <a:gd name="connsiteY40" fmla="*/ 482419 h 604605"/>
                  <a:gd name="connsiteX41" fmla="*/ 196941 w 605522"/>
                  <a:gd name="connsiteY41" fmla="*/ 478243 h 604605"/>
                  <a:gd name="connsiteX42" fmla="*/ 201124 w 605522"/>
                  <a:gd name="connsiteY42" fmla="*/ 479317 h 604605"/>
                  <a:gd name="connsiteX43" fmla="*/ 205067 w 605522"/>
                  <a:gd name="connsiteY43" fmla="*/ 484448 h 604605"/>
                  <a:gd name="connsiteX44" fmla="*/ 204231 w 605522"/>
                  <a:gd name="connsiteY44" fmla="*/ 490772 h 604605"/>
                  <a:gd name="connsiteX45" fmla="*/ 191325 w 605522"/>
                  <a:gd name="connsiteY45" fmla="*/ 513324 h 604605"/>
                  <a:gd name="connsiteX46" fmla="*/ 286807 w 605522"/>
                  <a:gd name="connsiteY46" fmla="*/ 540410 h 604605"/>
                  <a:gd name="connsiteX47" fmla="*/ 286807 w 605522"/>
                  <a:gd name="connsiteY47" fmla="*/ 508789 h 604605"/>
                  <a:gd name="connsiteX48" fmla="*/ 302701 w 605522"/>
                  <a:gd name="connsiteY48" fmla="*/ 492800 h 604605"/>
                  <a:gd name="connsiteX49" fmla="*/ 318715 w 605522"/>
                  <a:gd name="connsiteY49" fmla="*/ 508789 h 604605"/>
                  <a:gd name="connsiteX50" fmla="*/ 318715 w 605522"/>
                  <a:gd name="connsiteY50" fmla="*/ 540410 h 604605"/>
                  <a:gd name="connsiteX51" fmla="*/ 415512 w 605522"/>
                  <a:gd name="connsiteY51" fmla="*/ 512608 h 604605"/>
                  <a:gd name="connsiteX52" fmla="*/ 402367 w 605522"/>
                  <a:gd name="connsiteY52" fmla="*/ 490175 h 604605"/>
                  <a:gd name="connsiteX53" fmla="*/ 401530 w 605522"/>
                  <a:gd name="connsiteY53" fmla="*/ 483851 h 604605"/>
                  <a:gd name="connsiteX54" fmla="*/ 405474 w 605522"/>
                  <a:gd name="connsiteY54" fmla="*/ 478720 h 604605"/>
                  <a:gd name="connsiteX55" fmla="*/ 409657 w 605522"/>
                  <a:gd name="connsiteY55" fmla="*/ 477527 h 604605"/>
                  <a:gd name="connsiteX56" fmla="*/ 416946 w 605522"/>
                  <a:gd name="connsiteY56" fmla="*/ 481703 h 604605"/>
                  <a:gd name="connsiteX57" fmla="*/ 430092 w 605522"/>
                  <a:gd name="connsiteY57" fmla="*/ 504136 h 604605"/>
                  <a:gd name="connsiteX58" fmla="*/ 501196 w 605522"/>
                  <a:gd name="connsiteY58" fmla="*/ 435048 h 604605"/>
                  <a:gd name="connsiteX59" fmla="*/ 473830 w 605522"/>
                  <a:gd name="connsiteY59" fmla="*/ 419298 h 604605"/>
                  <a:gd name="connsiteX60" fmla="*/ 467974 w 605522"/>
                  <a:gd name="connsiteY60" fmla="*/ 397581 h 604605"/>
                  <a:gd name="connsiteX61" fmla="*/ 489724 w 605522"/>
                  <a:gd name="connsiteY61" fmla="*/ 391734 h 604605"/>
                  <a:gd name="connsiteX62" fmla="*/ 517209 w 605522"/>
                  <a:gd name="connsiteY62" fmla="*/ 407485 h 604605"/>
                  <a:gd name="connsiteX63" fmla="*/ 541588 w 605522"/>
                  <a:gd name="connsiteY63" fmla="*/ 309999 h 604605"/>
                  <a:gd name="connsiteX64" fmla="*/ 515536 w 605522"/>
                  <a:gd name="connsiteY64" fmla="*/ 309999 h 604605"/>
                  <a:gd name="connsiteX65" fmla="*/ 511354 w 605522"/>
                  <a:gd name="connsiteY65" fmla="*/ 308925 h 604605"/>
                  <a:gd name="connsiteX66" fmla="*/ 507171 w 605522"/>
                  <a:gd name="connsiteY66" fmla="*/ 301646 h 604605"/>
                  <a:gd name="connsiteX67" fmla="*/ 509561 w 605522"/>
                  <a:gd name="connsiteY67" fmla="*/ 295680 h 604605"/>
                  <a:gd name="connsiteX68" fmla="*/ 515536 w 605522"/>
                  <a:gd name="connsiteY68" fmla="*/ 293174 h 604605"/>
                  <a:gd name="connsiteX69" fmla="*/ 541588 w 605522"/>
                  <a:gd name="connsiteY69" fmla="*/ 293174 h 604605"/>
                  <a:gd name="connsiteX70" fmla="*/ 517209 w 605522"/>
                  <a:gd name="connsiteY70" fmla="*/ 197001 h 604605"/>
                  <a:gd name="connsiteX71" fmla="*/ 489724 w 605522"/>
                  <a:gd name="connsiteY71" fmla="*/ 212871 h 604605"/>
                  <a:gd name="connsiteX72" fmla="*/ 481836 w 605522"/>
                  <a:gd name="connsiteY72" fmla="*/ 215018 h 604605"/>
                  <a:gd name="connsiteX73" fmla="*/ 467974 w 605522"/>
                  <a:gd name="connsiteY73" fmla="*/ 207024 h 604605"/>
                  <a:gd name="connsiteX74" fmla="*/ 473830 w 605522"/>
                  <a:gd name="connsiteY74" fmla="*/ 185307 h 604605"/>
                  <a:gd name="connsiteX75" fmla="*/ 501196 w 605522"/>
                  <a:gd name="connsiteY75" fmla="*/ 169437 h 604605"/>
                  <a:gd name="connsiteX76" fmla="*/ 428777 w 605522"/>
                  <a:gd name="connsiteY76" fmla="*/ 99634 h 604605"/>
                  <a:gd name="connsiteX77" fmla="*/ 415871 w 605522"/>
                  <a:gd name="connsiteY77" fmla="*/ 122066 h 604605"/>
                  <a:gd name="connsiteX78" fmla="*/ 408581 w 605522"/>
                  <a:gd name="connsiteY78" fmla="*/ 126362 h 604605"/>
                  <a:gd name="connsiteX79" fmla="*/ 404398 w 605522"/>
                  <a:gd name="connsiteY79" fmla="*/ 125288 h 604605"/>
                  <a:gd name="connsiteX80" fmla="*/ 401291 w 605522"/>
                  <a:gd name="connsiteY80" fmla="*/ 113714 h 604605"/>
                  <a:gd name="connsiteX81" fmla="*/ 414198 w 605522"/>
                  <a:gd name="connsiteY81" fmla="*/ 91281 h 604605"/>
                  <a:gd name="connsiteX82" fmla="*/ 318715 w 605522"/>
                  <a:gd name="connsiteY82" fmla="*/ 64195 h 604605"/>
                  <a:gd name="connsiteX83" fmla="*/ 318715 w 605522"/>
                  <a:gd name="connsiteY83" fmla="*/ 95816 h 604605"/>
                  <a:gd name="connsiteX84" fmla="*/ 302701 w 605522"/>
                  <a:gd name="connsiteY84" fmla="*/ 111685 h 604605"/>
                  <a:gd name="connsiteX85" fmla="*/ 286807 w 605522"/>
                  <a:gd name="connsiteY85" fmla="*/ 95816 h 604605"/>
                  <a:gd name="connsiteX86" fmla="*/ 302701 w 605522"/>
                  <a:gd name="connsiteY86" fmla="*/ 0 h 604605"/>
                  <a:gd name="connsiteX87" fmla="*/ 605522 w 605522"/>
                  <a:gd name="connsiteY87" fmla="*/ 302243 h 604605"/>
                  <a:gd name="connsiteX88" fmla="*/ 302701 w 605522"/>
                  <a:gd name="connsiteY88" fmla="*/ 604605 h 604605"/>
                  <a:gd name="connsiteX89" fmla="*/ 0 w 605522"/>
                  <a:gd name="connsiteY89" fmla="*/ 302243 h 604605"/>
                  <a:gd name="connsiteX90" fmla="*/ 302701 w 605522"/>
                  <a:gd name="connsiteY90" fmla="*/ 0 h 604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605522" h="604605">
                    <a:moveTo>
                      <a:pt x="169739" y="214306"/>
                    </a:moveTo>
                    <a:cubicBezTo>
                      <a:pt x="174669" y="212874"/>
                      <a:pt x="180136" y="213322"/>
                      <a:pt x="184976" y="216005"/>
                    </a:cubicBezTo>
                    <a:lnTo>
                      <a:pt x="287155" y="272658"/>
                    </a:lnTo>
                    <a:cubicBezTo>
                      <a:pt x="291816" y="270153"/>
                      <a:pt x="297074" y="268841"/>
                      <a:pt x="302691" y="268841"/>
                    </a:cubicBezTo>
                    <a:cubicBezTo>
                      <a:pt x="308307" y="268841"/>
                      <a:pt x="313685" y="270153"/>
                      <a:pt x="318346" y="272658"/>
                    </a:cubicBezTo>
                    <a:lnTo>
                      <a:pt x="420524" y="216005"/>
                    </a:lnTo>
                    <a:cubicBezTo>
                      <a:pt x="430204" y="210638"/>
                      <a:pt x="442394" y="214216"/>
                      <a:pt x="447652" y="223877"/>
                    </a:cubicBezTo>
                    <a:cubicBezTo>
                      <a:pt x="453030" y="233418"/>
                      <a:pt x="449564" y="245584"/>
                      <a:pt x="439884" y="250951"/>
                    </a:cubicBezTo>
                    <a:lnTo>
                      <a:pt x="335674" y="308677"/>
                    </a:lnTo>
                    <a:cubicBezTo>
                      <a:pt x="332567" y="324063"/>
                      <a:pt x="319063" y="335751"/>
                      <a:pt x="302691" y="335751"/>
                    </a:cubicBezTo>
                    <a:cubicBezTo>
                      <a:pt x="286438" y="335751"/>
                      <a:pt x="272814" y="324182"/>
                      <a:pt x="269826" y="308677"/>
                    </a:cubicBezTo>
                    <a:lnTo>
                      <a:pt x="165497" y="250951"/>
                    </a:lnTo>
                    <a:cubicBezTo>
                      <a:pt x="155817" y="245584"/>
                      <a:pt x="152351" y="233418"/>
                      <a:pt x="157729" y="223877"/>
                    </a:cubicBezTo>
                    <a:cubicBezTo>
                      <a:pt x="160418" y="219047"/>
                      <a:pt x="164810" y="215737"/>
                      <a:pt x="169739" y="214306"/>
                    </a:cubicBezTo>
                    <a:close/>
                    <a:moveTo>
                      <a:pt x="286807" y="64195"/>
                    </a:moveTo>
                    <a:cubicBezTo>
                      <a:pt x="252032" y="66462"/>
                      <a:pt x="219169" y="76247"/>
                      <a:pt x="190010" y="91878"/>
                    </a:cubicBezTo>
                    <a:lnTo>
                      <a:pt x="203036" y="114311"/>
                    </a:lnTo>
                    <a:cubicBezTo>
                      <a:pt x="204231" y="116339"/>
                      <a:pt x="204470" y="118606"/>
                      <a:pt x="203872" y="120754"/>
                    </a:cubicBezTo>
                    <a:cubicBezTo>
                      <a:pt x="203394" y="122902"/>
                      <a:pt x="201960" y="124692"/>
                      <a:pt x="200048" y="125885"/>
                    </a:cubicBezTo>
                    <a:cubicBezTo>
                      <a:pt x="197419" y="127436"/>
                      <a:pt x="194193" y="127317"/>
                      <a:pt x="191564" y="125885"/>
                    </a:cubicBezTo>
                    <a:cubicBezTo>
                      <a:pt x="190249" y="125169"/>
                      <a:pt x="189173" y="124095"/>
                      <a:pt x="188456" y="122782"/>
                    </a:cubicBezTo>
                    <a:lnTo>
                      <a:pt x="175431" y="100469"/>
                    </a:lnTo>
                    <a:cubicBezTo>
                      <a:pt x="147108" y="118248"/>
                      <a:pt x="122849" y="141874"/>
                      <a:pt x="104207" y="169557"/>
                    </a:cubicBezTo>
                    <a:lnTo>
                      <a:pt x="131692" y="185307"/>
                    </a:lnTo>
                    <a:cubicBezTo>
                      <a:pt x="139221" y="189722"/>
                      <a:pt x="141850" y="199387"/>
                      <a:pt x="137428" y="207024"/>
                    </a:cubicBezTo>
                    <a:cubicBezTo>
                      <a:pt x="134560" y="212155"/>
                      <a:pt x="129183" y="215018"/>
                      <a:pt x="123686" y="215018"/>
                    </a:cubicBezTo>
                    <a:cubicBezTo>
                      <a:pt x="120937" y="215018"/>
                      <a:pt x="118188" y="214302"/>
                      <a:pt x="115679" y="212871"/>
                    </a:cubicBezTo>
                    <a:lnTo>
                      <a:pt x="88313" y="197001"/>
                    </a:lnTo>
                    <a:cubicBezTo>
                      <a:pt x="73614" y="226593"/>
                      <a:pt x="65010" y="259645"/>
                      <a:pt x="63815" y="294606"/>
                    </a:cubicBezTo>
                    <a:lnTo>
                      <a:pt x="89866" y="294487"/>
                    </a:lnTo>
                    <a:cubicBezTo>
                      <a:pt x="94527" y="294487"/>
                      <a:pt x="98351" y="298305"/>
                      <a:pt x="98351" y="302959"/>
                    </a:cubicBezTo>
                    <a:cubicBezTo>
                      <a:pt x="98351" y="305107"/>
                      <a:pt x="97514" y="307254"/>
                      <a:pt x="95841" y="308925"/>
                    </a:cubicBezTo>
                    <a:cubicBezTo>
                      <a:pt x="94288" y="310476"/>
                      <a:pt x="92256" y="311311"/>
                      <a:pt x="89986" y="311311"/>
                    </a:cubicBezTo>
                    <a:lnTo>
                      <a:pt x="63934" y="311431"/>
                    </a:lnTo>
                    <a:cubicBezTo>
                      <a:pt x="65249" y="345795"/>
                      <a:pt x="73853" y="378370"/>
                      <a:pt x="88313" y="407604"/>
                    </a:cubicBezTo>
                    <a:lnTo>
                      <a:pt x="115679" y="391734"/>
                    </a:lnTo>
                    <a:cubicBezTo>
                      <a:pt x="123327" y="387320"/>
                      <a:pt x="133126" y="389945"/>
                      <a:pt x="137428" y="397581"/>
                    </a:cubicBezTo>
                    <a:cubicBezTo>
                      <a:pt x="141850" y="405218"/>
                      <a:pt x="139221" y="414883"/>
                      <a:pt x="131692" y="419298"/>
                    </a:cubicBezTo>
                    <a:lnTo>
                      <a:pt x="104207" y="435048"/>
                    </a:lnTo>
                    <a:cubicBezTo>
                      <a:pt x="123208" y="463208"/>
                      <a:pt x="147825" y="487073"/>
                      <a:pt x="176626" y="504971"/>
                    </a:cubicBezTo>
                    <a:lnTo>
                      <a:pt x="189532" y="482419"/>
                    </a:lnTo>
                    <a:cubicBezTo>
                      <a:pt x="191086" y="479794"/>
                      <a:pt x="193834" y="478243"/>
                      <a:pt x="196941" y="478243"/>
                    </a:cubicBezTo>
                    <a:cubicBezTo>
                      <a:pt x="198375" y="478243"/>
                      <a:pt x="199809" y="478601"/>
                      <a:pt x="201124" y="479317"/>
                    </a:cubicBezTo>
                    <a:cubicBezTo>
                      <a:pt x="203036" y="480510"/>
                      <a:pt x="204470" y="482300"/>
                      <a:pt x="205067" y="484448"/>
                    </a:cubicBezTo>
                    <a:cubicBezTo>
                      <a:pt x="205665" y="486595"/>
                      <a:pt x="205306" y="488863"/>
                      <a:pt x="204231" y="490772"/>
                    </a:cubicBezTo>
                    <a:lnTo>
                      <a:pt x="191325" y="513324"/>
                    </a:lnTo>
                    <a:cubicBezTo>
                      <a:pt x="220125" y="528597"/>
                      <a:pt x="252510" y="538143"/>
                      <a:pt x="286807" y="540410"/>
                    </a:cubicBezTo>
                    <a:lnTo>
                      <a:pt x="286807" y="508789"/>
                    </a:lnTo>
                    <a:cubicBezTo>
                      <a:pt x="286807" y="499960"/>
                      <a:pt x="293978" y="492800"/>
                      <a:pt x="302701" y="492800"/>
                    </a:cubicBezTo>
                    <a:cubicBezTo>
                      <a:pt x="311545" y="492800"/>
                      <a:pt x="318715" y="499960"/>
                      <a:pt x="318715" y="508789"/>
                    </a:cubicBezTo>
                    <a:lnTo>
                      <a:pt x="318715" y="540410"/>
                    </a:lnTo>
                    <a:cubicBezTo>
                      <a:pt x="353490" y="538143"/>
                      <a:pt x="386354" y="528358"/>
                      <a:pt x="415512" y="512608"/>
                    </a:cubicBezTo>
                    <a:lnTo>
                      <a:pt x="402367" y="490175"/>
                    </a:lnTo>
                    <a:cubicBezTo>
                      <a:pt x="401291" y="488266"/>
                      <a:pt x="400933" y="485999"/>
                      <a:pt x="401530" y="483851"/>
                    </a:cubicBezTo>
                    <a:cubicBezTo>
                      <a:pt x="402128" y="481703"/>
                      <a:pt x="403562" y="479794"/>
                      <a:pt x="405474" y="478720"/>
                    </a:cubicBezTo>
                    <a:cubicBezTo>
                      <a:pt x="406789" y="478004"/>
                      <a:pt x="408223" y="477527"/>
                      <a:pt x="409657" y="477527"/>
                    </a:cubicBezTo>
                    <a:cubicBezTo>
                      <a:pt x="412644" y="477527"/>
                      <a:pt x="415512" y="479198"/>
                      <a:pt x="416946" y="481703"/>
                    </a:cubicBezTo>
                    <a:lnTo>
                      <a:pt x="430092" y="504136"/>
                    </a:lnTo>
                    <a:cubicBezTo>
                      <a:pt x="458294" y="486357"/>
                      <a:pt x="482553" y="462731"/>
                      <a:pt x="501196" y="435048"/>
                    </a:cubicBezTo>
                    <a:lnTo>
                      <a:pt x="473830" y="419298"/>
                    </a:lnTo>
                    <a:cubicBezTo>
                      <a:pt x="466182" y="414883"/>
                      <a:pt x="463672" y="405218"/>
                      <a:pt x="467974" y="397581"/>
                    </a:cubicBezTo>
                    <a:cubicBezTo>
                      <a:pt x="472396" y="389945"/>
                      <a:pt x="482195" y="387320"/>
                      <a:pt x="489724" y="391734"/>
                    </a:cubicBezTo>
                    <a:lnTo>
                      <a:pt x="517209" y="407485"/>
                    </a:lnTo>
                    <a:cubicBezTo>
                      <a:pt x="531789" y="377893"/>
                      <a:pt x="540512" y="344841"/>
                      <a:pt x="541588" y="309999"/>
                    </a:cubicBezTo>
                    <a:lnTo>
                      <a:pt x="515536" y="309999"/>
                    </a:lnTo>
                    <a:cubicBezTo>
                      <a:pt x="514102" y="309999"/>
                      <a:pt x="512668" y="309641"/>
                      <a:pt x="511354" y="308925"/>
                    </a:cubicBezTo>
                    <a:cubicBezTo>
                      <a:pt x="508725" y="307493"/>
                      <a:pt x="507171" y="304629"/>
                      <a:pt x="507171" y="301646"/>
                    </a:cubicBezTo>
                    <a:cubicBezTo>
                      <a:pt x="507171" y="299379"/>
                      <a:pt x="508008" y="297351"/>
                      <a:pt x="509561" y="295680"/>
                    </a:cubicBezTo>
                    <a:cubicBezTo>
                      <a:pt x="511115" y="294129"/>
                      <a:pt x="513266" y="293174"/>
                      <a:pt x="515536" y="293174"/>
                    </a:cubicBezTo>
                    <a:lnTo>
                      <a:pt x="541588" y="293174"/>
                    </a:lnTo>
                    <a:cubicBezTo>
                      <a:pt x="540273" y="258810"/>
                      <a:pt x="531669" y="226235"/>
                      <a:pt x="517209" y="197001"/>
                    </a:cubicBezTo>
                    <a:lnTo>
                      <a:pt x="489724" y="212871"/>
                    </a:lnTo>
                    <a:cubicBezTo>
                      <a:pt x="487214" y="214302"/>
                      <a:pt x="484585" y="215018"/>
                      <a:pt x="481836" y="215018"/>
                    </a:cubicBezTo>
                    <a:cubicBezTo>
                      <a:pt x="476339" y="215018"/>
                      <a:pt x="470962" y="212155"/>
                      <a:pt x="467974" y="207024"/>
                    </a:cubicBezTo>
                    <a:cubicBezTo>
                      <a:pt x="463553" y="199387"/>
                      <a:pt x="466182" y="189722"/>
                      <a:pt x="473830" y="185307"/>
                    </a:cubicBezTo>
                    <a:lnTo>
                      <a:pt x="501196" y="169437"/>
                    </a:lnTo>
                    <a:cubicBezTo>
                      <a:pt x="482314" y="141397"/>
                      <a:pt x="457577" y="117532"/>
                      <a:pt x="428777" y="99634"/>
                    </a:cubicBezTo>
                    <a:lnTo>
                      <a:pt x="415871" y="122066"/>
                    </a:lnTo>
                    <a:cubicBezTo>
                      <a:pt x="414437" y="124692"/>
                      <a:pt x="411569" y="126362"/>
                      <a:pt x="408581" y="126362"/>
                    </a:cubicBezTo>
                    <a:cubicBezTo>
                      <a:pt x="407147" y="126362"/>
                      <a:pt x="405713" y="126004"/>
                      <a:pt x="404398" y="125288"/>
                    </a:cubicBezTo>
                    <a:cubicBezTo>
                      <a:pt x="400335" y="122902"/>
                      <a:pt x="398901" y="117771"/>
                      <a:pt x="401291" y="113714"/>
                    </a:cubicBezTo>
                    <a:lnTo>
                      <a:pt x="414198" y="91281"/>
                    </a:lnTo>
                    <a:cubicBezTo>
                      <a:pt x="385278" y="76008"/>
                      <a:pt x="353012" y="66462"/>
                      <a:pt x="318715" y="64195"/>
                    </a:cubicBezTo>
                    <a:lnTo>
                      <a:pt x="318715" y="95816"/>
                    </a:lnTo>
                    <a:cubicBezTo>
                      <a:pt x="318715" y="104645"/>
                      <a:pt x="311545" y="111685"/>
                      <a:pt x="302701" y="111685"/>
                    </a:cubicBezTo>
                    <a:cubicBezTo>
                      <a:pt x="293978" y="111685"/>
                      <a:pt x="286807" y="104645"/>
                      <a:pt x="286807" y="95816"/>
                    </a:cubicBezTo>
                    <a:close/>
                    <a:moveTo>
                      <a:pt x="302701" y="0"/>
                    </a:moveTo>
                    <a:cubicBezTo>
                      <a:pt x="469647" y="0"/>
                      <a:pt x="605522" y="135550"/>
                      <a:pt x="605522" y="302243"/>
                    </a:cubicBezTo>
                    <a:cubicBezTo>
                      <a:pt x="605522" y="468936"/>
                      <a:pt x="469647" y="604605"/>
                      <a:pt x="302701" y="604605"/>
                    </a:cubicBezTo>
                    <a:cubicBezTo>
                      <a:pt x="135755" y="604605"/>
                      <a:pt x="0" y="468936"/>
                      <a:pt x="0" y="302243"/>
                    </a:cubicBezTo>
                    <a:cubicBezTo>
                      <a:pt x="0" y="135550"/>
                      <a:pt x="135755" y="0"/>
                      <a:pt x="302701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işlîḓè"/>
              <p:cNvSpPr/>
              <p:nvPr/>
            </p:nvSpPr>
            <p:spPr bwMode="auto">
              <a:xfrm>
                <a:off x="8167109" y="4164267"/>
                <a:ext cx="765000" cy="7650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işlîďê"/>
              <p:cNvSpPr/>
              <p:nvPr/>
            </p:nvSpPr>
            <p:spPr bwMode="auto">
              <a:xfrm>
                <a:off x="8321176" y="4318680"/>
                <a:ext cx="456866" cy="456174"/>
              </a:xfrm>
              <a:custGeom>
                <a:avLst/>
                <a:gdLst>
                  <a:gd name="connsiteX0" fmla="*/ 169739 w 605522"/>
                  <a:gd name="connsiteY0" fmla="*/ 214306 h 604605"/>
                  <a:gd name="connsiteX1" fmla="*/ 184976 w 605522"/>
                  <a:gd name="connsiteY1" fmla="*/ 216005 h 604605"/>
                  <a:gd name="connsiteX2" fmla="*/ 287155 w 605522"/>
                  <a:gd name="connsiteY2" fmla="*/ 272658 h 604605"/>
                  <a:gd name="connsiteX3" fmla="*/ 302691 w 605522"/>
                  <a:gd name="connsiteY3" fmla="*/ 268841 h 604605"/>
                  <a:gd name="connsiteX4" fmla="*/ 318346 w 605522"/>
                  <a:gd name="connsiteY4" fmla="*/ 272658 h 604605"/>
                  <a:gd name="connsiteX5" fmla="*/ 420524 w 605522"/>
                  <a:gd name="connsiteY5" fmla="*/ 216005 h 604605"/>
                  <a:gd name="connsiteX6" fmla="*/ 447652 w 605522"/>
                  <a:gd name="connsiteY6" fmla="*/ 223877 h 604605"/>
                  <a:gd name="connsiteX7" fmla="*/ 439884 w 605522"/>
                  <a:gd name="connsiteY7" fmla="*/ 250951 h 604605"/>
                  <a:gd name="connsiteX8" fmla="*/ 335674 w 605522"/>
                  <a:gd name="connsiteY8" fmla="*/ 308677 h 604605"/>
                  <a:gd name="connsiteX9" fmla="*/ 302691 w 605522"/>
                  <a:gd name="connsiteY9" fmla="*/ 335751 h 604605"/>
                  <a:gd name="connsiteX10" fmla="*/ 269826 w 605522"/>
                  <a:gd name="connsiteY10" fmla="*/ 308677 h 604605"/>
                  <a:gd name="connsiteX11" fmla="*/ 165497 w 605522"/>
                  <a:gd name="connsiteY11" fmla="*/ 250951 h 604605"/>
                  <a:gd name="connsiteX12" fmla="*/ 157729 w 605522"/>
                  <a:gd name="connsiteY12" fmla="*/ 223877 h 604605"/>
                  <a:gd name="connsiteX13" fmla="*/ 169739 w 605522"/>
                  <a:gd name="connsiteY13" fmla="*/ 214306 h 604605"/>
                  <a:gd name="connsiteX14" fmla="*/ 286807 w 605522"/>
                  <a:gd name="connsiteY14" fmla="*/ 64195 h 604605"/>
                  <a:gd name="connsiteX15" fmla="*/ 190010 w 605522"/>
                  <a:gd name="connsiteY15" fmla="*/ 91878 h 604605"/>
                  <a:gd name="connsiteX16" fmla="*/ 203036 w 605522"/>
                  <a:gd name="connsiteY16" fmla="*/ 114311 h 604605"/>
                  <a:gd name="connsiteX17" fmla="*/ 203872 w 605522"/>
                  <a:gd name="connsiteY17" fmla="*/ 120754 h 604605"/>
                  <a:gd name="connsiteX18" fmla="*/ 200048 w 605522"/>
                  <a:gd name="connsiteY18" fmla="*/ 125885 h 604605"/>
                  <a:gd name="connsiteX19" fmla="*/ 191564 w 605522"/>
                  <a:gd name="connsiteY19" fmla="*/ 125885 h 604605"/>
                  <a:gd name="connsiteX20" fmla="*/ 188456 w 605522"/>
                  <a:gd name="connsiteY20" fmla="*/ 122782 h 604605"/>
                  <a:gd name="connsiteX21" fmla="*/ 175431 w 605522"/>
                  <a:gd name="connsiteY21" fmla="*/ 100469 h 604605"/>
                  <a:gd name="connsiteX22" fmla="*/ 104207 w 605522"/>
                  <a:gd name="connsiteY22" fmla="*/ 169557 h 604605"/>
                  <a:gd name="connsiteX23" fmla="*/ 131692 w 605522"/>
                  <a:gd name="connsiteY23" fmla="*/ 185307 h 604605"/>
                  <a:gd name="connsiteX24" fmla="*/ 137428 w 605522"/>
                  <a:gd name="connsiteY24" fmla="*/ 207024 h 604605"/>
                  <a:gd name="connsiteX25" fmla="*/ 123686 w 605522"/>
                  <a:gd name="connsiteY25" fmla="*/ 215018 h 604605"/>
                  <a:gd name="connsiteX26" fmla="*/ 115679 w 605522"/>
                  <a:gd name="connsiteY26" fmla="*/ 212871 h 604605"/>
                  <a:gd name="connsiteX27" fmla="*/ 88313 w 605522"/>
                  <a:gd name="connsiteY27" fmla="*/ 197001 h 604605"/>
                  <a:gd name="connsiteX28" fmla="*/ 63815 w 605522"/>
                  <a:gd name="connsiteY28" fmla="*/ 294606 h 604605"/>
                  <a:gd name="connsiteX29" fmla="*/ 89866 w 605522"/>
                  <a:gd name="connsiteY29" fmla="*/ 294487 h 604605"/>
                  <a:gd name="connsiteX30" fmla="*/ 98351 w 605522"/>
                  <a:gd name="connsiteY30" fmla="*/ 302959 h 604605"/>
                  <a:gd name="connsiteX31" fmla="*/ 95841 w 605522"/>
                  <a:gd name="connsiteY31" fmla="*/ 308925 h 604605"/>
                  <a:gd name="connsiteX32" fmla="*/ 89986 w 605522"/>
                  <a:gd name="connsiteY32" fmla="*/ 311311 h 604605"/>
                  <a:gd name="connsiteX33" fmla="*/ 63934 w 605522"/>
                  <a:gd name="connsiteY33" fmla="*/ 311431 h 604605"/>
                  <a:gd name="connsiteX34" fmla="*/ 88313 w 605522"/>
                  <a:gd name="connsiteY34" fmla="*/ 407604 h 604605"/>
                  <a:gd name="connsiteX35" fmla="*/ 115679 w 605522"/>
                  <a:gd name="connsiteY35" fmla="*/ 391734 h 604605"/>
                  <a:gd name="connsiteX36" fmla="*/ 137428 w 605522"/>
                  <a:gd name="connsiteY36" fmla="*/ 397581 h 604605"/>
                  <a:gd name="connsiteX37" fmla="*/ 131692 w 605522"/>
                  <a:gd name="connsiteY37" fmla="*/ 419298 h 604605"/>
                  <a:gd name="connsiteX38" fmla="*/ 104207 w 605522"/>
                  <a:gd name="connsiteY38" fmla="*/ 435048 h 604605"/>
                  <a:gd name="connsiteX39" fmla="*/ 176626 w 605522"/>
                  <a:gd name="connsiteY39" fmla="*/ 504971 h 604605"/>
                  <a:gd name="connsiteX40" fmla="*/ 189532 w 605522"/>
                  <a:gd name="connsiteY40" fmla="*/ 482419 h 604605"/>
                  <a:gd name="connsiteX41" fmla="*/ 196941 w 605522"/>
                  <a:gd name="connsiteY41" fmla="*/ 478243 h 604605"/>
                  <a:gd name="connsiteX42" fmla="*/ 201124 w 605522"/>
                  <a:gd name="connsiteY42" fmla="*/ 479317 h 604605"/>
                  <a:gd name="connsiteX43" fmla="*/ 205067 w 605522"/>
                  <a:gd name="connsiteY43" fmla="*/ 484448 h 604605"/>
                  <a:gd name="connsiteX44" fmla="*/ 204231 w 605522"/>
                  <a:gd name="connsiteY44" fmla="*/ 490772 h 604605"/>
                  <a:gd name="connsiteX45" fmla="*/ 191325 w 605522"/>
                  <a:gd name="connsiteY45" fmla="*/ 513324 h 604605"/>
                  <a:gd name="connsiteX46" fmla="*/ 286807 w 605522"/>
                  <a:gd name="connsiteY46" fmla="*/ 540410 h 604605"/>
                  <a:gd name="connsiteX47" fmla="*/ 286807 w 605522"/>
                  <a:gd name="connsiteY47" fmla="*/ 508789 h 604605"/>
                  <a:gd name="connsiteX48" fmla="*/ 302701 w 605522"/>
                  <a:gd name="connsiteY48" fmla="*/ 492800 h 604605"/>
                  <a:gd name="connsiteX49" fmla="*/ 318715 w 605522"/>
                  <a:gd name="connsiteY49" fmla="*/ 508789 h 604605"/>
                  <a:gd name="connsiteX50" fmla="*/ 318715 w 605522"/>
                  <a:gd name="connsiteY50" fmla="*/ 540410 h 604605"/>
                  <a:gd name="connsiteX51" fmla="*/ 415512 w 605522"/>
                  <a:gd name="connsiteY51" fmla="*/ 512608 h 604605"/>
                  <a:gd name="connsiteX52" fmla="*/ 402367 w 605522"/>
                  <a:gd name="connsiteY52" fmla="*/ 490175 h 604605"/>
                  <a:gd name="connsiteX53" fmla="*/ 401530 w 605522"/>
                  <a:gd name="connsiteY53" fmla="*/ 483851 h 604605"/>
                  <a:gd name="connsiteX54" fmla="*/ 405474 w 605522"/>
                  <a:gd name="connsiteY54" fmla="*/ 478720 h 604605"/>
                  <a:gd name="connsiteX55" fmla="*/ 409657 w 605522"/>
                  <a:gd name="connsiteY55" fmla="*/ 477527 h 604605"/>
                  <a:gd name="connsiteX56" fmla="*/ 416946 w 605522"/>
                  <a:gd name="connsiteY56" fmla="*/ 481703 h 604605"/>
                  <a:gd name="connsiteX57" fmla="*/ 430092 w 605522"/>
                  <a:gd name="connsiteY57" fmla="*/ 504136 h 604605"/>
                  <a:gd name="connsiteX58" fmla="*/ 501196 w 605522"/>
                  <a:gd name="connsiteY58" fmla="*/ 435048 h 604605"/>
                  <a:gd name="connsiteX59" fmla="*/ 473830 w 605522"/>
                  <a:gd name="connsiteY59" fmla="*/ 419298 h 604605"/>
                  <a:gd name="connsiteX60" fmla="*/ 467974 w 605522"/>
                  <a:gd name="connsiteY60" fmla="*/ 397581 h 604605"/>
                  <a:gd name="connsiteX61" fmla="*/ 489724 w 605522"/>
                  <a:gd name="connsiteY61" fmla="*/ 391734 h 604605"/>
                  <a:gd name="connsiteX62" fmla="*/ 517209 w 605522"/>
                  <a:gd name="connsiteY62" fmla="*/ 407485 h 604605"/>
                  <a:gd name="connsiteX63" fmla="*/ 541588 w 605522"/>
                  <a:gd name="connsiteY63" fmla="*/ 309999 h 604605"/>
                  <a:gd name="connsiteX64" fmla="*/ 515536 w 605522"/>
                  <a:gd name="connsiteY64" fmla="*/ 309999 h 604605"/>
                  <a:gd name="connsiteX65" fmla="*/ 511354 w 605522"/>
                  <a:gd name="connsiteY65" fmla="*/ 308925 h 604605"/>
                  <a:gd name="connsiteX66" fmla="*/ 507171 w 605522"/>
                  <a:gd name="connsiteY66" fmla="*/ 301646 h 604605"/>
                  <a:gd name="connsiteX67" fmla="*/ 509561 w 605522"/>
                  <a:gd name="connsiteY67" fmla="*/ 295680 h 604605"/>
                  <a:gd name="connsiteX68" fmla="*/ 515536 w 605522"/>
                  <a:gd name="connsiteY68" fmla="*/ 293174 h 604605"/>
                  <a:gd name="connsiteX69" fmla="*/ 541588 w 605522"/>
                  <a:gd name="connsiteY69" fmla="*/ 293174 h 604605"/>
                  <a:gd name="connsiteX70" fmla="*/ 517209 w 605522"/>
                  <a:gd name="connsiteY70" fmla="*/ 197001 h 604605"/>
                  <a:gd name="connsiteX71" fmla="*/ 489724 w 605522"/>
                  <a:gd name="connsiteY71" fmla="*/ 212871 h 604605"/>
                  <a:gd name="connsiteX72" fmla="*/ 481836 w 605522"/>
                  <a:gd name="connsiteY72" fmla="*/ 215018 h 604605"/>
                  <a:gd name="connsiteX73" fmla="*/ 467974 w 605522"/>
                  <a:gd name="connsiteY73" fmla="*/ 207024 h 604605"/>
                  <a:gd name="connsiteX74" fmla="*/ 473830 w 605522"/>
                  <a:gd name="connsiteY74" fmla="*/ 185307 h 604605"/>
                  <a:gd name="connsiteX75" fmla="*/ 501196 w 605522"/>
                  <a:gd name="connsiteY75" fmla="*/ 169437 h 604605"/>
                  <a:gd name="connsiteX76" fmla="*/ 428777 w 605522"/>
                  <a:gd name="connsiteY76" fmla="*/ 99634 h 604605"/>
                  <a:gd name="connsiteX77" fmla="*/ 415871 w 605522"/>
                  <a:gd name="connsiteY77" fmla="*/ 122066 h 604605"/>
                  <a:gd name="connsiteX78" fmla="*/ 408581 w 605522"/>
                  <a:gd name="connsiteY78" fmla="*/ 126362 h 604605"/>
                  <a:gd name="connsiteX79" fmla="*/ 404398 w 605522"/>
                  <a:gd name="connsiteY79" fmla="*/ 125288 h 604605"/>
                  <a:gd name="connsiteX80" fmla="*/ 401291 w 605522"/>
                  <a:gd name="connsiteY80" fmla="*/ 113714 h 604605"/>
                  <a:gd name="connsiteX81" fmla="*/ 414198 w 605522"/>
                  <a:gd name="connsiteY81" fmla="*/ 91281 h 604605"/>
                  <a:gd name="connsiteX82" fmla="*/ 318715 w 605522"/>
                  <a:gd name="connsiteY82" fmla="*/ 64195 h 604605"/>
                  <a:gd name="connsiteX83" fmla="*/ 318715 w 605522"/>
                  <a:gd name="connsiteY83" fmla="*/ 95816 h 604605"/>
                  <a:gd name="connsiteX84" fmla="*/ 302701 w 605522"/>
                  <a:gd name="connsiteY84" fmla="*/ 111685 h 604605"/>
                  <a:gd name="connsiteX85" fmla="*/ 286807 w 605522"/>
                  <a:gd name="connsiteY85" fmla="*/ 95816 h 604605"/>
                  <a:gd name="connsiteX86" fmla="*/ 302701 w 605522"/>
                  <a:gd name="connsiteY86" fmla="*/ 0 h 604605"/>
                  <a:gd name="connsiteX87" fmla="*/ 605522 w 605522"/>
                  <a:gd name="connsiteY87" fmla="*/ 302243 h 604605"/>
                  <a:gd name="connsiteX88" fmla="*/ 302701 w 605522"/>
                  <a:gd name="connsiteY88" fmla="*/ 604605 h 604605"/>
                  <a:gd name="connsiteX89" fmla="*/ 0 w 605522"/>
                  <a:gd name="connsiteY89" fmla="*/ 302243 h 604605"/>
                  <a:gd name="connsiteX90" fmla="*/ 302701 w 605522"/>
                  <a:gd name="connsiteY90" fmla="*/ 0 h 604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605522" h="604605">
                    <a:moveTo>
                      <a:pt x="169739" y="214306"/>
                    </a:moveTo>
                    <a:cubicBezTo>
                      <a:pt x="174669" y="212874"/>
                      <a:pt x="180136" y="213322"/>
                      <a:pt x="184976" y="216005"/>
                    </a:cubicBezTo>
                    <a:lnTo>
                      <a:pt x="287155" y="272658"/>
                    </a:lnTo>
                    <a:cubicBezTo>
                      <a:pt x="291816" y="270153"/>
                      <a:pt x="297074" y="268841"/>
                      <a:pt x="302691" y="268841"/>
                    </a:cubicBezTo>
                    <a:cubicBezTo>
                      <a:pt x="308307" y="268841"/>
                      <a:pt x="313685" y="270153"/>
                      <a:pt x="318346" y="272658"/>
                    </a:cubicBezTo>
                    <a:lnTo>
                      <a:pt x="420524" y="216005"/>
                    </a:lnTo>
                    <a:cubicBezTo>
                      <a:pt x="430204" y="210638"/>
                      <a:pt x="442394" y="214216"/>
                      <a:pt x="447652" y="223877"/>
                    </a:cubicBezTo>
                    <a:cubicBezTo>
                      <a:pt x="453030" y="233418"/>
                      <a:pt x="449564" y="245584"/>
                      <a:pt x="439884" y="250951"/>
                    </a:cubicBezTo>
                    <a:lnTo>
                      <a:pt x="335674" y="308677"/>
                    </a:lnTo>
                    <a:cubicBezTo>
                      <a:pt x="332567" y="324063"/>
                      <a:pt x="319063" y="335751"/>
                      <a:pt x="302691" y="335751"/>
                    </a:cubicBezTo>
                    <a:cubicBezTo>
                      <a:pt x="286438" y="335751"/>
                      <a:pt x="272814" y="324182"/>
                      <a:pt x="269826" y="308677"/>
                    </a:cubicBezTo>
                    <a:lnTo>
                      <a:pt x="165497" y="250951"/>
                    </a:lnTo>
                    <a:cubicBezTo>
                      <a:pt x="155817" y="245584"/>
                      <a:pt x="152351" y="233418"/>
                      <a:pt x="157729" y="223877"/>
                    </a:cubicBezTo>
                    <a:cubicBezTo>
                      <a:pt x="160418" y="219047"/>
                      <a:pt x="164810" y="215737"/>
                      <a:pt x="169739" y="214306"/>
                    </a:cubicBezTo>
                    <a:close/>
                    <a:moveTo>
                      <a:pt x="286807" y="64195"/>
                    </a:moveTo>
                    <a:cubicBezTo>
                      <a:pt x="252032" y="66462"/>
                      <a:pt x="219169" y="76247"/>
                      <a:pt x="190010" y="91878"/>
                    </a:cubicBezTo>
                    <a:lnTo>
                      <a:pt x="203036" y="114311"/>
                    </a:lnTo>
                    <a:cubicBezTo>
                      <a:pt x="204231" y="116339"/>
                      <a:pt x="204470" y="118606"/>
                      <a:pt x="203872" y="120754"/>
                    </a:cubicBezTo>
                    <a:cubicBezTo>
                      <a:pt x="203394" y="122902"/>
                      <a:pt x="201960" y="124692"/>
                      <a:pt x="200048" y="125885"/>
                    </a:cubicBezTo>
                    <a:cubicBezTo>
                      <a:pt x="197419" y="127436"/>
                      <a:pt x="194193" y="127317"/>
                      <a:pt x="191564" y="125885"/>
                    </a:cubicBezTo>
                    <a:cubicBezTo>
                      <a:pt x="190249" y="125169"/>
                      <a:pt x="189173" y="124095"/>
                      <a:pt x="188456" y="122782"/>
                    </a:cubicBezTo>
                    <a:lnTo>
                      <a:pt x="175431" y="100469"/>
                    </a:lnTo>
                    <a:cubicBezTo>
                      <a:pt x="147108" y="118248"/>
                      <a:pt x="122849" y="141874"/>
                      <a:pt x="104207" y="169557"/>
                    </a:cubicBezTo>
                    <a:lnTo>
                      <a:pt x="131692" y="185307"/>
                    </a:lnTo>
                    <a:cubicBezTo>
                      <a:pt x="139221" y="189722"/>
                      <a:pt x="141850" y="199387"/>
                      <a:pt x="137428" y="207024"/>
                    </a:cubicBezTo>
                    <a:cubicBezTo>
                      <a:pt x="134560" y="212155"/>
                      <a:pt x="129183" y="215018"/>
                      <a:pt x="123686" y="215018"/>
                    </a:cubicBezTo>
                    <a:cubicBezTo>
                      <a:pt x="120937" y="215018"/>
                      <a:pt x="118188" y="214302"/>
                      <a:pt x="115679" y="212871"/>
                    </a:cubicBezTo>
                    <a:lnTo>
                      <a:pt x="88313" y="197001"/>
                    </a:lnTo>
                    <a:cubicBezTo>
                      <a:pt x="73614" y="226593"/>
                      <a:pt x="65010" y="259645"/>
                      <a:pt x="63815" y="294606"/>
                    </a:cubicBezTo>
                    <a:lnTo>
                      <a:pt x="89866" y="294487"/>
                    </a:lnTo>
                    <a:cubicBezTo>
                      <a:pt x="94527" y="294487"/>
                      <a:pt x="98351" y="298305"/>
                      <a:pt x="98351" y="302959"/>
                    </a:cubicBezTo>
                    <a:cubicBezTo>
                      <a:pt x="98351" y="305107"/>
                      <a:pt x="97514" y="307254"/>
                      <a:pt x="95841" y="308925"/>
                    </a:cubicBezTo>
                    <a:cubicBezTo>
                      <a:pt x="94288" y="310476"/>
                      <a:pt x="92256" y="311311"/>
                      <a:pt x="89986" y="311311"/>
                    </a:cubicBezTo>
                    <a:lnTo>
                      <a:pt x="63934" y="311431"/>
                    </a:lnTo>
                    <a:cubicBezTo>
                      <a:pt x="65249" y="345795"/>
                      <a:pt x="73853" y="378370"/>
                      <a:pt x="88313" y="407604"/>
                    </a:cubicBezTo>
                    <a:lnTo>
                      <a:pt x="115679" y="391734"/>
                    </a:lnTo>
                    <a:cubicBezTo>
                      <a:pt x="123327" y="387320"/>
                      <a:pt x="133126" y="389945"/>
                      <a:pt x="137428" y="397581"/>
                    </a:cubicBezTo>
                    <a:cubicBezTo>
                      <a:pt x="141850" y="405218"/>
                      <a:pt x="139221" y="414883"/>
                      <a:pt x="131692" y="419298"/>
                    </a:cubicBezTo>
                    <a:lnTo>
                      <a:pt x="104207" y="435048"/>
                    </a:lnTo>
                    <a:cubicBezTo>
                      <a:pt x="123208" y="463208"/>
                      <a:pt x="147825" y="487073"/>
                      <a:pt x="176626" y="504971"/>
                    </a:cubicBezTo>
                    <a:lnTo>
                      <a:pt x="189532" y="482419"/>
                    </a:lnTo>
                    <a:cubicBezTo>
                      <a:pt x="191086" y="479794"/>
                      <a:pt x="193834" y="478243"/>
                      <a:pt x="196941" y="478243"/>
                    </a:cubicBezTo>
                    <a:cubicBezTo>
                      <a:pt x="198375" y="478243"/>
                      <a:pt x="199809" y="478601"/>
                      <a:pt x="201124" y="479317"/>
                    </a:cubicBezTo>
                    <a:cubicBezTo>
                      <a:pt x="203036" y="480510"/>
                      <a:pt x="204470" y="482300"/>
                      <a:pt x="205067" y="484448"/>
                    </a:cubicBezTo>
                    <a:cubicBezTo>
                      <a:pt x="205665" y="486595"/>
                      <a:pt x="205306" y="488863"/>
                      <a:pt x="204231" y="490772"/>
                    </a:cubicBezTo>
                    <a:lnTo>
                      <a:pt x="191325" y="513324"/>
                    </a:lnTo>
                    <a:cubicBezTo>
                      <a:pt x="220125" y="528597"/>
                      <a:pt x="252510" y="538143"/>
                      <a:pt x="286807" y="540410"/>
                    </a:cubicBezTo>
                    <a:lnTo>
                      <a:pt x="286807" y="508789"/>
                    </a:lnTo>
                    <a:cubicBezTo>
                      <a:pt x="286807" y="499960"/>
                      <a:pt x="293978" y="492800"/>
                      <a:pt x="302701" y="492800"/>
                    </a:cubicBezTo>
                    <a:cubicBezTo>
                      <a:pt x="311545" y="492800"/>
                      <a:pt x="318715" y="499960"/>
                      <a:pt x="318715" y="508789"/>
                    </a:cubicBezTo>
                    <a:lnTo>
                      <a:pt x="318715" y="540410"/>
                    </a:lnTo>
                    <a:cubicBezTo>
                      <a:pt x="353490" y="538143"/>
                      <a:pt x="386354" y="528358"/>
                      <a:pt x="415512" y="512608"/>
                    </a:cubicBezTo>
                    <a:lnTo>
                      <a:pt x="402367" y="490175"/>
                    </a:lnTo>
                    <a:cubicBezTo>
                      <a:pt x="401291" y="488266"/>
                      <a:pt x="400933" y="485999"/>
                      <a:pt x="401530" y="483851"/>
                    </a:cubicBezTo>
                    <a:cubicBezTo>
                      <a:pt x="402128" y="481703"/>
                      <a:pt x="403562" y="479794"/>
                      <a:pt x="405474" y="478720"/>
                    </a:cubicBezTo>
                    <a:cubicBezTo>
                      <a:pt x="406789" y="478004"/>
                      <a:pt x="408223" y="477527"/>
                      <a:pt x="409657" y="477527"/>
                    </a:cubicBezTo>
                    <a:cubicBezTo>
                      <a:pt x="412644" y="477527"/>
                      <a:pt x="415512" y="479198"/>
                      <a:pt x="416946" y="481703"/>
                    </a:cubicBezTo>
                    <a:lnTo>
                      <a:pt x="430092" y="504136"/>
                    </a:lnTo>
                    <a:cubicBezTo>
                      <a:pt x="458294" y="486357"/>
                      <a:pt x="482553" y="462731"/>
                      <a:pt x="501196" y="435048"/>
                    </a:cubicBezTo>
                    <a:lnTo>
                      <a:pt x="473830" y="419298"/>
                    </a:lnTo>
                    <a:cubicBezTo>
                      <a:pt x="466182" y="414883"/>
                      <a:pt x="463672" y="405218"/>
                      <a:pt x="467974" y="397581"/>
                    </a:cubicBezTo>
                    <a:cubicBezTo>
                      <a:pt x="472396" y="389945"/>
                      <a:pt x="482195" y="387320"/>
                      <a:pt x="489724" y="391734"/>
                    </a:cubicBezTo>
                    <a:lnTo>
                      <a:pt x="517209" y="407485"/>
                    </a:lnTo>
                    <a:cubicBezTo>
                      <a:pt x="531789" y="377893"/>
                      <a:pt x="540512" y="344841"/>
                      <a:pt x="541588" y="309999"/>
                    </a:cubicBezTo>
                    <a:lnTo>
                      <a:pt x="515536" y="309999"/>
                    </a:lnTo>
                    <a:cubicBezTo>
                      <a:pt x="514102" y="309999"/>
                      <a:pt x="512668" y="309641"/>
                      <a:pt x="511354" y="308925"/>
                    </a:cubicBezTo>
                    <a:cubicBezTo>
                      <a:pt x="508725" y="307493"/>
                      <a:pt x="507171" y="304629"/>
                      <a:pt x="507171" y="301646"/>
                    </a:cubicBezTo>
                    <a:cubicBezTo>
                      <a:pt x="507171" y="299379"/>
                      <a:pt x="508008" y="297351"/>
                      <a:pt x="509561" y="295680"/>
                    </a:cubicBezTo>
                    <a:cubicBezTo>
                      <a:pt x="511115" y="294129"/>
                      <a:pt x="513266" y="293174"/>
                      <a:pt x="515536" y="293174"/>
                    </a:cubicBezTo>
                    <a:lnTo>
                      <a:pt x="541588" y="293174"/>
                    </a:lnTo>
                    <a:cubicBezTo>
                      <a:pt x="540273" y="258810"/>
                      <a:pt x="531669" y="226235"/>
                      <a:pt x="517209" y="197001"/>
                    </a:cubicBezTo>
                    <a:lnTo>
                      <a:pt x="489724" y="212871"/>
                    </a:lnTo>
                    <a:cubicBezTo>
                      <a:pt x="487214" y="214302"/>
                      <a:pt x="484585" y="215018"/>
                      <a:pt x="481836" y="215018"/>
                    </a:cubicBezTo>
                    <a:cubicBezTo>
                      <a:pt x="476339" y="215018"/>
                      <a:pt x="470962" y="212155"/>
                      <a:pt x="467974" y="207024"/>
                    </a:cubicBezTo>
                    <a:cubicBezTo>
                      <a:pt x="463553" y="199387"/>
                      <a:pt x="466182" y="189722"/>
                      <a:pt x="473830" y="185307"/>
                    </a:cubicBezTo>
                    <a:lnTo>
                      <a:pt x="501196" y="169437"/>
                    </a:lnTo>
                    <a:cubicBezTo>
                      <a:pt x="482314" y="141397"/>
                      <a:pt x="457577" y="117532"/>
                      <a:pt x="428777" y="99634"/>
                    </a:cubicBezTo>
                    <a:lnTo>
                      <a:pt x="415871" y="122066"/>
                    </a:lnTo>
                    <a:cubicBezTo>
                      <a:pt x="414437" y="124692"/>
                      <a:pt x="411569" y="126362"/>
                      <a:pt x="408581" y="126362"/>
                    </a:cubicBezTo>
                    <a:cubicBezTo>
                      <a:pt x="407147" y="126362"/>
                      <a:pt x="405713" y="126004"/>
                      <a:pt x="404398" y="125288"/>
                    </a:cubicBezTo>
                    <a:cubicBezTo>
                      <a:pt x="400335" y="122902"/>
                      <a:pt x="398901" y="117771"/>
                      <a:pt x="401291" y="113714"/>
                    </a:cubicBezTo>
                    <a:lnTo>
                      <a:pt x="414198" y="91281"/>
                    </a:lnTo>
                    <a:cubicBezTo>
                      <a:pt x="385278" y="76008"/>
                      <a:pt x="353012" y="66462"/>
                      <a:pt x="318715" y="64195"/>
                    </a:cubicBezTo>
                    <a:lnTo>
                      <a:pt x="318715" y="95816"/>
                    </a:lnTo>
                    <a:cubicBezTo>
                      <a:pt x="318715" y="104645"/>
                      <a:pt x="311545" y="111685"/>
                      <a:pt x="302701" y="111685"/>
                    </a:cubicBezTo>
                    <a:cubicBezTo>
                      <a:pt x="293978" y="111685"/>
                      <a:pt x="286807" y="104645"/>
                      <a:pt x="286807" y="95816"/>
                    </a:cubicBezTo>
                    <a:close/>
                    <a:moveTo>
                      <a:pt x="302701" y="0"/>
                    </a:moveTo>
                    <a:cubicBezTo>
                      <a:pt x="469647" y="0"/>
                      <a:pt x="605522" y="135550"/>
                      <a:pt x="605522" y="302243"/>
                    </a:cubicBezTo>
                    <a:cubicBezTo>
                      <a:pt x="605522" y="468936"/>
                      <a:pt x="469647" y="604605"/>
                      <a:pt x="302701" y="604605"/>
                    </a:cubicBezTo>
                    <a:cubicBezTo>
                      <a:pt x="135755" y="604605"/>
                      <a:pt x="0" y="468936"/>
                      <a:pt x="0" y="302243"/>
                    </a:cubicBezTo>
                    <a:cubicBezTo>
                      <a:pt x="0" y="135550"/>
                      <a:pt x="135755" y="0"/>
                      <a:pt x="302701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" name="íṧļíḍé"/>
            <p:cNvGrpSpPr/>
            <p:nvPr/>
          </p:nvGrpSpPr>
          <p:grpSpPr>
            <a:xfrm>
              <a:off x="673100" y="1969456"/>
              <a:ext cx="2197825" cy="3802750"/>
              <a:chOff x="8507726" y="1781570"/>
              <a:chExt cx="3011174" cy="3802750"/>
            </a:xfrm>
          </p:grpSpPr>
          <p:grpSp>
            <p:nvGrpSpPr>
              <p:cNvPr id="20" name="íṡļiḍé"/>
              <p:cNvGrpSpPr/>
              <p:nvPr/>
            </p:nvGrpSpPr>
            <p:grpSpPr>
              <a:xfrm>
                <a:off x="8507726" y="1781570"/>
                <a:ext cx="3011174" cy="1017430"/>
                <a:chOff x="8661000" y="1781570"/>
                <a:chExt cx="2295000" cy="1017430"/>
              </a:xfrm>
            </p:grpSpPr>
            <p:sp>
              <p:nvSpPr>
                <p:cNvPr id="23" name="ísḻiḍê"/>
                <p:cNvSpPr txBox="1"/>
                <p:nvPr/>
              </p:nvSpPr>
              <p:spPr>
                <a:xfrm>
                  <a:off x="8661000" y="1781570"/>
                  <a:ext cx="2295000" cy="3925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 lnSpcReduction="10000"/>
                </a:bodyPr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de-DE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Text here</a:t>
                  </a:r>
                  <a:endParaRPr kumimoji="0" lang="de-DE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" name="ïś1ïḍè"/>
                <p:cNvSpPr txBox="1"/>
                <p:nvPr/>
              </p:nvSpPr>
              <p:spPr>
                <a:xfrm>
                  <a:off x="8661000" y="2174082"/>
                  <a:ext cx="2295000" cy="6249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Copy paste fonts. Choose the only option to retain text.…</a:t>
                  </a:r>
                  <a:r>
                    <a:rPr kumimoji="0" lang="de-DE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.</a:t>
                  </a:r>
                  <a:endParaRPr kumimoji="0" lang="de-D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21" name="íṣliḓe"/>
              <p:cNvSpPr txBox="1"/>
              <p:nvPr/>
            </p:nvSpPr>
            <p:spPr>
              <a:xfrm>
                <a:off x="8507726" y="3566742"/>
                <a:ext cx="3011174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text.…</a:t>
                </a:r>
                <a:r>
                  <a:rPr kumimoji="0" lang="de-D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iŝḷíḑe"/>
              <p:cNvSpPr txBox="1"/>
              <p:nvPr/>
            </p:nvSpPr>
            <p:spPr>
              <a:xfrm>
                <a:off x="8507726" y="4959402"/>
                <a:ext cx="3011174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text.…</a:t>
                </a:r>
                <a:r>
                  <a:rPr kumimoji="0" lang="de-D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" name="íslíḋê"/>
            <p:cNvSpPr txBox="1"/>
            <p:nvPr/>
          </p:nvSpPr>
          <p:spPr>
            <a:xfrm>
              <a:off x="5483645" y="1802405"/>
              <a:ext cx="1224710" cy="2463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 fontScale="77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íslïde"/>
            <p:cNvSpPr txBox="1"/>
            <p:nvPr/>
          </p:nvSpPr>
          <p:spPr>
            <a:xfrm>
              <a:off x="4120007" y="2344405"/>
              <a:ext cx="1224710" cy="2463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 fontScale="77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íṡḷiḋè"/>
            <p:cNvSpPr txBox="1"/>
            <p:nvPr/>
          </p:nvSpPr>
          <p:spPr>
            <a:xfrm>
              <a:off x="6844691" y="2344405"/>
              <a:ext cx="1224710" cy="2463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 fontScale="77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î$ľîḋe"/>
            <p:cNvSpPr txBox="1"/>
            <p:nvPr/>
          </p:nvSpPr>
          <p:spPr>
            <a:xfrm>
              <a:off x="7546971" y="3712893"/>
              <a:ext cx="1224710" cy="2463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 fontScale="77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işliḑe"/>
            <p:cNvSpPr txBox="1"/>
            <p:nvPr/>
          </p:nvSpPr>
          <p:spPr>
            <a:xfrm>
              <a:off x="3418730" y="3712893"/>
              <a:ext cx="1224710" cy="2463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 fontScale="77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5" name="íš1ïḓé"/>
            <p:cNvGrpSpPr/>
            <p:nvPr/>
          </p:nvGrpSpPr>
          <p:grpSpPr>
            <a:xfrm>
              <a:off x="9271271" y="1969456"/>
              <a:ext cx="2247629" cy="3802750"/>
              <a:chOff x="8801090" y="1969456"/>
              <a:chExt cx="2717811" cy="3802750"/>
            </a:xfrm>
          </p:grpSpPr>
          <p:sp>
            <p:nvSpPr>
              <p:cNvPr id="16" name="íšļîďè"/>
              <p:cNvSpPr txBox="1"/>
              <p:nvPr/>
            </p:nvSpPr>
            <p:spPr>
              <a:xfrm>
                <a:off x="8801090" y="1969456"/>
                <a:ext cx="271781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de-DE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de-DE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îṩ1iḑè"/>
              <p:cNvSpPr txBox="1"/>
              <p:nvPr/>
            </p:nvSpPr>
            <p:spPr>
              <a:xfrm>
                <a:off x="8801090" y="2361968"/>
                <a:ext cx="271781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text.…</a:t>
                </a:r>
                <a:r>
                  <a:rPr kumimoji="0" lang="de-D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íṥļiḓè"/>
              <p:cNvSpPr txBox="1"/>
              <p:nvPr/>
            </p:nvSpPr>
            <p:spPr>
              <a:xfrm>
                <a:off x="8801091" y="3754628"/>
                <a:ext cx="271781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text.…</a:t>
                </a:r>
                <a:r>
                  <a:rPr kumimoji="0" lang="de-D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íşļiḓè"/>
              <p:cNvSpPr txBox="1"/>
              <p:nvPr/>
            </p:nvSpPr>
            <p:spPr>
              <a:xfrm>
                <a:off x="8801091" y="5147288"/>
                <a:ext cx="271781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text.…</a:t>
                </a:r>
                <a:r>
                  <a:rPr kumimoji="0" lang="de-D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43" name="图片 42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88b4e7ec-d689-4b3e-822f-4dba46daaa1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554673"/>
            <a:ext cx="12192000" cy="4221077"/>
            <a:chOff x="0" y="1554673"/>
            <a:chExt cx="12192000" cy="4221077"/>
          </a:xfrm>
        </p:grpSpPr>
        <p:sp>
          <p:nvSpPr>
            <p:cNvPr id="6" name="îŝḻïḋé"/>
            <p:cNvSpPr/>
            <p:nvPr/>
          </p:nvSpPr>
          <p:spPr>
            <a:xfrm>
              <a:off x="0" y="2093106"/>
              <a:ext cx="12192000" cy="198962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7" name="iŝḷíḋé"/>
            <p:cNvSpPr/>
            <p:nvPr/>
          </p:nvSpPr>
          <p:spPr>
            <a:xfrm>
              <a:off x="668634" y="2093171"/>
              <a:ext cx="3166691" cy="1989563"/>
            </a:xfrm>
            <a:prstGeom prst="rect">
              <a:avLst/>
            </a:prstGeom>
            <a:blipFill>
              <a:blip r:embed="rId2"/>
              <a:stretch>
                <a:fillRect t="-2866" b="-283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8" name="íṥ1îdè"/>
            <p:cNvSpPr/>
            <p:nvPr/>
          </p:nvSpPr>
          <p:spPr>
            <a:xfrm>
              <a:off x="2727062" y="2093171"/>
              <a:ext cx="1109889" cy="198962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" name="iṥ1îḋè"/>
            <p:cNvSpPr/>
            <p:nvPr/>
          </p:nvSpPr>
          <p:spPr>
            <a:xfrm>
              <a:off x="3836571" y="1554673"/>
              <a:ext cx="4295071" cy="2528061"/>
            </a:xfrm>
            <a:prstGeom prst="rect">
              <a:avLst/>
            </a:prstGeom>
            <a:blipFill>
              <a:blip r:embed="rId3"/>
              <a:stretch>
                <a:fillRect t="-14714" b="-1456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íś1íḓe"/>
            <p:cNvSpPr/>
            <p:nvPr/>
          </p:nvSpPr>
          <p:spPr>
            <a:xfrm>
              <a:off x="8124984" y="2093171"/>
              <a:ext cx="3393916" cy="1989563"/>
            </a:xfrm>
            <a:prstGeom prst="rect">
              <a:avLst/>
            </a:prstGeom>
            <a:blipFill>
              <a:blip r:embed="rId4"/>
              <a:stretch>
                <a:fillRect t="-6119" b="-6041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isļíďê"/>
            <p:cNvSpPr/>
            <p:nvPr/>
          </p:nvSpPr>
          <p:spPr>
            <a:xfrm>
              <a:off x="6716942" y="1554933"/>
              <a:ext cx="1408042" cy="2527812"/>
            </a:xfrm>
            <a:prstGeom prst="rect">
              <a:avLst/>
            </a:prstGeom>
            <a:solidFill>
              <a:schemeClr val="accent1"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íṡḻîḋè"/>
            <p:cNvSpPr txBox="1"/>
            <p:nvPr/>
          </p:nvSpPr>
          <p:spPr>
            <a:xfrm>
              <a:off x="6695783" y="2732822"/>
              <a:ext cx="1430309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80%</a:t>
              </a:r>
              <a:endPara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854320" y="3531197"/>
              <a:ext cx="112856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iŝḻiḋe"/>
            <p:cNvSpPr/>
            <p:nvPr/>
          </p:nvSpPr>
          <p:spPr>
            <a:xfrm>
              <a:off x="6697010" y="3623946"/>
              <a:ext cx="1427974" cy="307777"/>
            </a:xfrm>
            <a:prstGeom prst="rect">
              <a:avLst/>
            </a:prstGeom>
          </p:spPr>
          <p:txBody>
            <a:bodyPr wrap="square" lIns="91440" tIns="45720" rIns="91440" bIns="45720">
              <a:normAutofit fontScale="92500" lnSpcReduction="1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Text here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ïŝḷïḋê"/>
            <p:cNvSpPr txBox="1"/>
            <p:nvPr/>
          </p:nvSpPr>
          <p:spPr>
            <a:xfrm>
              <a:off x="2710408" y="3020282"/>
              <a:ext cx="1125789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60%</a:t>
              </a:r>
              <a:endPara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2835192" y="3648679"/>
              <a:ext cx="88828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íšļîḓê"/>
            <p:cNvSpPr/>
            <p:nvPr/>
          </p:nvSpPr>
          <p:spPr>
            <a:xfrm>
              <a:off x="2711374" y="3721681"/>
              <a:ext cx="1123951" cy="261610"/>
            </a:xfrm>
            <a:prstGeom prst="rect">
              <a:avLst/>
            </a:prstGeom>
          </p:spPr>
          <p:txBody>
            <a:bodyPr wrap="square" lIns="91440" tIns="45720" rIns="91440" bIns="45720">
              <a:normAutofit lnSpcReduction="1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Text here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18" name="íṣ1ïḍe"/>
            <p:cNvGrpSpPr/>
            <p:nvPr/>
          </p:nvGrpSpPr>
          <p:grpSpPr>
            <a:xfrm>
              <a:off x="4499002" y="4779000"/>
              <a:ext cx="3002759" cy="996750"/>
              <a:chOff x="4499002" y="4779000"/>
              <a:chExt cx="3002759" cy="996750"/>
            </a:xfrm>
          </p:grpSpPr>
          <p:sp>
            <p:nvSpPr>
              <p:cNvPr id="31" name="íšḻíḍe"/>
              <p:cNvSpPr/>
              <p:nvPr/>
            </p:nvSpPr>
            <p:spPr>
              <a:xfrm>
                <a:off x="4499002" y="4950304"/>
                <a:ext cx="636954" cy="493202"/>
              </a:xfrm>
              <a:custGeom>
                <a:avLst/>
                <a:gdLst>
                  <a:gd name="T0" fmla="*/ 277 w 427"/>
                  <a:gd name="T1" fmla="*/ 15 h 331"/>
                  <a:gd name="T2" fmla="*/ 216 w 427"/>
                  <a:gd name="T3" fmla="*/ 0 h 331"/>
                  <a:gd name="T4" fmla="*/ 135 w 427"/>
                  <a:gd name="T5" fmla="*/ 61 h 331"/>
                  <a:gd name="T6" fmla="*/ 216 w 427"/>
                  <a:gd name="T7" fmla="*/ 331 h 331"/>
                  <a:gd name="T8" fmla="*/ 287 w 427"/>
                  <a:gd name="T9" fmla="*/ 322 h 331"/>
                  <a:gd name="T10" fmla="*/ 15 w 427"/>
                  <a:gd name="T11" fmla="*/ 161 h 331"/>
                  <a:gd name="T12" fmla="*/ 15 w 427"/>
                  <a:gd name="T13" fmla="*/ 161 h 331"/>
                  <a:gd name="T14" fmla="*/ 58 w 427"/>
                  <a:gd name="T15" fmla="*/ 251 h 331"/>
                  <a:gd name="T16" fmla="*/ 15 w 427"/>
                  <a:gd name="T17" fmla="*/ 229 h 331"/>
                  <a:gd name="T18" fmla="*/ 15 w 427"/>
                  <a:gd name="T19" fmla="*/ 216 h 331"/>
                  <a:gd name="T20" fmla="*/ 58 w 427"/>
                  <a:gd name="T21" fmla="*/ 193 h 331"/>
                  <a:gd name="T22" fmla="*/ 58 w 427"/>
                  <a:gd name="T23" fmla="*/ 193 h 331"/>
                  <a:gd name="T24" fmla="*/ 70 w 427"/>
                  <a:gd name="T25" fmla="*/ 168 h 331"/>
                  <a:gd name="T26" fmla="*/ 70 w 427"/>
                  <a:gd name="T27" fmla="*/ 252 h 331"/>
                  <a:gd name="T28" fmla="*/ 70 w 427"/>
                  <a:gd name="T29" fmla="*/ 240 h 331"/>
                  <a:gd name="T30" fmla="*/ 120 w 427"/>
                  <a:gd name="T31" fmla="*/ 215 h 331"/>
                  <a:gd name="T32" fmla="*/ 120 w 427"/>
                  <a:gd name="T33" fmla="*/ 215 h 331"/>
                  <a:gd name="T34" fmla="*/ 120 w 427"/>
                  <a:gd name="T35" fmla="*/ 179 h 331"/>
                  <a:gd name="T36" fmla="*/ 204 w 427"/>
                  <a:gd name="T37" fmla="*/ 78 h 331"/>
                  <a:gd name="T38" fmla="*/ 204 w 427"/>
                  <a:gd name="T39" fmla="*/ 91 h 331"/>
                  <a:gd name="T40" fmla="*/ 144 w 427"/>
                  <a:gd name="T41" fmla="*/ 125 h 331"/>
                  <a:gd name="T42" fmla="*/ 144 w 427"/>
                  <a:gd name="T43" fmla="*/ 125 h 331"/>
                  <a:gd name="T44" fmla="*/ 144 w 427"/>
                  <a:gd name="T45" fmla="*/ 162 h 331"/>
                  <a:gd name="T46" fmla="*/ 144 w 427"/>
                  <a:gd name="T47" fmla="*/ 254 h 331"/>
                  <a:gd name="T48" fmla="*/ 144 w 427"/>
                  <a:gd name="T49" fmla="*/ 241 h 331"/>
                  <a:gd name="T50" fmla="*/ 204 w 427"/>
                  <a:gd name="T51" fmla="*/ 214 h 331"/>
                  <a:gd name="T52" fmla="*/ 204 w 427"/>
                  <a:gd name="T53" fmla="*/ 214 h 331"/>
                  <a:gd name="T54" fmla="*/ 204 w 427"/>
                  <a:gd name="T55" fmla="*/ 174 h 331"/>
                  <a:gd name="T56" fmla="*/ 287 w 427"/>
                  <a:gd name="T57" fmla="*/ 88 h 331"/>
                  <a:gd name="T58" fmla="*/ 286 w 427"/>
                  <a:gd name="T59" fmla="*/ 126 h 331"/>
                  <a:gd name="T60" fmla="*/ 229 w 427"/>
                  <a:gd name="T61" fmla="*/ 146 h 331"/>
                  <a:gd name="T62" fmla="*/ 229 w 427"/>
                  <a:gd name="T63" fmla="*/ 146 h 331"/>
                  <a:gd name="T64" fmla="*/ 229 w 427"/>
                  <a:gd name="T65" fmla="*/ 215 h 331"/>
                  <a:gd name="T66" fmla="*/ 229 w 427"/>
                  <a:gd name="T67" fmla="*/ 230 h 331"/>
                  <a:gd name="T68" fmla="*/ 229 w 427"/>
                  <a:gd name="T69" fmla="*/ 188 h 331"/>
                  <a:gd name="T70" fmla="*/ 287 w 427"/>
                  <a:gd name="T71" fmla="*/ 112 h 331"/>
                  <a:gd name="T72" fmla="*/ 287 w 427"/>
                  <a:gd name="T73" fmla="*/ 112 h 331"/>
                  <a:gd name="T74" fmla="*/ 308 w 427"/>
                  <a:gd name="T75" fmla="*/ 164 h 331"/>
                  <a:gd name="T76" fmla="*/ 309 w 427"/>
                  <a:gd name="T77" fmla="*/ 191 h 331"/>
                  <a:gd name="T78" fmla="*/ 357 w 427"/>
                  <a:gd name="T79" fmla="*/ 204 h 331"/>
                  <a:gd name="T80" fmla="*/ 309 w 427"/>
                  <a:gd name="T81" fmla="*/ 229 h 331"/>
                  <a:gd name="T82" fmla="*/ 309 w 427"/>
                  <a:gd name="T83" fmla="*/ 229 h 331"/>
                  <a:gd name="T84" fmla="*/ 357 w 427"/>
                  <a:gd name="T85" fmla="*/ 251 h 331"/>
                  <a:gd name="T86" fmla="*/ 412 w 427"/>
                  <a:gd name="T87" fmla="*/ 171 h 331"/>
                  <a:gd name="T88" fmla="*/ 412 w 427"/>
                  <a:gd name="T89" fmla="*/ 195 h 331"/>
                  <a:gd name="T90" fmla="*/ 371 w 427"/>
                  <a:gd name="T91" fmla="*/ 205 h 331"/>
                  <a:gd name="T92" fmla="*/ 371 w 427"/>
                  <a:gd name="T93" fmla="*/ 205 h 331"/>
                  <a:gd name="T94" fmla="*/ 371 w 427"/>
                  <a:gd name="T95" fmla="*/ 239 h 331"/>
                  <a:gd name="T96" fmla="*/ 371 w 427"/>
                  <a:gd name="T97" fmla="*/ 250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27" h="331">
                    <a:moveTo>
                      <a:pt x="294" y="135"/>
                    </a:moveTo>
                    <a:lnTo>
                      <a:pt x="294" y="60"/>
                    </a:lnTo>
                    <a:lnTo>
                      <a:pt x="277" y="56"/>
                    </a:lnTo>
                    <a:lnTo>
                      <a:pt x="277" y="15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152" y="15"/>
                    </a:lnTo>
                    <a:lnTo>
                      <a:pt x="152" y="57"/>
                    </a:lnTo>
                    <a:lnTo>
                      <a:pt x="135" y="61"/>
                    </a:lnTo>
                    <a:lnTo>
                      <a:pt x="135" y="138"/>
                    </a:lnTo>
                    <a:lnTo>
                      <a:pt x="0" y="151"/>
                    </a:lnTo>
                    <a:lnTo>
                      <a:pt x="0" y="305"/>
                    </a:lnTo>
                    <a:lnTo>
                      <a:pt x="216" y="331"/>
                    </a:lnTo>
                    <a:lnTo>
                      <a:pt x="229" y="329"/>
                    </a:lnTo>
                    <a:lnTo>
                      <a:pt x="229" y="256"/>
                    </a:lnTo>
                    <a:lnTo>
                      <a:pt x="287" y="254"/>
                    </a:lnTo>
                    <a:lnTo>
                      <a:pt x="287" y="322"/>
                    </a:lnTo>
                    <a:lnTo>
                      <a:pt x="427" y="306"/>
                    </a:lnTo>
                    <a:lnTo>
                      <a:pt x="427" y="149"/>
                    </a:lnTo>
                    <a:lnTo>
                      <a:pt x="294" y="135"/>
                    </a:lnTo>
                    <a:close/>
                    <a:moveTo>
                      <a:pt x="15" y="161"/>
                    </a:moveTo>
                    <a:lnTo>
                      <a:pt x="58" y="158"/>
                    </a:lnTo>
                    <a:lnTo>
                      <a:pt x="58" y="168"/>
                    </a:lnTo>
                    <a:lnTo>
                      <a:pt x="15" y="171"/>
                    </a:lnTo>
                    <a:lnTo>
                      <a:pt x="15" y="161"/>
                    </a:lnTo>
                    <a:close/>
                    <a:moveTo>
                      <a:pt x="58" y="262"/>
                    </a:moveTo>
                    <a:lnTo>
                      <a:pt x="15" y="260"/>
                    </a:lnTo>
                    <a:lnTo>
                      <a:pt x="15" y="250"/>
                    </a:lnTo>
                    <a:lnTo>
                      <a:pt x="58" y="251"/>
                    </a:lnTo>
                    <a:lnTo>
                      <a:pt x="58" y="262"/>
                    </a:lnTo>
                    <a:close/>
                    <a:moveTo>
                      <a:pt x="58" y="240"/>
                    </a:moveTo>
                    <a:lnTo>
                      <a:pt x="15" y="239"/>
                    </a:lnTo>
                    <a:lnTo>
                      <a:pt x="15" y="229"/>
                    </a:lnTo>
                    <a:lnTo>
                      <a:pt x="58" y="229"/>
                    </a:lnTo>
                    <a:lnTo>
                      <a:pt x="58" y="240"/>
                    </a:lnTo>
                    <a:close/>
                    <a:moveTo>
                      <a:pt x="58" y="216"/>
                    </a:moveTo>
                    <a:lnTo>
                      <a:pt x="15" y="216"/>
                    </a:lnTo>
                    <a:lnTo>
                      <a:pt x="15" y="206"/>
                    </a:lnTo>
                    <a:lnTo>
                      <a:pt x="58" y="205"/>
                    </a:lnTo>
                    <a:lnTo>
                      <a:pt x="58" y="216"/>
                    </a:lnTo>
                    <a:close/>
                    <a:moveTo>
                      <a:pt x="58" y="193"/>
                    </a:moveTo>
                    <a:lnTo>
                      <a:pt x="15" y="195"/>
                    </a:lnTo>
                    <a:lnTo>
                      <a:pt x="15" y="185"/>
                    </a:lnTo>
                    <a:lnTo>
                      <a:pt x="58" y="182"/>
                    </a:lnTo>
                    <a:lnTo>
                      <a:pt x="58" y="193"/>
                    </a:lnTo>
                    <a:close/>
                    <a:moveTo>
                      <a:pt x="70" y="157"/>
                    </a:moveTo>
                    <a:lnTo>
                      <a:pt x="120" y="152"/>
                    </a:lnTo>
                    <a:lnTo>
                      <a:pt x="120" y="164"/>
                    </a:lnTo>
                    <a:lnTo>
                      <a:pt x="70" y="168"/>
                    </a:lnTo>
                    <a:lnTo>
                      <a:pt x="70" y="157"/>
                    </a:lnTo>
                    <a:close/>
                    <a:moveTo>
                      <a:pt x="120" y="266"/>
                    </a:moveTo>
                    <a:lnTo>
                      <a:pt x="70" y="263"/>
                    </a:lnTo>
                    <a:lnTo>
                      <a:pt x="70" y="252"/>
                    </a:lnTo>
                    <a:lnTo>
                      <a:pt x="120" y="254"/>
                    </a:lnTo>
                    <a:lnTo>
                      <a:pt x="120" y="266"/>
                    </a:lnTo>
                    <a:close/>
                    <a:moveTo>
                      <a:pt x="120" y="242"/>
                    </a:moveTo>
                    <a:lnTo>
                      <a:pt x="70" y="240"/>
                    </a:lnTo>
                    <a:lnTo>
                      <a:pt x="70" y="229"/>
                    </a:lnTo>
                    <a:lnTo>
                      <a:pt x="120" y="230"/>
                    </a:lnTo>
                    <a:lnTo>
                      <a:pt x="120" y="242"/>
                    </a:lnTo>
                    <a:close/>
                    <a:moveTo>
                      <a:pt x="120" y="215"/>
                    </a:moveTo>
                    <a:lnTo>
                      <a:pt x="70" y="216"/>
                    </a:lnTo>
                    <a:lnTo>
                      <a:pt x="70" y="205"/>
                    </a:lnTo>
                    <a:lnTo>
                      <a:pt x="120" y="203"/>
                    </a:lnTo>
                    <a:lnTo>
                      <a:pt x="120" y="215"/>
                    </a:lnTo>
                    <a:close/>
                    <a:moveTo>
                      <a:pt x="120" y="191"/>
                    </a:moveTo>
                    <a:lnTo>
                      <a:pt x="70" y="193"/>
                    </a:lnTo>
                    <a:lnTo>
                      <a:pt x="70" y="182"/>
                    </a:lnTo>
                    <a:lnTo>
                      <a:pt x="120" y="179"/>
                    </a:lnTo>
                    <a:lnTo>
                      <a:pt x="120" y="191"/>
                    </a:lnTo>
                    <a:close/>
                    <a:moveTo>
                      <a:pt x="144" y="75"/>
                    </a:moveTo>
                    <a:lnTo>
                      <a:pt x="204" y="65"/>
                    </a:lnTo>
                    <a:lnTo>
                      <a:pt x="204" y="78"/>
                    </a:lnTo>
                    <a:lnTo>
                      <a:pt x="144" y="87"/>
                    </a:lnTo>
                    <a:lnTo>
                      <a:pt x="144" y="75"/>
                    </a:lnTo>
                    <a:close/>
                    <a:moveTo>
                      <a:pt x="144" y="100"/>
                    </a:moveTo>
                    <a:lnTo>
                      <a:pt x="204" y="91"/>
                    </a:lnTo>
                    <a:lnTo>
                      <a:pt x="204" y="104"/>
                    </a:lnTo>
                    <a:lnTo>
                      <a:pt x="144" y="112"/>
                    </a:lnTo>
                    <a:lnTo>
                      <a:pt x="144" y="100"/>
                    </a:lnTo>
                    <a:close/>
                    <a:moveTo>
                      <a:pt x="144" y="125"/>
                    </a:moveTo>
                    <a:lnTo>
                      <a:pt x="204" y="118"/>
                    </a:lnTo>
                    <a:lnTo>
                      <a:pt x="204" y="131"/>
                    </a:lnTo>
                    <a:lnTo>
                      <a:pt x="144" y="137"/>
                    </a:lnTo>
                    <a:lnTo>
                      <a:pt x="144" y="125"/>
                    </a:lnTo>
                    <a:close/>
                    <a:moveTo>
                      <a:pt x="144" y="150"/>
                    </a:moveTo>
                    <a:lnTo>
                      <a:pt x="204" y="144"/>
                    </a:lnTo>
                    <a:lnTo>
                      <a:pt x="204" y="157"/>
                    </a:lnTo>
                    <a:lnTo>
                      <a:pt x="144" y="162"/>
                    </a:lnTo>
                    <a:lnTo>
                      <a:pt x="144" y="150"/>
                    </a:lnTo>
                    <a:close/>
                    <a:moveTo>
                      <a:pt x="204" y="269"/>
                    </a:moveTo>
                    <a:lnTo>
                      <a:pt x="144" y="266"/>
                    </a:lnTo>
                    <a:lnTo>
                      <a:pt x="144" y="254"/>
                    </a:lnTo>
                    <a:lnTo>
                      <a:pt x="204" y="256"/>
                    </a:lnTo>
                    <a:lnTo>
                      <a:pt x="204" y="269"/>
                    </a:lnTo>
                    <a:close/>
                    <a:moveTo>
                      <a:pt x="204" y="243"/>
                    </a:moveTo>
                    <a:lnTo>
                      <a:pt x="144" y="241"/>
                    </a:lnTo>
                    <a:lnTo>
                      <a:pt x="144" y="229"/>
                    </a:lnTo>
                    <a:lnTo>
                      <a:pt x="204" y="230"/>
                    </a:lnTo>
                    <a:lnTo>
                      <a:pt x="204" y="243"/>
                    </a:lnTo>
                    <a:close/>
                    <a:moveTo>
                      <a:pt x="204" y="214"/>
                    </a:moveTo>
                    <a:lnTo>
                      <a:pt x="144" y="214"/>
                    </a:lnTo>
                    <a:lnTo>
                      <a:pt x="144" y="202"/>
                    </a:lnTo>
                    <a:lnTo>
                      <a:pt x="204" y="201"/>
                    </a:lnTo>
                    <a:lnTo>
                      <a:pt x="204" y="214"/>
                    </a:lnTo>
                    <a:close/>
                    <a:moveTo>
                      <a:pt x="204" y="187"/>
                    </a:moveTo>
                    <a:lnTo>
                      <a:pt x="144" y="189"/>
                    </a:lnTo>
                    <a:lnTo>
                      <a:pt x="144" y="177"/>
                    </a:lnTo>
                    <a:lnTo>
                      <a:pt x="204" y="174"/>
                    </a:lnTo>
                    <a:lnTo>
                      <a:pt x="204" y="187"/>
                    </a:lnTo>
                    <a:close/>
                    <a:moveTo>
                      <a:pt x="229" y="65"/>
                    </a:moveTo>
                    <a:lnTo>
                      <a:pt x="287" y="75"/>
                    </a:lnTo>
                    <a:lnTo>
                      <a:pt x="287" y="88"/>
                    </a:lnTo>
                    <a:lnTo>
                      <a:pt x="229" y="79"/>
                    </a:lnTo>
                    <a:lnTo>
                      <a:pt x="229" y="65"/>
                    </a:lnTo>
                    <a:close/>
                    <a:moveTo>
                      <a:pt x="229" y="119"/>
                    </a:moveTo>
                    <a:lnTo>
                      <a:pt x="286" y="126"/>
                    </a:lnTo>
                    <a:lnTo>
                      <a:pt x="286" y="138"/>
                    </a:lnTo>
                    <a:lnTo>
                      <a:pt x="229" y="133"/>
                    </a:lnTo>
                    <a:lnTo>
                      <a:pt x="229" y="119"/>
                    </a:lnTo>
                    <a:close/>
                    <a:moveTo>
                      <a:pt x="229" y="146"/>
                    </a:moveTo>
                    <a:lnTo>
                      <a:pt x="286" y="151"/>
                    </a:lnTo>
                    <a:lnTo>
                      <a:pt x="286" y="163"/>
                    </a:lnTo>
                    <a:lnTo>
                      <a:pt x="229" y="159"/>
                    </a:lnTo>
                    <a:lnTo>
                      <a:pt x="229" y="146"/>
                    </a:lnTo>
                    <a:close/>
                    <a:moveTo>
                      <a:pt x="229" y="202"/>
                    </a:moveTo>
                    <a:lnTo>
                      <a:pt x="287" y="203"/>
                    </a:lnTo>
                    <a:lnTo>
                      <a:pt x="287" y="215"/>
                    </a:lnTo>
                    <a:lnTo>
                      <a:pt x="229" y="215"/>
                    </a:lnTo>
                    <a:lnTo>
                      <a:pt x="229" y="202"/>
                    </a:lnTo>
                    <a:close/>
                    <a:moveTo>
                      <a:pt x="287" y="242"/>
                    </a:moveTo>
                    <a:lnTo>
                      <a:pt x="229" y="243"/>
                    </a:lnTo>
                    <a:lnTo>
                      <a:pt x="229" y="230"/>
                    </a:lnTo>
                    <a:lnTo>
                      <a:pt x="287" y="229"/>
                    </a:lnTo>
                    <a:lnTo>
                      <a:pt x="287" y="242"/>
                    </a:lnTo>
                    <a:close/>
                    <a:moveTo>
                      <a:pt x="287" y="190"/>
                    </a:moveTo>
                    <a:lnTo>
                      <a:pt x="229" y="188"/>
                    </a:lnTo>
                    <a:lnTo>
                      <a:pt x="229" y="175"/>
                    </a:lnTo>
                    <a:lnTo>
                      <a:pt x="287" y="178"/>
                    </a:lnTo>
                    <a:lnTo>
                      <a:pt x="287" y="190"/>
                    </a:lnTo>
                    <a:close/>
                    <a:moveTo>
                      <a:pt x="287" y="112"/>
                    </a:moveTo>
                    <a:lnTo>
                      <a:pt x="229" y="105"/>
                    </a:lnTo>
                    <a:lnTo>
                      <a:pt x="229" y="92"/>
                    </a:lnTo>
                    <a:lnTo>
                      <a:pt x="287" y="100"/>
                    </a:lnTo>
                    <a:lnTo>
                      <a:pt x="287" y="112"/>
                    </a:lnTo>
                    <a:close/>
                    <a:moveTo>
                      <a:pt x="308" y="152"/>
                    </a:moveTo>
                    <a:lnTo>
                      <a:pt x="357" y="156"/>
                    </a:lnTo>
                    <a:lnTo>
                      <a:pt x="357" y="168"/>
                    </a:lnTo>
                    <a:lnTo>
                      <a:pt x="308" y="164"/>
                    </a:lnTo>
                    <a:lnTo>
                      <a:pt x="308" y="152"/>
                    </a:lnTo>
                    <a:close/>
                    <a:moveTo>
                      <a:pt x="357" y="181"/>
                    </a:moveTo>
                    <a:lnTo>
                      <a:pt x="357" y="193"/>
                    </a:lnTo>
                    <a:lnTo>
                      <a:pt x="309" y="191"/>
                    </a:lnTo>
                    <a:lnTo>
                      <a:pt x="309" y="179"/>
                    </a:lnTo>
                    <a:lnTo>
                      <a:pt x="357" y="181"/>
                    </a:lnTo>
                    <a:close/>
                    <a:moveTo>
                      <a:pt x="309" y="203"/>
                    </a:moveTo>
                    <a:lnTo>
                      <a:pt x="357" y="204"/>
                    </a:lnTo>
                    <a:lnTo>
                      <a:pt x="357" y="216"/>
                    </a:lnTo>
                    <a:lnTo>
                      <a:pt x="309" y="215"/>
                    </a:lnTo>
                    <a:lnTo>
                      <a:pt x="309" y="203"/>
                    </a:lnTo>
                    <a:close/>
                    <a:moveTo>
                      <a:pt x="309" y="229"/>
                    </a:moveTo>
                    <a:lnTo>
                      <a:pt x="357" y="228"/>
                    </a:lnTo>
                    <a:lnTo>
                      <a:pt x="357" y="240"/>
                    </a:lnTo>
                    <a:lnTo>
                      <a:pt x="309" y="241"/>
                    </a:lnTo>
                    <a:lnTo>
                      <a:pt x="309" y="229"/>
                    </a:lnTo>
                    <a:close/>
                    <a:moveTo>
                      <a:pt x="357" y="262"/>
                    </a:moveTo>
                    <a:lnTo>
                      <a:pt x="309" y="265"/>
                    </a:lnTo>
                    <a:lnTo>
                      <a:pt x="309" y="253"/>
                    </a:lnTo>
                    <a:lnTo>
                      <a:pt x="357" y="251"/>
                    </a:lnTo>
                    <a:lnTo>
                      <a:pt x="357" y="262"/>
                    </a:lnTo>
                    <a:close/>
                    <a:moveTo>
                      <a:pt x="371" y="157"/>
                    </a:moveTo>
                    <a:lnTo>
                      <a:pt x="412" y="161"/>
                    </a:lnTo>
                    <a:lnTo>
                      <a:pt x="412" y="171"/>
                    </a:lnTo>
                    <a:lnTo>
                      <a:pt x="371" y="168"/>
                    </a:lnTo>
                    <a:lnTo>
                      <a:pt x="371" y="157"/>
                    </a:lnTo>
                    <a:close/>
                    <a:moveTo>
                      <a:pt x="412" y="184"/>
                    </a:moveTo>
                    <a:lnTo>
                      <a:pt x="412" y="195"/>
                    </a:lnTo>
                    <a:lnTo>
                      <a:pt x="371" y="193"/>
                    </a:lnTo>
                    <a:lnTo>
                      <a:pt x="371" y="182"/>
                    </a:lnTo>
                    <a:lnTo>
                      <a:pt x="412" y="184"/>
                    </a:lnTo>
                    <a:close/>
                    <a:moveTo>
                      <a:pt x="371" y="205"/>
                    </a:moveTo>
                    <a:lnTo>
                      <a:pt x="412" y="205"/>
                    </a:lnTo>
                    <a:lnTo>
                      <a:pt x="412" y="216"/>
                    </a:lnTo>
                    <a:lnTo>
                      <a:pt x="371" y="216"/>
                    </a:lnTo>
                    <a:lnTo>
                      <a:pt x="371" y="205"/>
                    </a:lnTo>
                    <a:close/>
                    <a:moveTo>
                      <a:pt x="371" y="228"/>
                    </a:moveTo>
                    <a:lnTo>
                      <a:pt x="412" y="228"/>
                    </a:lnTo>
                    <a:lnTo>
                      <a:pt x="412" y="239"/>
                    </a:lnTo>
                    <a:lnTo>
                      <a:pt x="371" y="239"/>
                    </a:lnTo>
                    <a:lnTo>
                      <a:pt x="371" y="228"/>
                    </a:lnTo>
                    <a:close/>
                    <a:moveTo>
                      <a:pt x="412" y="259"/>
                    </a:moveTo>
                    <a:lnTo>
                      <a:pt x="371" y="262"/>
                    </a:lnTo>
                    <a:lnTo>
                      <a:pt x="371" y="250"/>
                    </a:lnTo>
                    <a:lnTo>
                      <a:pt x="412" y="249"/>
                    </a:lnTo>
                    <a:lnTo>
                      <a:pt x="412" y="2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işḷíḋé"/>
              <p:cNvSpPr txBox="1"/>
              <p:nvPr/>
            </p:nvSpPr>
            <p:spPr>
              <a:xfrm>
                <a:off x="5277447" y="5186194"/>
                <a:ext cx="2224314" cy="589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îṣľîḑé"/>
              <p:cNvSpPr/>
              <p:nvPr/>
            </p:nvSpPr>
            <p:spPr>
              <a:xfrm>
                <a:off x="5277447" y="4779000"/>
                <a:ext cx="2224314" cy="407183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9" name="í$1ïḑe"/>
            <p:cNvSpPr/>
            <p:nvPr/>
          </p:nvSpPr>
          <p:spPr>
            <a:xfrm>
              <a:off x="10394949" y="2093171"/>
              <a:ext cx="1123951" cy="1989563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í$ḷîďê"/>
            <p:cNvSpPr txBox="1"/>
            <p:nvPr/>
          </p:nvSpPr>
          <p:spPr>
            <a:xfrm>
              <a:off x="10370432" y="3020282"/>
              <a:ext cx="1125789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60%</a:t>
              </a:r>
              <a:endPara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10495216" y="3648679"/>
              <a:ext cx="88828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išḷïḋè"/>
            <p:cNvSpPr/>
            <p:nvPr/>
          </p:nvSpPr>
          <p:spPr>
            <a:xfrm>
              <a:off x="10371398" y="3721681"/>
              <a:ext cx="1123951" cy="261610"/>
            </a:xfrm>
            <a:prstGeom prst="rect">
              <a:avLst/>
            </a:prstGeom>
          </p:spPr>
          <p:txBody>
            <a:bodyPr wrap="square" lIns="91440" tIns="45720" rIns="91440" bIns="45720">
              <a:normAutofit lnSpcReduction="1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Text here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23" name="îṩḻide"/>
            <p:cNvGrpSpPr/>
            <p:nvPr/>
          </p:nvGrpSpPr>
          <p:grpSpPr>
            <a:xfrm>
              <a:off x="660400" y="4779000"/>
              <a:ext cx="3002759" cy="996750"/>
              <a:chOff x="4499002" y="4779000"/>
              <a:chExt cx="3002759" cy="996750"/>
            </a:xfrm>
          </p:grpSpPr>
          <p:sp>
            <p:nvSpPr>
              <p:cNvPr id="28" name="íṣlïdè"/>
              <p:cNvSpPr/>
              <p:nvPr/>
            </p:nvSpPr>
            <p:spPr>
              <a:xfrm>
                <a:off x="4499002" y="4950304"/>
                <a:ext cx="636954" cy="493202"/>
              </a:xfrm>
              <a:custGeom>
                <a:avLst/>
                <a:gdLst>
                  <a:gd name="T0" fmla="*/ 277 w 427"/>
                  <a:gd name="T1" fmla="*/ 15 h 331"/>
                  <a:gd name="T2" fmla="*/ 216 w 427"/>
                  <a:gd name="T3" fmla="*/ 0 h 331"/>
                  <a:gd name="T4" fmla="*/ 135 w 427"/>
                  <a:gd name="T5" fmla="*/ 61 h 331"/>
                  <a:gd name="T6" fmla="*/ 216 w 427"/>
                  <a:gd name="T7" fmla="*/ 331 h 331"/>
                  <a:gd name="T8" fmla="*/ 287 w 427"/>
                  <a:gd name="T9" fmla="*/ 322 h 331"/>
                  <a:gd name="T10" fmla="*/ 15 w 427"/>
                  <a:gd name="T11" fmla="*/ 161 h 331"/>
                  <a:gd name="T12" fmla="*/ 15 w 427"/>
                  <a:gd name="T13" fmla="*/ 161 h 331"/>
                  <a:gd name="T14" fmla="*/ 58 w 427"/>
                  <a:gd name="T15" fmla="*/ 251 h 331"/>
                  <a:gd name="T16" fmla="*/ 15 w 427"/>
                  <a:gd name="T17" fmla="*/ 229 h 331"/>
                  <a:gd name="T18" fmla="*/ 15 w 427"/>
                  <a:gd name="T19" fmla="*/ 216 h 331"/>
                  <a:gd name="T20" fmla="*/ 58 w 427"/>
                  <a:gd name="T21" fmla="*/ 193 h 331"/>
                  <a:gd name="T22" fmla="*/ 58 w 427"/>
                  <a:gd name="T23" fmla="*/ 193 h 331"/>
                  <a:gd name="T24" fmla="*/ 70 w 427"/>
                  <a:gd name="T25" fmla="*/ 168 h 331"/>
                  <a:gd name="T26" fmla="*/ 70 w 427"/>
                  <a:gd name="T27" fmla="*/ 252 h 331"/>
                  <a:gd name="T28" fmla="*/ 70 w 427"/>
                  <a:gd name="T29" fmla="*/ 240 h 331"/>
                  <a:gd name="T30" fmla="*/ 120 w 427"/>
                  <a:gd name="T31" fmla="*/ 215 h 331"/>
                  <a:gd name="T32" fmla="*/ 120 w 427"/>
                  <a:gd name="T33" fmla="*/ 215 h 331"/>
                  <a:gd name="T34" fmla="*/ 120 w 427"/>
                  <a:gd name="T35" fmla="*/ 179 h 331"/>
                  <a:gd name="T36" fmla="*/ 204 w 427"/>
                  <a:gd name="T37" fmla="*/ 78 h 331"/>
                  <a:gd name="T38" fmla="*/ 204 w 427"/>
                  <a:gd name="T39" fmla="*/ 91 h 331"/>
                  <a:gd name="T40" fmla="*/ 144 w 427"/>
                  <a:gd name="T41" fmla="*/ 125 h 331"/>
                  <a:gd name="T42" fmla="*/ 144 w 427"/>
                  <a:gd name="T43" fmla="*/ 125 h 331"/>
                  <a:gd name="T44" fmla="*/ 144 w 427"/>
                  <a:gd name="T45" fmla="*/ 162 h 331"/>
                  <a:gd name="T46" fmla="*/ 144 w 427"/>
                  <a:gd name="T47" fmla="*/ 254 h 331"/>
                  <a:gd name="T48" fmla="*/ 144 w 427"/>
                  <a:gd name="T49" fmla="*/ 241 h 331"/>
                  <a:gd name="T50" fmla="*/ 204 w 427"/>
                  <a:gd name="T51" fmla="*/ 214 h 331"/>
                  <a:gd name="T52" fmla="*/ 204 w 427"/>
                  <a:gd name="T53" fmla="*/ 214 h 331"/>
                  <a:gd name="T54" fmla="*/ 204 w 427"/>
                  <a:gd name="T55" fmla="*/ 174 h 331"/>
                  <a:gd name="T56" fmla="*/ 287 w 427"/>
                  <a:gd name="T57" fmla="*/ 88 h 331"/>
                  <a:gd name="T58" fmla="*/ 286 w 427"/>
                  <a:gd name="T59" fmla="*/ 126 h 331"/>
                  <a:gd name="T60" fmla="*/ 229 w 427"/>
                  <a:gd name="T61" fmla="*/ 146 h 331"/>
                  <a:gd name="T62" fmla="*/ 229 w 427"/>
                  <a:gd name="T63" fmla="*/ 146 h 331"/>
                  <a:gd name="T64" fmla="*/ 229 w 427"/>
                  <a:gd name="T65" fmla="*/ 215 h 331"/>
                  <a:gd name="T66" fmla="*/ 229 w 427"/>
                  <a:gd name="T67" fmla="*/ 230 h 331"/>
                  <a:gd name="T68" fmla="*/ 229 w 427"/>
                  <a:gd name="T69" fmla="*/ 188 h 331"/>
                  <a:gd name="T70" fmla="*/ 287 w 427"/>
                  <a:gd name="T71" fmla="*/ 112 h 331"/>
                  <a:gd name="T72" fmla="*/ 287 w 427"/>
                  <a:gd name="T73" fmla="*/ 112 h 331"/>
                  <a:gd name="T74" fmla="*/ 308 w 427"/>
                  <a:gd name="T75" fmla="*/ 164 h 331"/>
                  <a:gd name="T76" fmla="*/ 309 w 427"/>
                  <a:gd name="T77" fmla="*/ 191 h 331"/>
                  <a:gd name="T78" fmla="*/ 357 w 427"/>
                  <a:gd name="T79" fmla="*/ 204 h 331"/>
                  <a:gd name="T80" fmla="*/ 309 w 427"/>
                  <a:gd name="T81" fmla="*/ 229 h 331"/>
                  <a:gd name="T82" fmla="*/ 309 w 427"/>
                  <a:gd name="T83" fmla="*/ 229 h 331"/>
                  <a:gd name="T84" fmla="*/ 357 w 427"/>
                  <a:gd name="T85" fmla="*/ 251 h 331"/>
                  <a:gd name="T86" fmla="*/ 412 w 427"/>
                  <a:gd name="T87" fmla="*/ 171 h 331"/>
                  <a:gd name="T88" fmla="*/ 412 w 427"/>
                  <a:gd name="T89" fmla="*/ 195 h 331"/>
                  <a:gd name="T90" fmla="*/ 371 w 427"/>
                  <a:gd name="T91" fmla="*/ 205 h 331"/>
                  <a:gd name="T92" fmla="*/ 371 w 427"/>
                  <a:gd name="T93" fmla="*/ 205 h 331"/>
                  <a:gd name="T94" fmla="*/ 371 w 427"/>
                  <a:gd name="T95" fmla="*/ 239 h 331"/>
                  <a:gd name="T96" fmla="*/ 371 w 427"/>
                  <a:gd name="T97" fmla="*/ 250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27" h="331">
                    <a:moveTo>
                      <a:pt x="294" y="135"/>
                    </a:moveTo>
                    <a:lnTo>
                      <a:pt x="294" y="60"/>
                    </a:lnTo>
                    <a:lnTo>
                      <a:pt x="277" y="56"/>
                    </a:lnTo>
                    <a:lnTo>
                      <a:pt x="277" y="15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152" y="15"/>
                    </a:lnTo>
                    <a:lnTo>
                      <a:pt x="152" y="57"/>
                    </a:lnTo>
                    <a:lnTo>
                      <a:pt x="135" y="61"/>
                    </a:lnTo>
                    <a:lnTo>
                      <a:pt x="135" y="138"/>
                    </a:lnTo>
                    <a:lnTo>
                      <a:pt x="0" y="151"/>
                    </a:lnTo>
                    <a:lnTo>
                      <a:pt x="0" y="305"/>
                    </a:lnTo>
                    <a:lnTo>
                      <a:pt x="216" y="331"/>
                    </a:lnTo>
                    <a:lnTo>
                      <a:pt x="229" y="329"/>
                    </a:lnTo>
                    <a:lnTo>
                      <a:pt x="229" y="256"/>
                    </a:lnTo>
                    <a:lnTo>
                      <a:pt x="287" y="254"/>
                    </a:lnTo>
                    <a:lnTo>
                      <a:pt x="287" y="322"/>
                    </a:lnTo>
                    <a:lnTo>
                      <a:pt x="427" y="306"/>
                    </a:lnTo>
                    <a:lnTo>
                      <a:pt x="427" y="149"/>
                    </a:lnTo>
                    <a:lnTo>
                      <a:pt x="294" y="135"/>
                    </a:lnTo>
                    <a:close/>
                    <a:moveTo>
                      <a:pt x="15" y="161"/>
                    </a:moveTo>
                    <a:lnTo>
                      <a:pt x="58" y="158"/>
                    </a:lnTo>
                    <a:lnTo>
                      <a:pt x="58" y="168"/>
                    </a:lnTo>
                    <a:lnTo>
                      <a:pt x="15" y="171"/>
                    </a:lnTo>
                    <a:lnTo>
                      <a:pt x="15" y="161"/>
                    </a:lnTo>
                    <a:close/>
                    <a:moveTo>
                      <a:pt x="58" y="262"/>
                    </a:moveTo>
                    <a:lnTo>
                      <a:pt x="15" y="260"/>
                    </a:lnTo>
                    <a:lnTo>
                      <a:pt x="15" y="250"/>
                    </a:lnTo>
                    <a:lnTo>
                      <a:pt x="58" y="251"/>
                    </a:lnTo>
                    <a:lnTo>
                      <a:pt x="58" y="262"/>
                    </a:lnTo>
                    <a:close/>
                    <a:moveTo>
                      <a:pt x="58" y="240"/>
                    </a:moveTo>
                    <a:lnTo>
                      <a:pt x="15" y="239"/>
                    </a:lnTo>
                    <a:lnTo>
                      <a:pt x="15" y="229"/>
                    </a:lnTo>
                    <a:lnTo>
                      <a:pt x="58" y="229"/>
                    </a:lnTo>
                    <a:lnTo>
                      <a:pt x="58" y="240"/>
                    </a:lnTo>
                    <a:close/>
                    <a:moveTo>
                      <a:pt x="58" y="216"/>
                    </a:moveTo>
                    <a:lnTo>
                      <a:pt x="15" y="216"/>
                    </a:lnTo>
                    <a:lnTo>
                      <a:pt x="15" y="206"/>
                    </a:lnTo>
                    <a:lnTo>
                      <a:pt x="58" y="205"/>
                    </a:lnTo>
                    <a:lnTo>
                      <a:pt x="58" y="216"/>
                    </a:lnTo>
                    <a:close/>
                    <a:moveTo>
                      <a:pt x="58" y="193"/>
                    </a:moveTo>
                    <a:lnTo>
                      <a:pt x="15" y="195"/>
                    </a:lnTo>
                    <a:lnTo>
                      <a:pt x="15" y="185"/>
                    </a:lnTo>
                    <a:lnTo>
                      <a:pt x="58" y="182"/>
                    </a:lnTo>
                    <a:lnTo>
                      <a:pt x="58" y="193"/>
                    </a:lnTo>
                    <a:close/>
                    <a:moveTo>
                      <a:pt x="70" y="157"/>
                    </a:moveTo>
                    <a:lnTo>
                      <a:pt x="120" y="152"/>
                    </a:lnTo>
                    <a:lnTo>
                      <a:pt x="120" y="164"/>
                    </a:lnTo>
                    <a:lnTo>
                      <a:pt x="70" y="168"/>
                    </a:lnTo>
                    <a:lnTo>
                      <a:pt x="70" y="157"/>
                    </a:lnTo>
                    <a:close/>
                    <a:moveTo>
                      <a:pt x="120" y="266"/>
                    </a:moveTo>
                    <a:lnTo>
                      <a:pt x="70" y="263"/>
                    </a:lnTo>
                    <a:lnTo>
                      <a:pt x="70" y="252"/>
                    </a:lnTo>
                    <a:lnTo>
                      <a:pt x="120" y="254"/>
                    </a:lnTo>
                    <a:lnTo>
                      <a:pt x="120" y="266"/>
                    </a:lnTo>
                    <a:close/>
                    <a:moveTo>
                      <a:pt x="120" y="242"/>
                    </a:moveTo>
                    <a:lnTo>
                      <a:pt x="70" y="240"/>
                    </a:lnTo>
                    <a:lnTo>
                      <a:pt x="70" y="229"/>
                    </a:lnTo>
                    <a:lnTo>
                      <a:pt x="120" y="230"/>
                    </a:lnTo>
                    <a:lnTo>
                      <a:pt x="120" y="242"/>
                    </a:lnTo>
                    <a:close/>
                    <a:moveTo>
                      <a:pt x="120" y="215"/>
                    </a:moveTo>
                    <a:lnTo>
                      <a:pt x="70" y="216"/>
                    </a:lnTo>
                    <a:lnTo>
                      <a:pt x="70" y="205"/>
                    </a:lnTo>
                    <a:lnTo>
                      <a:pt x="120" y="203"/>
                    </a:lnTo>
                    <a:lnTo>
                      <a:pt x="120" y="215"/>
                    </a:lnTo>
                    <a:close/>
                    <a:moveTo>
                      <a:pt x="120" y="191"/>
                    </a:moveTo>
                    <a:lnTo>
                      <a:pt x="70" y="193"/>
                    </a:lnTo>
                    <a:lnTo>
                      <a:pt x="70" y="182"/>
                    </a:lnTo>
                    <a:lnTo>
                      <a:pt x="120" y="179"/>
                    </a:lnTo>
                    <a:lnTo>
                      <a:pt x="120" y="191"/>
                    </a:lnTo>
                    <a:close/>
                    <a:moveTo>
                      <a:pt x="144" y="75"/>
                    </a:moveTo>
                    <a:lnTo>
                      <a:pt x="204" y="65"/>
                    </a:lnTo>
                    <a:lnTo>
                      <a:pt x="204" y="78"/>
                    </a:lnTo>
                    <a:lnTo>
                      <a:pt x="144" y="87"/>
                    </a:lnTo>
                    <a:lnTo>
                      <a:pt x="144" y="75"/>
                    </a:lnTo>
                    <a:close/>
                    <a:moveTo>
                      <a:pt x="144" y="100"/>
                    </a:moveTo>
                    <a:lnTo>
                      <a:pt x="204" y="91"/>
                    </a:lnTo>
                    <a:lnTo>
                      <a:pt x="204" y="104"/>
                    </a:lnTo>
                    <a:lnTo>
                      <a:pt x="144" y="112"/>
                    </a:lnTo>
                    <a:lnTo>
                      <a:pt x="144" y="100"/>
                    </a:lnTo>
                    <a:close/>
                    <a:moveTo>
                      <a:pt x="144" y="125"/>
                    </a:moveTo>
                    <a:lnTo>
                      <a:pt x="204" y="118"/>
                    </a:lnTo>
                    <a:lnTo>
                      <a:pt x="204" y="131"/>
                    </a:lnTo>
                    <a:lnTo>
                      <a:pt x="144" y="137"/>
                    </a:lnTo>
                    <a:lnTo>
                      <a:pt x="144" y="125"/>
                    </a:lnTo>
                    <a:close/>
                    <a:moveTo>
                      <a:pt x="144" y="150"/>
                    </a:moveTo>
                    <a:lnTo>
                      <a:pt x="204" y="144"/>
                    </a:lnTo>
                    <a:lnTo>
                      <a:pt x="204" y="157"/>
                    </a:lnTo>
                    <a:lnTo>
                      <a:pt x="144" y="162"/>
                    </a:lnTo>
                    <a:lnTo>
                      <a:pt x="144" y="150"/>
                    </a:lnTo>
                    <a:close/>
                    <a:moveTo>
                      <a:pt x="204" y="269"/>
                    </a:moveTo>
                    <a:lnTo>
                      <a:pt x="144" y="266"/>
                    </a:lnTo>
                    <a:lnTo>
                      <a:pt x="144" y="254"/>
                    </a:lnTo>
                    <a:lnTo>
                      <a:pt x="204" y="256"/>
                    </a:lnTo>
                    <a:lnTo>
                      <a:pt x="204" y="269"/>
                    </a:lnTo>
                    <a:close/>
                    <a:moveTo>
                      <a:pt x="204" y="243"/>
                    </a:moveTo>
                    <a:lnTo>
                      <a:pt x="144" y="241"/>
                    </a:lnTo>
                    <a:lnTo>
                      <a:pt x="144" y="229"/>
                    </a:lnTo>
                    <a:lnTo>
                      <a:pt x="204" y="230"/>
                    </a:lnTo>
                    <a:lnTo>
                      <a:pt x="204" y="243"/>
                    </a:lnTo>
                    <a:close/>
                    <a:moveTo>
                      <a:pt x="204" y="214"/>
                    </a:moveTo>
                    <a:lnTo>
                      <a:pt x="144" y="214"/>
                    </a:lnTo>
                    <a:lnTo>
                      <a:pt x="144" y="202"/>
                    </a:lnTo>
                    <a:lnTo>
                      <a:pt x="204" y="201"/>
                    </a:lnTo>
                    <a:lnTo>
                      <a:pt x="204" y="214"/>
                    </a:lnTo>
                    <a:close/>
                    <a:moveTo>
                      <a:pt x="204" y="187"/>
                    </a:moveTo>
                    <a:lnTo>
                      <a:pt x="144" y="189"/>
                    </a:lnTo>
                    <a:lnTo>
                      <a:pt x="144" y="177"/>
                    </a:lnTo>
                    <a:lnTo>
                      <a:pt x="204" y="174"/>
                    </a:lnTo>
                    <a:lnTo>
                      <a:pt x="204" y="187"/>
                    </a:lnTo>
                    <a:close/>
                    <a:moveTo>
                      <a:pt x="229" y="65"/>
                    </a:moveTo>
                    <a:lnTo>
                      <a:pt x="287" y="75"/>
                    </a:lnTo>
                    <a:lnTo>
                      <a:pt x="287" y="88"/>
                    </a:lnTo>
                    <a:lnTo>
                      <a:pt x="229" y="79"/>
                    </a:lnTo>
                    <a:lnTo>
                      <a:pt x="229" y="65"/>
                    </a:lnTo>
                    <a:close/>
                    <a:moveTo>
                      <a:pt x="229" y="119"/>
                    </a:moveTo>
                    <a:lnTo>
                      <a:pt x="286" y="126"/>
                    </a:lnTo>
                    <a:lnTo>
                      <a:pt x="286" y="138"/>
                    </a:lnTo>
                    <a:lnTo>
                      <a:pt x="229" y="133"/>
                    </a:lnTo>
                    <a:lnTo>
                      <a:pt x="229" y="119"/>
                    </a:lnTo>
                    <a:close/>
                    <a:moveTo>
                      <a:pt x="229" y="146"/>
                    </a:moveTo>
                    <a:lnTo>
                      <a:pt x="286" y="151"/>
                    </a:lnTo>
                    <a:lnTo>
                      <a:pt x="286" y="163"/>
                    </a:lnTo>
                    <a:lnTo>
                      <a:pt x="229" y="159"/>
                    </a:lnTo>
                    <a:lnTo>
                      <a:pt x="229" y="146"/>
                    </a:lnTo>
                    <a:close/>
                    <a:moveTo>
                      <a:pt x="229" y="202"/>
                    </a:moveTo>
                    <a:lnTo>
                      <a:pt x="287" y="203"/>
                    </a:lnTo>
                    <a:lnTo>
                      <a:pt x="287" y="215"/>
                    </a:lnTo>
                    <a:lnTo>
                      <a:pt x="229" y="215"/>
                    </a:lnTo>
                    <a:lnTo>
                      <a:pt x="229" y="202"/>
                    </a:lnTo>
                    <a:close/>
                    <a:moveTo>
                      <a:pt x="287" y="242"/>
                    </a:moveTo>
                    <a:lnTo>
                      <a:pt x="229" y="243"/>
                    </a:lnTo>
                    <a:lnTo>
                      <a:pt x="229" y="230"/>
                    </a:lnTo>
                    <a:lnTo>
                      <a:pt x="287" y="229"/>
                    </a:lnTo>
                    <a:lnTo>
                      <a:pt x="287" y="242"/>
                    </a:lnTo>
                    <a:close/>
                    <a:moveTo>
                      <a:pt x="287" y="190"/>
                    </a:moveTo>
                    <a:lnTo>
                      <a:pt x="229" y="188"/>
                    </a:lnTo>
                    <a:lnTo>
                      <a:pt x="229" y="175"/>
                    </a:lnTo>
                    <a:lnTo>
                      <a:pt x="287" y="178"/>
                    </a:lnTo>
                    <a:lnTo>
                      <a:pt x="287" y="190"/>
                    </a:lnTo>
                    <a:close/>
                    <a:moveTo>
                      <a:pt x="287" y="112"/>
                    </a:moveTo>
                    <a:lnTo>
                      <a:pt x="229" y="105"/>
                    </a:lnTo>
                    <a:lnTo>
                      <a:pt x="229" y="92"/>
                    </a:lnTo>
                    <a:lnTo>
                      <a:pt x="287" y="100"/>
                    </a:lnTo>
                    <a:lnTo>
                      <a:pt x="287" y="112"/>
                    </a:lnTo>
                    <a:close/>
                    <a:moveTo>
                      <a:pt x="308" y="152"/>
                    </a:moveTo>
                    <a:lnTo>
                      <a:pt x="357" y="156"/>
                    </a:lnTo>
                    <a:lnTo>
                      <a:pt x="357" y="168"/>
                    </a:lnTo>
                    <a:lnTo>
                      <a:pt x="308" y="164"/>
                    </a:lnTo>
                    <a:lnTo>
                      <a:pt x="308" y="152"/>
                    </a:lnTo>
                    <a:close/>
                    <a:moveTo>
                      <a:pt x="357" y="181"/>
                    </a:moveTo>
                    <a:lnTo>
                      <a:pt x="357" y="193"/>
                    </a:lnTo>
                    <a:lnTo>
                      <a:pt x="309" y="191"/>
                    </a:lnTo>
                    <a:lnTo>
                      <a:pt x="309" y="179"/>
                    </a:lnTo>
                    <a:lnTo>
                      <a:pt x="357" y="181"/>
                    </a:lnTo>
                    <a:close/>
                    <a:moveTo>
                      <a:pt x="309" y="203"/>
                    </a:moveTo>
                    <a:lnTo>
                      <a:pt x="357" y="204"/>
                    </a:lnTo>
                    <a:lnTo>
                      <a:pt x="357" y="216"/>
                    </a:lnTo>
                    <a:lnTo>
                      <a:pt x="309" y="215"/>
                    </a:lnTo>
                    <a:lnTo>
                      <a:pt x="309" y="203"/>
                    </a:lnTo>
                    <a:close/>
                    <a:moveTo>
                      <a:pt x="309" y="229"/>
                    </a:moveTo>
                    <a:lnTo>
                      <a:pt x="357" y="228"/>
                    </a:lnTo>
                    <a:lnTo>
                      <a:pt x="357" y="240"/>
                    </a:lnTo>
                    <a:lnTo>
                      <a:pt x="309" y="241"/>
                    </a:lnTo>
                    <a:lnTo>
                      <a:pt x="309" y="229"/>
                    </a:lnTo>
                    <a:close/>
                    <a:moveTo>
                      <a:pt x="357" y="262"/>
                    </a:moveTo>
                    <a:lnTo>
                      <a:pt x="309" y="265"/>
                    </a:lnTo>
                    <a:lnTo>
                      <a:pt x="309" y="253"/>
                    </a:lnTo>
                    <a:lnTo>
                      <a:pt x="357" y="251"/>
                    </a:lnTo>
                    <a:lnTo>
                      <a:pt x="357" y="262"/>
                    </a:lnTo>
                    <a:close/>
                    <a:moveTo>
                      <a:pt x="371" y="157"/>
                    </a:moveTo>
                    <a:lnTo>
                      <a:pt x="412" y="161"/>
                    </a:lnTo>
                    <a:lnTo>
                      <a:pt x="412" y="171"/>
                    </a:lnTo>
                    <a:lnTo>
                      <a:pt x="371" y="168"/>
                    </a:lnTo>
                    <a:lnTo>
                      <a:pt x="371" y="157"/>
                    </a:lnTo>
                    <a:close/>
                    <a:moveTo>
                      <a:pt x="412" y="184"/>
                    </a:moveTo>
                    <a:lnTo>
                      <a:pt x="412" y="195"/>
                    </a:lnTo>
                    <a:lnTo>
                      <a:pt x="371" y="193"/>
                    </a:lnTo>
                    <a:lnTo>
                      <a:pt x="371" y="182"/>
                    </a:lnTo>
                    <a:lnTo>
                      <a:pt x="412" y="184"/>
                    </a:lnTo>
                    <a:close/>
                    <a:moveTo>
                      <a:pt x="371" y="205"/>
                    </a:moveTo>
                    <a:lnTo>
                      <a:pt x="412" y="205"/>
                    </a:lnTo>
                    <a:lnTo>
                      <a:pt x="412" y="216"/>
                    </a:lnTo>
                    <a:lnTo>
                      <a:pt x="371" y="216"/>
                    </a:lnTo>
                    <a:lnTo>
                      <a:pt x="371" y="205"/>
                    </a:lnTo>
                    <a:close/>
                    <a:moveTo>
                      <a:pt x="371" y="228"/>
                    </a:moveTo>
                    <a:lnTo>
                      <a:pt x="412" y="228"/>
                    </a:lnTo>
                    <a:lnTo>
                      <a:pt x="412" y="239"/>
                    </a:lnTo>
                    <a:lnTo>
                      <a:pt x="371" y="239"/>
                    </a:lnTo>
                    <a:lnTo>
                      <a:pt x="371" y="228"/>
                    </a:lnTo>
                    <a:close/>
                    <a:moveTo>
                      <a:pt x="412" y="259"/>
                    </a:moveTo>
                    <a:lnTo>
                      <a:pt x="371" y="262"/>
                    </a:lnTo>
                    <a:lnTo>
                      <a:pt x="371" y="250"/>
                    </a:lnTo>
                    <a:lnTo>
                      <a:pt x="412" y="249"/>
                    </a:lnTo>
                    <a:lnTo>
                      <a:pt x="412" y="25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íṩľiḋé"/>
              <p:cNvSpPr txBox="1"/>
              <p:nvPr/>
            </p:nvSpPr>
            <p:spPr>
              <a:xfrm>
                <a:off x="5277447" y="5186194"/>
                <a:ext cx="2224314" cy="589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îṧľïdé"/>
              <p:cNvSpPr/>
              <p:nvPr/>
            </p:nvSpPr>
            <p:spPr>
              <a:xfrm>
                <a:off x="5277447" y="4779000"/>
                <a:ext cx="2224314" cy="407183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4" name="îśḷiďé"/>
            <p:cNvGrpSpPr/>
            <p:nvPr/>
          </p:nvGrpSpPr>
          <p:grpSpPr>
            <a:xfrm>
              <a:off x="8516141" y="4779000"/>
              <a:ext cx="3002759" cy="996750"/>
              <a:chOff x="4499002" y="4779000"/>
              <a:chExt cx="3002759" cy="996750"/>
            </a:xfrm>
          </p:grpSpPr>
          <p:sp>
            <p:nvSpPr>
              <p:cNvPr id="25" name="ïṥlïďe"/>
              <p:cNvSpPr/>
              <p:nvPr/>
            </p:nvSpPr>
            <p:spPr>
              <a:xfrm>
                <a:off x="4499002" y="4950304"/>
                <a:ext cx="636954" cy="493202"/>
              </a:xfrm>
              <a:custGeom>
                <a:avLst/>
                <a:gdLst>
                  <a:gd name="T0" fmla="*/ 277 w 427"/>
                  <a:gd name="T1" fmla="*/ 15 h 331"/>
                  <a:gd name="T2" fmla="*/ 216 w 427"/>
                  <a:gd name="T3" fmla="*/ 0 h 331"/>
                  <a:gd name="T4" fmla="*/ 135 w 427"/>
                  <a:gd name="T5" fmla="*/ 61 h 331"/>
                  <a:gd name="T6" fmla="*/ 216 w 427"/>
                  <a:gd name="T7" fmla="*/ 331 h 331"/>
                  <a:gd name="T8" fmla="*/ 287 w 427"/>
                  <a:gd name="T9" fmla="*/ 322 h 331"/>
                  <a:gd name="T10" fmla="*/ 15 w 427"/>
                  <a:gd name="T11" fmla="*/ 161 h 331"/>
                  <a:gd name="T12" fmla="*/ 15 w 427"/>
                  <a:gd name="T13" fmla="*/ 161 h 331"/>
                  <a:gd name="T14" fmla="*/ 58 w 427"/>
                  <a:gd name="T15" fmla="*/ 251 h 331"/>
                  <a:gd name="T16" fmla="*/ 15 w 427"/>
                  <a:gd name="T17" fmla="*/ 229 h 331"/>
                  <a:gd name="T18" fmla="*/ 15 w 427"/>
                  <a:gd name="T19" fmla="*/ 216 h 331"/>
                  <a:gd name="T20" fmla="*/ 58 w 427"/>
                  <a:gd name="T21" fmla="*/ 193 h 331"/>
                  <a:gd name="T22" fmla="*/ 58 w 427"/>
                  <a:gd name="T23" fmla="*/ 193 h 331"/>
                  <a:gd name="T24" fmla="*/ 70 w 427"/>
                  <a:gd name="T25" fmla="*/ 168 h 331"/>
                  <a:gd name="T26" fmla="*/ 70 w 427"/>
                  <a:gd name="T27" fmla="*/ 252 h 331"/>
                  <a:gd name="T28" fmla="*/ 70 w 427"/>
                  <a:gd name="T29" fmla="*/ 240 h 331"/>
                  <a:gd name="T30" fmla="*/ 120 w 427"/>
                  <a:gd name="T31" fmla="*/ 215 h 331"/>
                  <a:gd name="T32" fmla="*/ 120 w 427"/>
                  <a:gd name="T33" fmla="*/ 215 h 331"/>
                  <a:gd name="T34" fmla="*/ 120 w 427"/>
                  <a:gd name="T35" fmla="*/ 179 h 331"/>
                  <a:gd name="T36" fmla="*/ 204 w 427"/>
                  <a:gd name="T37" fmla="*/ 78 h 331"/>
                  <a:gd name="T38" fmla="*/ 204 w 427"/>
                  <a:gd name="T39" fmla="*/ 91 h 331"/>
                  <a:gd name="T40" fmla="*/ 144 w 427"/>
                  <a:gd name="T41" fmla="*/ 125 h 331"/>
                  <a:gd name="T42" fmla="*/ 144 w 427"/>
                  <a:gd name="T43" fmla="*/ 125 h 331"/>
                  <a:gd name="T44" fmla="*/ 144 w 427"/>
                  <a:gd name="T45" fmla="*/ 162 h 331"/>
                  <a:gd name="T46" fmla="*/ 144 w 427"/>
                  <a:gd name="T47" fmla="*/ 254 h 331"/>
                  <a:gd name="T48" fmla="*/ 144 w 427"/>
                  <a:gd name="T49" fmla="*/ 241 h 331"/>
                  <a:gd name="T50" fmla="*/ 204 w 427"/>
                  <a:gd name="T51" fmla="*/ 214 h 331"/>
                  <a:gd name="T52" fmla="*/ 204 w 427"/>
                  <a:gd name="T53" fmla="*/ 214 h 331"/>
                  <a:gd name="T54" fmla="*/ 204 w 427"/>
                  <a:gd name="T55" fmla="*/ 174 h 331"/>
                  <a:gd name="T56" fmla="*/ 287 w 427"/>
                  <a:gd name="T57" fmla="*/ 88 h 331"/>
                  <a:gd name="T58" fmla="*/ 286 w 427"/>
                  <a:gd name="T59" fmla="*/ 126 h 331"/>
                  <a:gd name="T60" fmla="*/ 229 w 427"/>
                  <a:gd name="T61" fmla="*/ 146 h 331"/>
                  <a:gd name="T62" fmla="*/ 229 w 427"/>
                  <a:gd name="T63" fmla="*/ 146 h 331"/>
                  <a:gd name="T64" fmla="*/ 229 w 427"/>
                  <a:gd name="T65" fmla="*/ 215 h 331"/>
                  <a:gd name="T66" fmla="*/ 229 w 427"/>
                  <a:gd name="T67" fmla="*/ 230 h 331"/>
                  <a:gd name="T68" fmla="*/ 229 w 427"/>
                  <a:gd name="T69" fmla="*/ 188 h 331"/>
                  <a:gd name="T70" fmla="*/ 287 w 427"/>
                  <a:gd name="T71" fmla="*/ 112 h 331"/>
                  <a:gd name="T72" fmla="*/ 287 w 427"/>
                  <a:gd name="T73" fmla="*/ 112 h 331"/>
                  <a:gd name="T74" fmla="*/ 308 w 427"/>
                  <a:gd name="T75" fmla="*/ 164 h 331"/>
                  <a:gd name="T76" fmla="*/ 309 w 427"/>
                  <a:gd name="T77" fmla="*/ 191 h 331"/>
                  <a:gd name="T78" fmla="*/ 357 w 427"/>
                  <a:gd name="T79" fmla="*/ 204 h 331"/>
                  <a:gd name="T80" fmla="*/ 309 w 427"/>
                  <a:gd name="T81" fmla="*/ 229 h 331"/>
                  <a:gd name="T82" fmla="*/ 309 w 427"/>
                  <a:gd name="T83" fmla="*/ 229 h 331"/>
                  <a:gd name="T84" fmla="*/ 357 w 427"/>
                  <a:gd name="T85" fmla="*/ 251 h 331"/>
                  <a:gd name="T86" fmla="*/ 412 w 427"/>
                  <a:gd name="T87" fmla="*/ 171 h 331"/>
                  <a:gd name="T88" fmla="*/ 412 w 427"/>
                  <a:gd name="T89" fmla="*/ 195 h 331"/>
                  <a:gd name="T90" fmla="*/ 371 w 427"/>
                  <a:gd name="T91" fmla="*/ 205 h 331"/>
                  <a:gd name="T92" fmla="*/ 371 w 427"/>
                  <a:gd name="T93" fmla="*/ 205 h 331"/>
                  <a:gd name="T94" fmla="*/ 371 w 427"/>
                  <a:gd name="T95" fmla="*/ 239 h 331"/>
                  <a:gd name="T96" fmla="*/ 371 w 427"/>
                  <a:gd name="T97" fmla="*/ 250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27" h="331">
                    <a:moveTo>
                      <a:pt x="294" y="135"/>
                    </a:moveTo>
                    <a:lnTo>
                      <a:pt x="294" y="60"/>
                    </a:lnTo>
                    <a:lnTo>
                      <a:pt x="277" y="56"/>
                    </a:lnTo>
                    <a:lnTo>
                      <a:pt x="277" y="15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216" y="0"/>
                    </a:lnTo>
                    <a:lnTo>
                      <a:pt x="152" y="15"/>
                    </a:lnTo>
                    <a:lnTo>
                      <a:pt x="152" y="57"/>
                    </a:lnTo>
                    <a:lnTo>
                      <a:pt x="135" y="61"/>
                    </a:lnTo>
                    <a:lnTo>
                      <a:pt x="135" y="138"/>
                    </a:lnTo>
                    <a:lnTo>
                      <a:pt x="0" y="151"/>
                    </a:lnTo>
                    <a:lnTo>
                      <a:pt x="0" y="305"/>
                    </a:lnTo>
                    <a:lnTo>
                      <a:pt x="216" y="331"/>
                    </a:lnTo>
                    <a:lnTo>
                      <a:pt x="229" y="329"/>
                    </a:lnTo>
                    <a:lnTo>
                      <a:pt x="229" y="256"/>
                    </a:lnTo>
                    <a:lnTo>
                      <a:pt x="287" y="254"/>
                    </a:lnTo>
                    <a:lnTo>
                      <a:pt x="287" y="322"/>
                    </a:lnTo>
                    <a:lnTo>
                      <a:pt x="427" y="306"/>
                    </a:lnTo>
                    <a:lnTo>
                      <a:pt x="427" y="149"/>
                    </a:lnTo>
                    <a:lnTo>
                      <a:pt x="294" y="135"/>
                    </a:lnTo>
                    <a:close/>
                    <a:moveTo>
                      <a:pt x="15" y="161"/>
                    </a:moveTo>
                    <a:lnTo>
                      <a:pt x="58" y="158"/>
                    </a:lnTo>
                    <a:lnTo>
                      <a:pt x="58" y="168"/>
                    </a:lnTo>
                    <a:lnTo>
                      <a:pt x="15" y="171"/>
                    </a:lnTo>
                    <a:lnTo>
                      <a:pt x="15" y="161"/>
                    </a:lnTo>
                    <a:close/>
                    <a:moveTo>
                      <a:pt x="58" y="262"/>
                    </a:moveTo>
                    <a:lnTo>
                      <a:pt x="15" y="260"/>
                    </a:lnTo>
                    <a:lnTo>
                      <a:pt x="15" y="250"/>
                    </a:lnTo>
                    <a:lnTo>
                      <a:pt x="58" y="251"/>
                    </a:lnTo>
                    <a:lnTo>
                      <a:pt x="58" y="262"/>
                    </a:lnTo>
                    <a:close/>
                    <a:moveTo>
                      <a:pt x="58" y="240"/>
                    </a:moveTo>
                    <a:lnTo>
                      <a:pt x="15" y="239"/>
                    </a:lnTo>
                    <a:lnTo>
                      <a:pt x="15" y="229"/>
                    </a:lnTo>
                    <a:lnTo>
                      <a:pt x="58" y="229"/>
                    </a:lnTo>
                    <a:lnTo>
                      <a:pt x="58" y="240"/>
                    </a:lnTo>
                    <a:close/>
                    <a:moveTo>
                      <a:pt x="58" y="216"/>
                    </a:moveTo>
                    <a:lnTo>
                      <a:pt x="15" y="216"/>
                    </a:lnTo>
                    <a:lnTo>
                      <a:pt x="15" y="206"/>
                    </a:lnTo>
                    <a:lnTo>
                      <a:pt x="58" y="205"/>
                    </a:lnTo>
                    <a:lnTo>
                      <a:pt x="58" y="216"/>
                    </a:lnTo>
                    <a:close/>
                    <a:moveTo>
                      <a:pt x="58" y="193"/>
                    </a:moveTo>
                    <a:lnTo>
                      <a:pt x="15" y="195"/>
                    </a:lnTo>
                    <a:lnTo>
                      <a:pt x="15" y="185"/>
                    </a:lnTo>
                    <a:lnTo>
                      <a:pt x="58" y="182"/>
                    </a:lnTo>
                    <a:lnTo>
                      <a:pt x="58" y="193"/>
                    </a:lnTo>
                    <a:close/>
                    <a:moveTo>
                      <a:pt x="70" y="157"/>
                    </a:moveTo>
                    <a:lnTo>
                      <a:pt x="120" y="152"/>
                    </a:lnTo>
                    <a:lnTo>
                      <a:pt x="120" y="164"/>
                    </a:lnTo>
                    <a:lnTo>
                      <a:pt x="70" y="168"/>
                    </a:lnTo>
                    <a:lnTo>
                      <a:pt x="70" y="157"/>
                    </a:lnTo>
                    <a:close/>
                    <a:moveTo>
                      <a:pt x="120" y="266"/>
                    </a:moveTo>
                    <a:lnTo>
                      <a:pt x="70" y="263"/>
                    </a:lnTo>
                    <a:lnTo>
                      <a:pt x="70" y="252"/>
                    </a:lnTo>
                    <a:lnTo>
                      <a:pt x="120" y="254"/>
                    </a:lnTo>
                    <a:lnTo>
                      <a:pt x="120" y="266"/>
                    </a:lnTo>
                    <a:close/>
                    <a:moveTo>
                      <a:pt x="120" y="242"/>
                    </a:moveTo>
                    <a:lnTo>
                      <a:pt x="70" y="240"/>
                    </a:lnTo>
                    <a:lnTo>
                      <a:pt x="70" y="229"/>
                    </a:lnTo>
                    <a:lnTo>
                      <a:pt x="120" y="230"/>
                    </a:lnTo>
                    <a:lnTo>
                      <a:pt x="120" y="242"/>
                    </a:lnTo>
                    <a:close/>
                    <a:moveTo>
                      <a:pt x="120" y="215"/>
                    </a:moveTo>
                    <a:lnTo>
                      <a:pt x="70" y="216"/>
                    </a:lnTo>
                    <a:lnTo>
                      <a:pt x="70" y="205"/>
                    </a:lnTo>
                    <a:lnTo>
                      <a:pt x="120" y="203"/>
                    </a:lnTo>
                    <a:lnTo>
                      <a:pt x="120" y="215"/>
                    </a:lnTo>
                    <a:close/>
                    <a:moveTo>
                      <a:pt x="120" y="191"/>
                    </a:moveTo>
                    <a:lnTo>
                      <a:pt x="70" y="193"/>
                    </a:lnTo>
                    <a:lnTo>
                      <a:pt x="70" y="182"/>
                    </a:lnTo>
                    <a:lnTo>
                      <a:pt x="120" y="179"/>
                    </a:lnTo>
                    <a:lnTo>
                      <a:pt x="120" y="191"/>
                    </a:lnTo>
                    <a:close/>
                    <a:moveTo>
                      <a:pt x="144" y="75"/>
                    </a:moveTo>
                    <a:lnTo>
                      <a:pt x="204" y="65"/>
                    </a:lnTo>
                    <a:lnTo>
                      <a:pt x="204" y="78"/>
                    </a:lnTo>
                    <a:lnTo>
                      <a:pt x="144" y="87"/>
                    </a:lnTo>
                    <a:lnTo>
                      <a:pt x="144" y="75"/>
                    </a:lnTo>
                    <a:close/>
                    <a:moveTo>
                      <a:pt x="144" y="100"/>
                    </a:moveTo>
                    <a:lnTo>
                      <a:pt x="204" y="91"/>
                    </a:lnTo>
                    <a:lnTo>
                      <a:pt x="204" y="104"/>
                    </a:lnTo>
                    <a:lnTo>
                      <a:pt x="144" y="112"/>
                    </a:lnTo>
                    <a:lnTo>
                      <a:pt x="144" y="100"/>
                    </a:lnTo>
                    <a:close/>
                    <a:moveTo>
                      <a:pt x="144" y="125"/>
                    </a:moveTo>
                    <a:lnTo>
                      <a:pt x="204" y="118"/>
                    </a:lnTo>
                    <a:lnTo>
                      <a:pt x="204" y="131"/>
                    </a:lnTo>
                    <a:lnTo>
                      <a:pt x="144" y="137"/>
                    </a:lnTo>
                    <a:lnTo>
                      <a:pt x="144" y="125"/>
                    </a:lnTo>
                    <a:close/>
                    <a:moveTo>
                      <a:pt x="144" y="150"/>
                    </a:moveTo>
                    <a:lnTo>
                      <a:pt x="204" y="144"/>
                    </a:lnTo>
                    <a:lnTo>
                      <a:pt x="204" y="157"/>
                    </a:lnTo>
                    <a:lnTo>
                      <a:pt x="144" y="162"/>
                    </a:lnTo>
                    <a:lnTo>
                      <a:pt x="144" y="150"/>
                    </a:lnTo>
                    <a:close/>
                    <a:moveTo>
                      <a:pt x="204" y="269"/>
                    </a:moveTo>
                    <a:lnTo>
                      <a:pt x="144" y="266"/>
                    </a:lnTo>
                    <a:lnTo>
                      <a:pt x="144" y="254"/>
                    </a:lnTo>
                    <a:lnTo>
                      <a:pt x="204" y="256"/>
                    </a:lnTo>
                    <a:lnTo>
                      <a:pt x="204" y="269"/>
                    </a:lnTo>
                    <a:close/>
                    <a:moveTo>
                      <a:pt x="204" y="243"/>
                    </a:moveTo>
                    <a:lnTo>
                      <a:pt x="144" y="241"/>
                    </a:lnTo>
                    <a:lnTo>
                      <a:pt x="144" y="229"/>
                    </a:lnTo>
                    <a:lnTo>
                      <a:pt x="204" y="230"/>
                    </a:lnTo>
                    <a:lnTo>
                      <a:pt x="204" y="243"/>
                    </a:lnTo>
                    <a:close/>
                    <a:moveTo>
                      <a:pt x="204" y="214"/>
                    </a:moveTo>
                    <a:lnTo>
                      <a:pt x="144" y="214"/>
                    </a:lnTo>
                    <a:lnTo>
                      <a:pt x="144" y="202"/>
                    </a:lnTo>
                    <a:lnTo>
                      <a:pt x="204" y="201"/>
                    </a:lnTo>
                    <a:lnTo>
                      <a:pt x="204" y="214"/>
                    </a:lnTo>
                    <a:close/>
                    <a:moveTo>
                      <a:pt x="204" y="187"/>
                    </a:moveTo>
                    <a:lnTo>
                      <a:pt x="144" y="189"/>
                    </a:lnTo>
                    <a:lnTo>
                      <a:pt x="144" y="177"/>
                    </a:lnTo>
                    <a:lnTo>
                      <a:pt x="204" y="174"/>
                    </a:lnTo>
                    <a:lnTo>
                      <a:pt x="204" y="187"/>
                    </a:lnTo>
                    <a:close/>
                    <a:moveTo>
                      <a:pt x="229" y="65"/>
                    </a:moveTo>
                    <a:lnTo>
                      <a:pt x="287" y="75"/>
                    </a:lnTo>
                    <a:lnTo>
                      <a:pt x="287" y="88"/>
                    </a:lnTo>
                    <a:lnTo>
                      <a:pt x="229" y="79"/>
                    </a:lnTo>
                    <a:lnTo>
                      <a:pt x="229" y="65"/>
                    </a:lnTo>
                    <a:close/>
                    <a:moveTo>
                      <a:pt x="229" y="119"/>
                    </a:moveTo>
                    <a:lnTo>
                      <a:pt x="286" y="126"/>
                    </a:lnTo>
                    <a:lnTo>
                      <a:pt x="286" y="138"/>
                    </a:lnTo>
                    <a:lnTo>
                      <a:pt x="229" y="133"/>
                    </a:lnTo>
                    <a:lnTo>
                      <a:pt x="229" y="119"/>
                    </a:lnTo>
                    <a:close/>
                    <a:moveTo>
                      <a:pt x="229" y="146"/>
                    </a:moveTo>
                    <a:lnTo>
                      <a:pt x="286" y="151"/>
                    </a:lnTo>
                    <a:lnTo>
                      <a:pt x="286" y="163"/>
                    </a:lnTo>
                    <a:lnTo>
                      <a:pt x="229" y="159"/>
                    </a:lnTo>
                    <a:lnTo>
                      <a:pt x="229" y="146"/>
                    </a:lnTo>
                    <a:close/>
                    <a:moveTo>
                      <a:pt x="229" y="202"/>
                    </a:moveTo>
                    <a:lnTo>
                      <a:pt x="287" y="203"/>
                    </a:lnTo>
                    <a:lnTo>
                      <a:pt x="287" y="215"/>
                    </a:lnTo>
                    <a:lnTo>
                      <a:pt x="229" y="215"/>
                    </a:lnTo>
                    <a:lnTo>
                      <a:pt x="229" y="202"/>
                    </a:lnTo>
                    <a:close/>
                    <a:moveTo>
                      <a:pt x="287" y="242"/>
                    </a:moveTo>
                    <a:lnTo>
                      <a:pt x="229" y="243"/>
                    </a:lnTo>
                    <a:lnTo>
                      <a:pt x="229" y="230"/>
                    </a:lnTo>
                    <a:lnTo>
                      <a:pt x="287" y="229"/>
                    </a:lnTo>
                    <a:lnTo>
                      <a:pt x="287" y="242"/>
                    </a:lnTo>
                    <a:close/>
                    <a:moveTo>
                      <a:pt x="287" y="190"/>
                    </a:moveTo>
                    <a:lnTo>
                      <a:pt x="229" y="188"/>
                    </a:lnTo>
                    <a:lnTo>
                      <a:pt x="229" y="175"/>
                    </a:lnTo>
                    <a:lnTo>
                      <a:pt x="287" y="178"/>
                    </a:lnTo>
                    <a:lnTo>
                      <a:pt x="287" y="190"/>
                    </a:lnTo>
                    <a:close/>
                    <a:moveTo>
                      <a:pt x="287" y="112"/>
                    </a:moveTo>
                    <a:lnTo>
                      <a:pt x="229" y="105"/>
                    </a:lnTo>
                    <a:lnTo>
                      <a:pt x="229" y="92"/>
                    </a:lnTo>
                    <a:lnTo>
                      <a:pt x="287" y="100"/>
                    </a:lnTo>
                    <a:lnTo>
                      <a:pt x="287" y="112"/>
                    </a:lnTo>
                    <a:close/>
                    <a:moveTo>
                      <a:pt x="308" y="152"/>
                    </a:moveTo>
                    <a:lnTo>
                      <a:pt x="357" y="156"/>
                    </a:lnTo>
                    <a:lnTo>
                      <a:pt x="357" y="168"/>
                    </a:lnTo>
                    <a:lnTo>
                      <a:pt x="308" y="164"/>
                    </a:lnTo>
                    <a:lnTo>
                      <a:pt x="308" y="152"/>
                    </a:lnTo>
                    <a:close/>
                    <a:moveTo>
                      <a:pt x="357" y="181"/>
                    </a:moveTo>
                    <a:lnTo>
                      <a:pt x="357" y="193"/>
                    </a:lnTo>
                    <a:lnTo>
                      <a:pt x="309" y="191"/>
                    </a:lnTo>
                    <a:lnTo>
                      <a:pt x="309" y="179"/>
                    </a:lnTo>
                    <a:lnTo>
                      <a:pt x="357" y="181"/>
                    </a:lnTo>
                    <a:close/>
                    <a:moveTo>
                      <a:pt x="309" y="203"/>
                    </a:moveTo>
                    <a:lnTo>
                      <a:pt x="357" y="204"/>
                    </a:lnTo>
                    <a:lnTo>
                      <a:pt x="357" y="216"/>
                    </a:lnTo>
                    <a:lnTo>
                      <a:pt x="309" y="215"/>
                    </a:lnTo>
                    <a:lnTo>
                      <a:pt x="309" y="203"/>
                    </a:lnTo>
                    <a:close/>
                    <a:moveTo>
                      <a:pt x="309" y="229"/>
                    </a:moveTo>
                    <a:lnTo>
                      <a:pt x="357" y="228"/>
                    </a:lnTo>
                    <a:lnTo>
                      <a:pt x="357" y="240"/>
                    </a:lnTo>
                    <a:lnTo>
                      <a:pt x="309" y="241"/>
                    </a:lnTo>
                    <a:lnTo>
                      <a:pt x="309" y="229"/>
                    </a:lnTo>
                    <a:close/>
                    <a:moveTo>
                      <a:pt x="357" y="262"/>
                    </a:moveTo>
                    <a:lnTo>
                      <a:pt x="309" y="265"/>
                    </a:lnTo>
                    <a:lnTo>
                      <a:pt x="309" y="253"/>
                    </a:lnTo>
                    <a:lnTo>
                      <a:pt x="357" y="251"/>
                    </a:lnTo>
                    <a:lnTo>
                      <a:pt x="357" y="262"/>
                    </a:lnTo>
                    <a:close/>
                    <a:moveTo>
                      <a:pt x="371" y="157"/>
                    </a:moveTo>
                    <a:lnTo>
                      <a:pt x="412" y="161"/>
                    </a:lnTo>
                    <a:lnTo>
                      <a:pt x="412" y="171"/>
                    </a:lnTo>
                    <a:lnTo>
                      <a:pt x="371" y="168"/>
                    </a:lnTo>
                    <a:lnTo>
                      <a:pt x="371" y="157"/>
                    </a:lnTo>
                    <a:close/>
                    <a:moveTo>
                      <a:pt x="412" y="184"/>
                    </a:moveTo>
                    <a:lnTo>
                      <a:pt x="412" y="195"/>
                    </a:lnTo>
                    <a:lnTo>
                      <a:pt x="371" y="193"/>
                    </a:lnTo>
                    <a:lnTo>
                      <a:pt x="371" y="182"/>
                    </a:lnTo>
                    <a:lnTo>
                      <a:pt x="412" y="184"/>
                    </a:lnTo>
                    <a:close/>
                    <a:moveTo>
                      <a:pt x="371" y="205"/>
                    </a:moveTo>
                    <a:lnTo>
                      <a:pt x="412" y="205"/>
                    </a:lnTo>
                    <a:lnTo>
                      <a:pt x="412" y="216"/>
                    </a:lnTo>
                    <a:lnTo>
                      <a:pt x="371" y="216"/>
                    </a:lnTo>
                    <a:lnTo>
                      <a:pt x="371" y="205"/>
                    </a:lnTo>
                    <a:close/>
                    <a:moveTo>
                      <a:pt x="371" y="228"/>
                    </a:moveTo>
                    <a:lnTo>
                      <a:pt x="412" y="228"/>
                    </a:lnTo>
                    <a:lnTo>
                      <a:pt x="412" y="239"/>
                    </a:lnTo>
                    <a:lnTo>
                      <a:pt x="371" y="239"/>
                    </a:lnTo>
                    <a:lnTo>
                      <a:pt x="371" y="228"/>
                    </a:lnTo>
                    <a:close/>
                    <a:moveTo>
                      <a:pt x="412" y="259"/>
                    </a:moveTo>
                    <a:lnTo>
                      <a:pt x="371" y="262"/>
                    </a:lnTo>
                    <a:lnTo>
                      <a:pt x="371" y="250"/>
                    </a:lnTo>
                    <a:lnTo>
                      <a:pt x="412" y="249"/>
                    </a:lnTo>
                    <a:lnTo>
                      <a:pt x="412" y="25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íṩ1ïdè"/>
              <p:cNvSpPr txBox="1"/>
              <p:nvPr/>
            </p:nvSpPr>
            <p:spPr>
              <a:xfrm>
                <a:off x="5277447" y="5186194"/>
                <a:ext cx="2224314" cy="589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ïṣľïḋê"/>
              <p:cNvSpPr/>
              <p:nvPr/>
            </p:nvSpPr>
            <p:spPr>
              <a:xfrm>
                <a:off x="5277447" y="4779000"/>
                <a:ext cx="2224314" cy="407183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35" name="图片 34" descr="C:\Users\xin\Desktop\中科大.png中科大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705148" y="10668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765718" y="-210928"/>
            <a:ext cx="5426076" cy="1621509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Thanks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And Your Slogan Here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32" name="图片 31" descr="C:\Users\xin\Desktop\中科大.png中科大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41723" y="6000750"/>
            <a:ext cx="815340" cy="8153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08d88193-e4ed-466c-8c16-919c5770a12f"/>
</p:tagLst>
</file>

<file path=ppt/tags/tag2.xml><?xml version="1.0" encoding="utf-8"?>
<p:tagLst xmlns:p="http://schemas.openxmlformats.org/presentationml/2006/main">
  <p:tag name="ISLIDE.DIAGRAM" val="6a627f7b-cbfd-416e-b60d-f273030a27e7"/>
</p:tagLst>
</file>

<file path=ppt/tags/tag3.xml><?xml version="1.0" encoding="utf-8"?>
<p:tagLst xmlns:p="http://schemas.openxmlformats.org/presentationml/2006/main">
  <p:tag name="ISLIDE.DIAGRAM" val="8ffb508f-82c8-4a24-aaca-179468fd5677"/>
</p:tagLst>
</file>

<file path=ppt/tags/tag4.xml><?xml version="1.0" encoding="utf-8"?>
<p:tagLst xmlns:p="http://schemas.openxmlformats.org/presentationml/2006/main">
  <p:tag name="ISLIDE.DIAGRAM" val="e74a708d-9597-4ca4-8ef1-ea04e93b3eab"/>
</p:tagLst>
</file>

<file path=ppt/tags/tag5.xml><?xml version="1.0" encoding="utf-8"?>
<p:tagLst xmlns:p="http://schemas.openxmlformats.org/presentationml/2006/main">
  <p:tag name="ISLIDE.DIAGRAM" val="80eb4a01-e2b5-427d-b3ab-99ed35253e38"/>
</p:tagLst>
</file>

<file path=ppt/tags/tag6.xml><?xml version="1.0" encoding="utf-8"?>
<p:tagLst xmlns:p="http://schemas.openxmlformats.org/presentationml/2006/main">
  <p:tag name="ISLIDE.DIAGRAM" val="04fbccbf-b70c-44fc-b71b-78506ba29b8c"/>
</p:tagLst>
</file>

<file path=ppt/tags/tag7.xml><?xml version="1.0" encoding="utf-8"?>
<p:tagLst xmlns:p="http://schemas.openxmlformats.org/presentationml/2006/main">
  <p:tag name="ISLIDE.DIAGRAM" val="2ce3a2b1-4bc3-4e65-9a52-0ccb868cfb22"/>
</p:tagLst>
</file>

<file path=ppt/tags/tag8.xml><?xml version="1.0" encoding="utf-8"?>
<p:tagLst xmlns:p="http://schemas.openxmlformats.org/presentationml/2006/main">
  <p:tag name="ISLIDE.DIAGRAM" val="02acd89e-7e3d-4bbd-933c-a9cf6aad2d13"/>
</p:tagLst>
</file>

<file path=ppt/tags/tag9.xml><?xml version="1.0" encoding="utf-8"?>
<p:tagLst xmlns:p="http://schemas.openxmlformats.org/presentationml/2006/main">
  <p:tag name="ISLIDE.DIAGRAM" val="6d361513-b209-4d2b-92b4-85745c9f914c"/>
</p:tagLst>
</file>

<file path=ppt/tags/tag10.xml><?xml version="1.0" encoding="utf-8"?>
<p:tagLst xmlns:p="http://schemas.openxmlformats.org/presentationml/2006/main">
  <p:tag name="ISLIDE.DIAGRAM" val="4d5c9446-e71a-41fc-9605-be1165a4b6e2"/>
</p:tagLst>
</file>

<file path=ppt/tags/tag11.xml><?xml version="1.0" encoding="utf-8"?>
<p:tagLst xmlns:p="http://schemas.openxmlformats.org/presentationml/2006/main">
  <p:tag name="ISLIDE.DIAGRAM" val="09a25323-f710-409c-8dfa-8572c7d748c8"/>
</p:tagLst>
</file>

<file path=ppt/tags/tag12.xml><?xml version="1.0" encoding="utf-8"?>
<p:tagLst xmlns:p="http://schemas.openxmlformats.org/presentationml/2006/main">
  <p:tag name="ISLIDE.DIAGRAM" val="8e2e458c-895f-4d37-9dfe-c2c1347eb3de"/>
</p:tagLst>
</file>

<file path=ppt/tags/tag13.xml><?xml version="1.0" encoding="utf-8"?>
<p:tagLst xmlns:p="http://schemas.openxmlformats.org/presentationml/2006/main">
  <p:tag name="ISLIDE.DIAGRAM" val="22aecac5-32bc-45f9-9441-9ce60d148f0d"/>
</p:tagLst>
</file>

<file path=ppt/tags/tag14.xml><?xml version="1.0" encoding="utf-8"?>
<p:tagLst xmlns:p="http://schemas.openxmlformats.org/presentationml/2006/main">
  <p:tag name="ISLIDE.DIAGRAM" val="9fe98f8b-66ae-4785-9341-48332d7b5d82"/>
</p:tagLst>
</file>

<file path=ppt/tags/tag15.xml><?xml version="1.0" encoding="utf-8"?>
<p:tagLst xmlns:p="http://schemas.openxmlformats.org/presentationml/2006/main">
  <p:tag name="ISLIDE.DIAGRAM" val="6677eee0-78eb-45e8-bfb4-a5781e4fb647"/>
</p:tagLst>
</file>

<file path=ppt/tags/tag16.xml><?xml version="1.0" encoding="utf-8"?>
<p:tagLst xmlns:p="http://schemas.openxmlformats.org/presentationml/2006/main">
  <p:tag name="ISLIDE.DIAGRAM" val="eaa8d78a-938c-42c5-b7d5-0d84092eef60"/>
</p:tagLst>
</file>

<file path=ppt/tags/tag17.xml><?xml version="1.0" encoding="utf-8"?>
<p:tagLst xmlns:p="http://schemas.openxmlformats.org/presentationml/2006/main">
  <p:tag name="ISLIDE.DIAGRAM" val="2c609717-2a1b-40cf-ba34-bc8fd6ca0252"/>
</p:tagLst>
</file>

<file path=ppt/tags/tag18.xml><?xml version="1.0" encoding="utf-8"?>
<p:tagLst xmlns:p="http://schemas.openxmlformats.org/presentationml/2006/main">
  <p:tag name="ISLIDE.DIAGRAM" val="088e85d3-12a4-42bc-bd8e-8108a27b6b87"/>
</p:tagLst>
</file>

<file path=ppt/tags/tag19.xml><?xml version="1.0" encoding="utf-8"?>
<p:tagLst xmlns:p="http://schemas.openxmlformats.org/presentationml/2006/main">
  <p:tag name="ISLIDE.DIAGRAM" val="83bc5b74-fc86-4cf9-a3c9-e029cc83deae"/>
</p:tagLst>
</file>

<file path=ppt/tags/tag20.xml><?xml version="1.0" encoding="utf-8"?>
<p:tagLst xmlns:p="http://schemas.openxmlformats.org/presentationml/2006/main">
  <p:tag name="ISLIDE.DIAGRAM" val="7ce716e8-99ff-47e2-9d28-3a2198457e0e"/>
</p:tagLst>
</file>

<file path=ppt/tags/tag21.xml><?xml version="1.0" encoding="utf-8"?>
<p:tagLst xmlns:p="http://schemas.openxmlformats.org/presentationml/2006/main">
  <p:tag name="ISLIDE.DIAGRAM" val="25614a77-0ddb-4449-a9ba-0f861133a66f"/>
</p:tagLst>
</file>

<file path=ppt/tags/tag22.xml><?xml version="1.0" encoding="utf-8"?>
<p:tagLst xmlns:p="http://schemas.openxmlformats.org/presentationml/2006/main">
  <p:tag name="ISLIDE.DIAGRAM" val="6c172dbe-d2fb-4e5a-b197-54ea251e1887"/>
</p:tagLst>
</file>

<file path=ppt/tags/tag23.xml><?xml version="1.0" encoding="utf-8"?>
<p:tagLst xmlns:p="http://schemas.openxmlformats.org/presentationml/2006/main">
  <p:tag name="ISLIDE.DIAGRAM" val="04d5f7cc-512c-484a-a96f-27485b77b350"/>
</p:tagLst>
</file>

<file path=ppt/tags/tag24.xml><?xml version="1.0" encoding="utf-8"?>
<p:tagLst xmlns:p="http://schemas.openxmlformats.org/presentationml/2006/main">
  <p:tag name="ISLIDE.DIAGRAM" val="7f2cec5c-68b9-4fc5-84cb-b9660b255b64"/>
</p:tagLst>
</file>

<file path=ppt/tags/tag25.xml><?xml version="1.0" encoding="utf-8"?>
<p:tagLst xmlns:p="http://schemas.openxmlformats.org/presentationml/2006/main">
  <p:tag name="ISLIDE.DIAGRAM" val="88b4e7ec-d689-4b3e-822f-4dba46daaa11"/>
</p:tagLst>
</file>

<file path=ppt/tags/tag26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9c664601-5f3e-4fd1-b856-056a2e39c32e"/>
</p:tagLst>
</file>

<file path=ppt/theme/theme1.xml><?xml version="1.0" encoding="utf-8"?>
<a:theme xmlns:a="http://schemas.openxmlformats.org/drawingml/2006/main" name="主题5">
  <a:themeElements>
    <a:clrScheme name="lloyds banking group-英国劳埃德银行集团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864F"/>
      </a:accent1>
      <a:accent2>
        <a:srgbClr val="1A53A1"/>
      </a:accent2>
      <a:accent3>
        <a:srgbClr val="2C84C6"/>
      </a:accent3>
      <a:accent4>
        <a:srgbClr val="5FB24E"/>
      </a:accent4>
      <a:accent5>
        <a:srgbClr val="236DB5"/>
      </a:accent5>
      <a:accent6>
        <a:srgbClr val="339949"/>
      </a:accent6>
      <a:hlink>
        <a:srgbClr val="B32B2B"/>
      </a:hlink>
      <a:folHlink>
        <a:srgbClr val="954F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9859</Words>
  <Application>WPS 演示</Application>
  <PresentationFormat>宽屏</PresentationFormat>
  <Paragraphs>807</Paragraphs>
  <Slides>32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Arial</vt:lpstr>
      <vt:lpstr>宋体</vt:lpstr>
      <vt:lpstr>Wingdings</vt:lpstr>
      <vt:lpstr>Impact</vt:lpstr>
      <vt:lpstr>微软雅黑</vt:lpstr>
      <vt:lpstr>Arial Unicode MS</vt:lpstr>
      <vt:lpstr>Calibri</vt:lpstr>
      <vt:lpstr>等线</vt:lpstr>
      <vt:lpstr>主题5</vt:lpstr>
      <vt:lpstr>广东外语外贸大学通用PPT</vt:lpstr>
      <vt:lpstr>PowerPoint 演示文稿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Thanks And Your Slogan Here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xin</cp:lastModifiedBy>
  <cp:revision>9</cp:revision>
  <cp:lastPrinted>2017-12-07T16:00:00Z</cp:lastPrinted>
  <dcterms:created xsi:type="dcterms:W3CDTF">2017-12-07T16:00:00Z</dcterms:created>
  <dcterms:modified xsi:type="dcterms:W3CDTF">2020-10-13T08:50:20Z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2052-11.1.0.10000</vt:lpwstr>
  </property>
</Properties>
</file>